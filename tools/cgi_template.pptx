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Lst>
  <p:notesMasterIdLst>
    <p:notesMasterId r:id="rId54"/>
  </p:notesMasterIdLst>
  <p:handoutMasterIdLst>
    <p:handoutMasterId r:id="rId55"/>
  </p:handoutMasterIdLst>
  <p:sldIdLst>
    <p:sldId id="2147471697" r:id="rId5"/>
    <p:sldId id="2147471014" r:id="rId6"/>
    <p:sldId id="2147471015" r:id="rId7"/>
    <p:sldId id="2147471030" r:id="rId8"/>
    <p:sldId id="2147471031" r:id="rId9"/>
    <p:sldId id="2147471696" r:id="rId10"/>
    <p:sldId id="2147471021" r:id="rId11"/>
    <p:sldId id="2147471022" r:id="rId12"/>
    <p:sldId id="518" r:id="rId13"/>
    <p:sldId id="2147471016" r:id="rId14"/>
    <p:sldId id="2147471020" r:id="rId15"/>
    <p:sldId id="2147471017" r:id="rId16"/>
    <p:sldId id="2147471018" r:id="rId17"/>
    <p:sldId id="2147471019" r:id="rId18"/>
    <p:sldId id="2147471698" r:id="rId19"/>
    <p:sldId id="622" r:id="rId20"/>
    <p:sldId id="11355" r:id="rId21"/>
    <p:sldId id="11311" r:id="rId22"/>
    <p:sldId id="11370" r:id="rId23"/>
    <p:sldId id="512" r:id="rId24"/>
    <p:sldId id="2147470898" r:id="rId25"/>
    <p:sldId id="11358" r:id="rId26"/>
    <p:sldId id="468" r:id="rId27"/>
    <p:sldId id="11371" r:id="rId28"/>
    <p:sldId id="11372" r:id="rId29"/>
    <p:sldId id="2147471023" r:id="rId30"/>
    <p:sldId id="265" r:id="rId31"/>
    <p:sldId id="2147471011" r:id="rId32"/>
    <p:sldId id="2147470889" r:id="rId33"/>
    <p:sldId id="2147471024" r:id="rId34"/>
    <p:sldId id="11369" r:id="rId35"/>
    <p:sldId id="11394" r:id="rId36"/>
    <p:sldId id="11361" r:id="rId37"/>
    <p:sldId id="11362" r:id="rId38"/>
    <p:sldId id="11365" r:id="rId39"/>
    <p:sldId id="11376" r:id="rId40"/>
    <p:sldId id="2147471699" r:id="rId41"/>
    <p:sldId id="11297" r:id="rId42"/>
    <p:sldId id="2147471029" r:id="rId43"/>
    <p:sldId id="2147470908" r:id="rId44"/>
    <p:sldId id="498" r:id="rId45"/>
    <p:sldId id="621" r:id="rId46"/>
    <p:sldId id="2147470912" r:id="rId47"/>
    <p:sldId id="2147470910" r:id="rId48"/>
    <p:sldId id="2147470911" r:id="rId49"/>
    <p:sldId id="11387" r:id="rId50"/>
    <p:sldId id="11388" r:id="rId51"/>
    <p:sldId id="11284" r:id="rId52"/>
    <p:sldId id="11392" r:id="rId53"/>
  </p:sldIdLst>
  <p:sldSz cx="12192000" cy="6858000"/>
  <p:notesSz cx="7315200" cy="96012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080" userDrawn="1">
          <p15:clr>
            <a:srgbClr val="A4A3A4"/>
          </p15:clr>
        </p15:guide>
        <p15:guide id="4" pos="3613"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1FDE12-B1FB-E8C7-09BF-B50FE23A4F0E}" name="Melizza Mae Aratan" initials="MMA" userId="S::melizza.mae.aratan@cgi.com::012dde6c-0656-4597-a2d3-dbc789fe60da" providerId="AD"/>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21" autoAdjust="0"/>
    <p:restoredTop sz="94726"/>
  </p:normalViewPr>
  <p:slideViewPr>
    <p:cSldViewPr snapToGrid="0">
      <p:cViewPr varScale="1">
        <p:scale>
          <a:sx n="120" d="100"/>
          <a:sy n="120" d="100"/>
        </p:scale>
        <p:origin x="1112" y="184"/>
      </p:cViewPr>
      <p:guideLst>
        <p:guide pos="4080"/>
        <p:guide pos="3613"/>
        <p:guide orient="horz" pos="2160"/>
      </p:guideLst>
    </p:cSldViewPr>
  </p:slideViewPr>
  <p:outlineViewPr>
    <p:cViewPr>
      <p:scale>
        <a:sx n="33" d="100"/>
        <a:sy n="33" d="100"/>
      </p:scale>
      <p:origin x="0" y="-52240"/>
    </p:cViewPr>
  </p:outlin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Feuille_de_calcul_Microsoft_Excel.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Feuille_de_calcul_Microsoft_Excel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Feuille_de_calcul_Microsoft_Excel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C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r>
              <a:rPr lang="en-US" sz="1800">
                <a:solidFill>
                  <a:schemeClr val="tx1"/>
                </a:solidFill>
              </a:rPr>
              <a:t>Chart title here</a:t>
            </a:r>
          </a:p>
        </c:rich>
      </c:tx>
      <c:layout>
        <c:manualLayout>
          <c:xMode val="edge"/>
          <c:yMode val="edge"/>
          <c:x val="0.24098403754507358"/>
          <c:y val="1.9457956914523976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092374211877666"/>
          <c:y val="0.18992147871717566"/>
          <c:w val="0.488443238203704"/>
          <c:h val="0.7079680224127648"/>
        </c:manualLayout>
      </c:layout>
      <c:doughnutChart>
        <c:varyColors val="1"/>
        <c:ser>
          <c:idx val="0"/>
          <c:order val="0"/>
          <c:tx>
            <c:strRef>
              <c:f>Sheet1!$B$1</c:f>
              <c:strCache>
                <c:ptCount val="1"/>
                <c:pt idx="0">
                  <c:v>Sales</c:v>
                </c:pt>
              </c:strCache>
            </c:strRef>
          </c:tx>
          <c:spPr>
            <a:ln w="12700"/>
          </c:spPr>
          <c:dPt>
            <c:idx val="0"/>
            <c:bubble3D val="0"/>
            <c:spPr>
              <a:solidFill>
                <a:srgbClr val="200A58"/>
              </a:solidFill>
              <a:ln w="12700">
                <a:solidFill>
                  <a:schemeClr val="lt1"/>
                </a:solidFill>
              </a:ln>
              <a:effectLst/>
            </c:spPr>
            <c:extLst>
              <c:ext xmlns:c16="http://schemas.microsoft.com/office/drawing/2014/chart" uri="{C3380CC4-5D6E-409C-BE32-E72D297353CC}">
                <c16:uniqueId val="{00000001-40AF-024D-9F62-6FC50BF32E0D}"/>
              </c:ext>
            </c:extLst>
          </c:dPt>
          <c:dPt>
            <c:idx val="1"/>
            <c:bubble3D val="0"/>
            <c:spPr>
              <a:solidFill>
                <a:srgbClr val="5236AB"/>
              </a:solidFill>
              <a:ln w="12700">
                <a:solidFill>
                  <a:schemeClr val="lt1"/>
                </a:solidFill>
              </a:ln>
              <a:effectLst/>
            </c:spPr>
            <c:extLst>
              <c:ext xmlns:c16="http://schemas.microsoft.com/office/drawing/2014/chart" uri="{C3380CC4-5D6E-409C-BE32-E72D297353CC}">
                <c16:uniqueId val="{00000003-40AF-024D-9F62-6FC50BF32E0D}"/>
              </c:ext>
            </c:extLst>
          </c:dPt>
          <c:dPt>
            <c:idx val="2"/>
            <c:bubble3D val="0"/>
            <c:spPr>
              <a:solidFill>
                <a:srgbClr val="6E3FED"/>
              </a:solidFill>
              <a:ln w="12700">
                <a:solidFill>
                  <a:schemeClr val="lt1"/>
                </a:solidFill>
              </a:ln>
              <a:effectLst/>
            </c:spPr>
            <c:extLst>
              <c:ext xmlns:c16="http://schemas.microsoft.com/office/drawing/2014/chart" uri="{C3380CC4-5D6E-409C-BE32-E72D297353CC}">
                <c16:uniqueId val="{00000005-40AF-024D-9F62-6FC50BF32E0D}"/>
              </c:ext>
            </c:extLst>
          </c:dPt>
          <c:dPt>
            <c:idx val="3"/>
            <c:bubble3D val="0"/>
            <c:spPr>
              <a:solidFill>
                <a:srgbClr val="9E83F5"/>
              </a:solidFill>
              <a:ln w="12700">
                <a:solidFill>
                  <a:schemeClr val="lt1"/>
                </a:solidFill>
              </a:ln>
              <a:effectLst/>
            </c:spPr>
            <c:extLst>
              <c:ext xmlns:c16="http://schemas.microsoft.com/office/drawing/2014/chart" uri="{C3380CC4-5D6E-409C-BE32-E72D297353CC}">
                <c16:uniqueId val="{00000007-40AF-024D-9F62-6FC50BF32E0D}"/>
              </c:ext>
            </c:extLst>
          </c:dPt>
          <c:dPt>
            <c:idx val="4"/>
            <c:bubble3D val="0"/>
            <c:spPr>
              <a:solidFill>
                <a:srgbClr val="BFB5F9"/>
              </a:solidFill>
              <a:ln w="12700">
                <a:solidFill>
                  <a:schemeClr val="lt1"/>
                </a:solidFill>
              </a:ln>
              <a:effectLst/>
            </c:spPr>
            <c:extLst>
              <c:ext xmlns:c16="http://schemas.microsoft.com/office/drawing/2014/chart" uri="{C3380CC4-5D6E-409C-BE32-E72D297353CC}">
                <c16:uniqueId val="{00000009-40AF-024D-9F62-6FC50BF32E0D}"/>
              </c:ext>
            </c:extLst>
          </c:dPt>
          <c:dPt>
            <c:idx val="5"/>
            <c:bubble3D val="0"/>
            <c:spPr>
              <a:solidFill>
                <a:srgbClr val="CBC3E6"/>
              </a:solidFill>
              <a:ln w="12700">
                <a:solidFill>
                  <a:schemeClr val="lt1"/>
                </a:solidFill>
              </a:ln>
              <a:effectLst/>
            </c:spPr>
            <c:extLst>
              <c:ext xmlns:c16="http://schemas.microsoft.com/office/drawing/2014/chart" uri="{C3380CC4-5D6E-409C-BE32-E72D297353CC}">
                <c16:uniqueId val="{0000000B-40AF-024D-9F62-6FC50BF32E0D}"/>
              </c:ext>
            </c:extLst>
          </c:dPt>
          <c:dPt>
            <c:idx val="6"/>
            <c:bubble3D val="0"/>
            <c:spPr>
              <a:solidFill>
                <a:srgbClr val="E6E3F3"/>
              </a:solidFill>
              <a:ln w="12700">
                <a:solidFill>
                  <a:schemeClr val="lt1"/>
                </a:solidFill>
              </a:ln>
              <a:effectLst/>
            </c:spPr>
            <c:extLst>
              <c:ext xmlns:c16="http://schemas.microsoft.com/office/drawing/2014/chart" uri="{C3380CC4-5D6E-409C-BE32-E72D297353CC}">
                <c16:uniqueId val="{0000000D-40AF-024D-9F62-6FC50BF32E0D}"/>
              </c:ext>
            </c:extLst>
          </c:dPt>
          <c:dPt>
            <c:idx val="7"/>
            <c:bubble3D val="0"/>
            <c:spPr>
              <a:solidFill>
                <a:srgbClr val="650A21"/>
              </a:solidFill>
              <a:ln w="12700">
                <a:solidFill>
                  <a:schemeClr val="lt1"/>
                </a:solidFill>
              </a:ln>
              <a:effectLst/>
            </c:spPr>
            <c:extLst>
              <c:ext xmlns:c16="http://schemas.microsoft.com/office/drawing/2014/chart" uri="{C3380CC4-5D6E-409C-BE32-E72D297353CC}">
                <c16:uniqueId val="{0000000F-40AF-024D-9F62-6FC50BF32E0D}"/>
              </c:ext>
            </c:extLst>
          </c:dPt>
          <c:dPt>
            <c:idx val="8"/>
            <c:bubble3D val="0"/>
            <c:spPr>
              <a:solidFill>
                <a:srgbClr val="991F3D"/>
              </a:solidFill>
              <a:ln w="12700">
                <a:solidFill>
                  <a:schemeClr val="lt1"/>
                </a:solidFill>
              </a:ln>
              <a:effectLst/>
            </c:spPr>
            <c:extLst>
              <c:ext xmlns:c16="http://schemas.microsoft.com/office/drawing/2014/chart" uri="{C3380CC4-5D6E-409C-BE32-E72D297353CC}">
                <c16:uniqueId val="{00000011-40AF-024D-9F62-6FC50BF32E0D}"/>
              </c:ext>
            </c:extLst>
          </c:dPt>
          <c:dPt>
            <c:idx val="9"/>
            <c:bubble3D val="0"/>
            <c:spPr>
              <a:solidFill>
                <a:srgbClr val="E31937"/>
              </a:solidFill>
              <a:ln w="12700">
                <a:solidFill>
                  <a:schemeClr val="lt1"/>
                </a:solidFill>
              </a:ln>
              <a:effectLst/>
            </c:spPr>
            <c:extLst>
              <c:ext xmlns:c16="http://schemas.microsoft.com/office/drawing/2014/chart" uri="{C3380CC4-5D6E-409C-BE32-E72D297353CC}">
                <c16:uniqueId val="{00000013-40AF-024D-9F62-6FC50BF32E0D}"/>
              </c:ext>
            </c:extLst>
          </c:dPt>
          <c:dPt>
            <c:idx val="10"/>
            <c:bubble3D val="0"/>
            <c:spPr>
              <a:solidFill>
                <a:srgbClr val="FF6A00"/>
              </a:solidFill>
              <a:ln w="12700">
                <a:solidFill>
                  <a:schemeClr val="lt1"/>
                </a:solidFill>
              </a:ln>
              <a:effectLst/>
            </c:spPr>
            <c:extLst>
              <c:ext xmlns:c16="http://schemas.microsoft.com/office/drawing/2014/chart" uri="{C3380CC4-5D6E-409C-BE32-E72D297353CC}">
                <c16:uniqueId val="{00000015-40AF-024D-9F62-6FC50BF32E0D}"/>
              </c:ext>
            </c:extLst>
          </c:dPt>
          <c:dPt>
            <c:idx val="11"/>
            <c:bubble3D val="0"/>
            <c:spPr>
              <a:solidFill>
                <a:srgbClr val="FF7362"/>
              </a:solidFill>
              <a:ln w="12700">
                <a:solidFill>
                  <a:schemeClr val="lt1"/>
                </a:solidFill>
              </a:ln>
              <a:effectLst/>
            </c:spPr>
            <c:extLst>
              <c:ext xmlns:c16="http://schemas.microsoft.com/office/drawing/2014/chart" uri="{C3380CC4-5D6E-409C-BE32-E72D297353CC}">
                <c16:uniqueId val="{00000017-40AF-024D-9F62-6FC50BF32E0D}"/>
              </c:ext>
            </c:extLst>
          </c:dPt>
          <c:dPt>
            <c:idx val="12"/>
            <c:bubble3D val="0"/>
            <c:spPr>
              <a:solidFill>
                <a:srgbClr val="FF978A"/>
              </a:solidFill>
              <a:ln w="12700">
                <a:solidFill>
                  <a:schemeClr val="lt1"/>
                </a:solidFill>
              </a:ln>
              <a:effectLst/>
            </c:spPr>
            <c:extLst>
              <c:ext xmlns:c16="http://schemas.microsoft.com/office/drawing/2014/chart" uri="{C3380CC4-5D6E-409C-BE32-E72D297353CC}">
                <c16:uniqueId val="{00000019-40AF-024D-9F62-6FC50BF32E0D}"/>
              </c:ext>
            </c:extLst>
          </c:dPt>
          <c:dPt>
            <c:idx val="13"/>
            <c:bubble3D val="0"/>
            <c:spPr>
              <a:solidFill>
                <a:srgbClr val="FFCDD2"/>
              </a:solidFill>
              <a:ln w="12700">
                <a:solidFill>
                  <a:schemeClr val="lt1"/>
                </a:solidFill>
              </a:ln>
              <a:effectLst/>
            </c:spPr>
            <c:extLst>
              <c:ext xmlns:c16="http://schemas.microsoft.com/office/drawing/2014/chart" uri="{C3380CC4-5D6E-409C-BE32-E72D297353CC}">
                <c16:uniqueId val="{0000001B-40AF-024D-9F62-6FC50BF32E0D}"/>
              </c:ext>
            </c:extLst>
          </c:dPt>
          <c:dPt>
            <c:idx val="14"/>
            <c:bubble3D val="0"/>
            <c:spPr>
              <a:solidFill>
                <a:srgbClr val="650A21"/>
              </a:solidFill>
              <a:ln w="12700">
                <a:solidFill>
                  <a:schemeClr val="lt1"/>
                </a:solidFill>
              </a:ln>
              <a:effectLst/>
            </c:spPr>
            <c:extLst>
              <c:ext xmlns:c16="http://schemas.microsoft.com/office/drawing/2014/chart" uri="{C3380CC4-5D6E-409C-BE32-E72D297353CC}">
                <c16:uniqueId val="{0000001D-40AF-024D-9F62-6FC50BF32E0D}"/>
              </c:ext>
            </c:extLst>
          </c:dPt>
          <c:dPt>
            <c:idx val="15"/>
            <c:bubble3D val="0"/>
            <c:spPr>
              <a:solidFill>
                <a:srgbClr val="991F3D"/>
              </a:solidFill>
              <a:ln w="12700">
                <a:solidFill>
                  <a:schemeClr val="lt1"/>
                </a:solidFill>
              </a:ln>
              <a:effectLst/>
            </c:spPr>
            <c:extLst>
              <c:ext xmlns:c16="http://schemas.microsoft.com/office/drawing/2014/chart" uri="{C3380CC4-5D6E-409C-BE32-E72D297353CC}">
                <c16:uniqueId val="{0000001F-40AF-024D-9F62-6FC50BF32E0D}"/>
              </c:ext>
            </c:extLst>
          </c:dPt>
          <c:dPt>
            <c:idx val="16"/>
            <c:bubble3D val="0"/>
            <c:spPr>
              <a:solidFill>
                <a:srgbClr val="E31937"/>
              </a:solidFill>
              <a:ln w="12700">
                <a:solidFill>
                  <a:schemeClr val="lt1"/>
                </a:solidFill>
              </a:ln>
              <a:effectLst/>
            </c:spPr>
            <c:extLst>
              <c:ext xmlns:c16="http://schemas.microsoft.com/office/drawing/2014/chart" uri="{C3380CC4-5D6E-409C-BE32-E72D297353CC}">
                <c16:uniqueId val="{00000021-40AF-024D-9F62-6FC50BF32E0D}"/>
              </c:ext>
            </c:extLst>
          </c:dPt>
          <c:dPt>
            <c:idx val="17"/>
            <c:bubble3D val="0"/>
            <c:spPr>
              <a:solidFill>
                <a:srgbClr val="F6574A"/>
              </a:solidFill>
              <a:ln w="12700">
                <a:solidFill>
                  <a:schemeClr val="lt1"/>
                </a:solidFill>
              </a:ln>
              <a:effectLst/>
            </c:spPr>
            <c:extLst>
              <c:ext xmlns:c16="http://schemas.microsoft.com/office/drawing/2014/chart" uri="{C3380CC4-5D6E-409C-BE32-E72D297353CC}">
                <c16:uniqueId val="{00000023-40AF-024D-9F62-6FC50BF32E0D}"/>
              </c:ext>
            </c:extLst>
          </c:dPt>
          <c:dPt>
            <c:idx val="18"/>
            <c:bubble3D val="0"/>
            <c:spPr>
              <a:solidFill>
                <a:srgbClr val="FF6A00"/>
              </a:solidFill>
              <a:ln w="12700">
                <a:solidFill>
                  <a:schemeClr val="lt1"/>
                </a:solidFill>
              </a:ln>
              <a:effectLst/>
            </c:spPr>
            <c:extLst>
              <c:ext xmlns:c16="http://schemas.microsoft.com/office/drawing/2014/chart" uri="{C3380CC4-5D6E-409C-BE32-E72D297353CC}">
                <c16:uniqueId val="{00000025-40AF-024D-9F62-6FC50BF32E0D}"/>
              </c:ext>
            </c:extLst>
          </c:dPt>
          <c:dPt>
            <c:idx val="19"/>
            <c:bubble3D val="0"/>
            <c:spPr>
              <a:solidFill>
                <a:srgbClr val="FF978A"/>
              </a:solidFill>
              <a:ln w="12700">
                <a:solidFill>
                  <a:schemeClr val="lt1"/>
                </a:solidFill>
              </a:ln>
              <a:effectLst/>
            </c:spPr>
            <c:extLst>
              <c:ext xmlns:c16="http://schemas.microsoft.com/office/drawing/2014/chart" uri="{C3380CC4-5D6E-409C-BE32-E72D297353CC}">
                <c16:uniqueId val="{00000027-40AF-024D-9F62-6FC50BF32E0D}"/>
              </c:ext>
            </c:extLst>
          </c:dPt>
          <c:dPt>
            <c:idx val="20"/>
            <c:bubble3D val="0"/>
            <c:spPr>
              <a:solidFill>
                <a:srgbClr val="FFCDD2"/>
              </a:solidFill>
              <a:ln w="12700">
                <a:solidFill>
                  <a:schemeClr val="lt1"/>
                </a:solidFill>
              </a:ln>
              <a:effectLst/>
            </c:spPr>
            <c:extLst>
              <c:ext xmlns:c16="http://schemas.microsoft.com/office/drawing/2014/chart" uri="{C3380CC4-5D6E-409C-BE32-E72D297353CC}">
                <c16:uniqueId val="{00000029-40AF-024D-9F62-6FC50BF32E0D}"/>
              </c:ext>
            </c:extLst>
          </c:dPt>
          <c:dPt>
            <c:idx val="21"/>
            <c:bubble3D val="0"/>
            <c:spPr>
              <a:solidFill>
                <a:srgbClr val="7E1B4C"/>
              </a:solidFill>
              <a:ln w="12700">
                <a:solidFill>
                  <a:schemeClr val="lt1"/>
                </a:solidFill>
              </a:ln>
              <a:effectLst/>
            </c:spPr>
            <c:extLst>
              <c:ext xmlns:c16="http://schemas.microsoft.com/office/drawing/2014/chart" uri="{C3380CC4-5D6E-409C-BE32-E72D297353CC}">
                <c16:uniqueId val="{0000002B-40AF-024D-9F62-6FC50BF32E0D}"/>
              </c:ext>
            </c:extLst>
          </c:dPt>
          <c:dPt>
            <c:idx val="22"/>
            <c:bubble3D val="0"/>
            <c:spPr>
              <a:solidFill>
                <a:srgbClr val="A82465"/>
              </a:solidFill>
              <a:ln w="12700">
                <a:solidFill>
                  <a:schemeClr val="lt1"/>
                </a:solidFill>
              </a:ln>
              <a:effectLst/>
            </c:spPr>
            <c:extLst>
              <c:ext xmlns:c16="http://schemas.microsoft.com/office/drawing/2014/chart" uri="{C3380CC4-5D6E-409C-BE32-E72D297353CC}">
                <c16:uniqueId val="{0000002D-40AF-024D-9F62-6FC50BF32E0D}"/>
              </c:ext>
            </c:extLst>
          </c:dPt>
          <c:dPt>
            <c:idx val="23"/>
            <c:bubble3D val="0"/>
            <c:spPr>
              <a:solidFill>
                <a:srgbClr val="CB7CA3"/>
              </a:solidFill>
              <a:ln w="12700">
                <a:solidFill>
                  <a:schemeClr val="lt1"/>
                </a:solidFill>
              </a:ln>
              <a:effectLst/>
            </c:spPr>
            <c:extLst>
              <c:ext xmlns:c16="http://schemas.microsoft.com/office/drawing/2014/chart" uri="{C3380CC4-5D6E-409C-BE32-E72D297353CC}">
                <c16:uniqueId val="{0000002F-40AF-024D-9F62-6FC50BF32E0D}"/>
              </c:ext>
            </c:extLst>
          </c:dPt>
          <c:dPt>
            <c:idx val="24"/>
            <c:bubble3D val="0"/>
            <c:spPr>
              <a:solidFill>
                <a:srgbClr val="FFCDD2"/>
              </a:solidFill>
              <a:ln w="12700">
                <a:solidFill>
                  <a:schemeClr val="lt1"/>
                </a:solidFill>
              </a:ln>
              <a:effectLst/>
            </c:spPr>
            <c:extLst>
              <c:ext xmlns:c16="http://schemas.microsoft.com/office/drawing/2014/chart" uri="{C3380CC4-5D6E-409C-BE32-E72D297353CC}">
                <c16:uniqueId val="{00000031-40AF-024D-9F62-6FC50BF32E0D}"/>
              </c:ext>
            </c:extLst>
          </c:dPt>
          <c:dLbls>
            <c:dLbl>
              <c:idx val="0"/>
              <c:tx>
                <c:rich>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fld id="{31E9132F-CCB9-5F45-839A-DBD6C7710B76}" type="CELLRANGE">
                      <a:rPr lang="en-US" dirty="0"/>
                      <a:pPr>
                        <a:defRPr sz="1400">
                          <a:solidFill>
                            <a:schemeClr val="bg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showDataLabelsRange val="1"/>
                </c:ext>
                <c:ext xmlns:c16="http://schemas.microsoft.com/office/drawing/2014/chart" uri="{C3380CC4-5D6E-409C-BE32-E72D297353CC}">
                  <c16:uniqueId val="{00000001-40AF-024D-9F62-6FC50BF32E0D}"/>
                </c:ext>
              </c:extLst>
            </c:dLbl>
            <c:dLbl>
              <c:idx val="1"/>
              <c:tx>
                <c:rich>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fld id="{76B04472-91A7-B14C-BCCA-E05F7F103BEE}" type="CELLRANGE">
                      <a:rPr lang="fr-FR"/>
                      <a:pPr>
                        <a:defRPr sz="1400">
                          <a:solidFill>
                            <a:schemeClr val="bg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40AF-024D-9F62-6FC50BF32E0D}"/>
                </c:ext>
              </c:extLst>
            </c:dLbl>
            <c:dLbl>
              <c:idx val="2"/>
              <c:tx>
                <c:rich>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fld id="{F4C805A5-C24C-C148-AD90-1BB3B495730C}" type="CELLRANGE">
                      <a:rPr lang="fr-FR"/>
                      <a:pPr>
                        <a:defRPr sz="1400">
                          <a:solidFill>
                            <a:schemeClr val="bg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40AF-024D-9F62-6FC50BF32E0D}"/>
                </c:ext>
              </c:extLst>
            </c:dLbl>
            <c:dLbl>
              <c:idx val="3"/>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94611916-DCF7-0B41-9933-3F0243FCFDCC}"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40AF-024D-9F62-6FC50BF32E0D}"/>
                </c:ext>
              </c:extLst>
            </c:dLbl>
            <c:dLbl>
              <c:idx val="4"/>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231AF0DD-B007-E546-BD2E-9074D43D16A4}"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40AF-024D-9F62-6FC50BF32E0D}"/>
                </c:ext>
              </c:extLst>
            </c:dLbl>
            <c:dLbl>
              <c:idx val="5"/>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04BAF988-27D2-F649-AF42-E9BDF472D31B}"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40AF-024D-9F62-6FC50BF32E0D}"/>
                </c:ext>
              </c:extLst>
            </c:dLbl>
            <c:dLbl>
              <c:idx val="6"/>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79C36705-E168-074E-AE3B-AFCDC316BAC6}"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40AF-024D-9F62-6FC50BF32E0D}"/>
                </c:ext>
              </c:extLst>
            </c:dLbl>
            <c:dLbl>
              <c:idx val="7"/>
              <c:tx>
                <c:rich>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fld id="{C03B2526-21CA-3F4C-B3FA-C01117774F47}" type="CELLRANGE">
                      <a:rPr lang="fr-FR"/>
                      <a:pPr>
                        <a:defRPr sz="1400">
                          <a:solidFill>
                            <a:schemeClr val="bg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40AF-024D-9F62-6FC50BF32E0D}"/>
                </c:ext>
              </c:extLst>
            </c:dLbl>
            <c:dLbl>
              <c:idx val="8"/>
              <c:tx>
                <c:rich>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fld id="{47602C65-BDA2-BD40-AF8F-57C4FD89F6F1}" type="CELLRANGE">
                      <a:rPr lang="fr-FR"/>
                      <a:pPr>
                        <a:defRPr sz="1400">
                          <a:solidFill>
                            <a:schemeClr val="bg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40AF-024D-9F62-6FC50BF32E0D}"/>
                </c:ext>
              </c:extLst>
            </c:dLbl>
            <c:dLbl>
              <c:idx val="9"/>
              <c:tx>
                <c:rich>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fld id="{FD365068-4F88-2141-80C0-0E5AFF5B93DC}" type="CELLRANGE">
                      <a:rPr lang="fr-FR"/>
                      <a:pPr>
                        <a:defRPr sz="1400">
                          <a:solidFill>
                            <a:schemeClr val="bg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40AF-024D-9F62-6FC50BF32E0D}"/>
                </c:ext>
              </c:extLst>
            </c:dLbl>
            <c:dLbl>
              <c:idx val="10"/>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5C14A197-44CE-D346-BD08-2222AA0FAFA3}"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40AF-024D-9F62-6FC50BF32E0D}"/>
                </c:ext>
              </c:extLst>
            </c:dLbl>
            <c:dLbl>
              <c:idx val="11"/>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74AF0E29-F9D1-1441-B8BB-EE699E21C780}"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40AF-024D-9F62-6FC50BF32E0D}"/>
                </c:ext>
              </c:extLst>
            </c:dLbl>
            <c:dLbl>
              <c:idx val="12"/>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50A6194B-7A7A-AF4F-B384-DEC0BB641ABD}"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40AF-024D-9F62-6FC50BF32E0D}"/>
                </c:ext>
              </c:extLst>
            </c:dLbl>
            <c:dLbl>
              <c:idx val="13"/>
              <c:tx>
                <c:rich>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fld id="{F8F8FE66-1EB8-D84A-8D16-52B56C200B56}" type="CELLRANGE">
                      <a:rPr lang="fr-FR"/>
                      <a:pPr>
                        <a:defRPr sz="1400">
                          <a:solidFill>
                            <a:schemeClr val="tx1"/>
                          </a:solidFill>
                        </a:defRPr>
                      </a:pPr>
                      <a:t>[PLAGECELL]</a:t>
                    </a:fld>
                    <a:endParaRPr lang="fr-FR"/>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40AF-024D-9F62-6FC50BF32E0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separator>
</c:separator>
            <c:showLeaderLines val="0"/>
            <c:extLst>
              <c:ext xmlns:c15="http://schemas.microsoft.com/office/drawing/2012/chart" uri="{CE6537A1-D6FC-4f65-9D91-7224C49458BB}">
                <c15:showDataLabelsRange val="1"/>
              </c:ext>
            </c:extLst>
          </c:dLbls>
          <c:cat>
            <c:strRef>
              <c:f>Sheet1!$D$2:$D$15</c:f>
              <c:strCache>
                <c:ptCount val="14"/>
                <c:pt idx="0">
                  <c:v>A. Item 1, 7%</c:v>
                </c:pt>
                <c:pt idx="1">
                  <c:v>B. Item 2, 7%</c:v>
                </c:pt>
                <c:pt idx="2">
                  <c:v>C. Item 3, 7%</c:v>
                </c:pt>
                <c:pt idx="3">
                  <c:v>D. Item 4, 7%</c:v>
                </c:pt>
                <c:pt idx="4">
                  <c:v>E. Item 5, 7%</c:v>
                </c:pt>
                <c:pt idx="5">
                  <c:v>F. Item 6, 7%</c:v>
                </c:pt>
                <c:pt idx="6">
                  <c:v>G. Item 7, 7%</c:v>
                </c:pt>
                <c:pt idx="7">
                  <c:v>H. Item 8, 7%</c:v>
                </c:pt>
                <c:pt idx="8">
                  <c:v>I. Item 9, 7%</c:v>
                </c:pt>
                <c:pt idx="9">
                  <c:v>J. Item 10, 7%</c:v>
                </c:pt>
                <c:pt idx="10">
                  <c:v>K. Item 11, 7%</c:v>
                </c:pt>
                <c:pt idx="11">
                  <c:v>L. Item 12, 7%</c:v>
                </c:pt>
                <c:pt idx="12">
                  <c:v>M. Item 13, 7%</c:v>
                </c:pt>
                <c:pt idx="13">
                  <c:v>N. Item 14, 7%</c:v>
                </c:pt>
              </c:strCache>
            </c:strRef>
          </c:cat>
          <c:val>
            <c:numRef>
              <c:f>Sheet1!$B$2:$B$15</c:f>
              <c:numCache>
                <c:formatCode>0%</c:formatCode>
                <c:ptCount val="14"/>
                <c:pt idx="0">
                  <c:v>7.0000000000000007E-2</c:v>
                </c:pt>
                <c:pt idx="1">
                  <c:v>7.0000000000000007E-2</c:v>
                </c:pt>
                <c:pt idx="2">
                  <c:v>7.0000000000000007E-2</c:v>
                </c:pt>
                <c:pt idx="3">
                  <c:v>7.0000000000000007E-2</c:v>
                </c:pt>
                <c:pt idx="4">
                  <c:v>7.0000000000000007E-2</c:v>
                </c:pt>
                <c:pt idx="5">
                  <c:v>7.0000000000000007E-2</c:v>
                </c:pt>
                <c:pt idx="6">
                  <c:v>7.0000000000000007E-2</c:v>
                </c:pt>
                <c:pt idx="7">
                  <c:v>7.0000000000000007E-2</c:v>
                </c:pt>
                <c:pt idx="8">
                  <c:v>7.0000000000000007E-2</c:v>
                </c:pt>
                <c:pt idx="9">
                  <c:v>7.0000000000000007E-2</c:v>
                </c:pt>
                <c:pt idx="10">
                  <c:v>7.0000000000000007E-2</c:v>
                </c:pt>
                <c:pt idx="11">
                  <c:v>7.0000000000000007E-2</c:v>
                </c:pt>
                <c:pt idx="12">
                  <c:v>7.0000000000000007E-2</c:v>
                </c:pt>
                <c:pt idx="13">
                  <c:v>7.0000000000000007E-2</c:v>
                </c:pt>
              </c:numCache>
            </c:numRef>
          </c:val>
          <c:extLst>
            <c:ext xmlns:c15="http://schemas.microsoft.com/office/drawing/2012/chart" uri="{02D57815-91ED-43cb-92C2-25804820EDAC}">
              <c15:datalabelsRange>
                <c15:f>Sheet1!$C$2:$C$25</c15:f>
                <c15:dlblRangeCache>
                  <c:ptCount val="24"/>
                  <c:pt idx="0">
                    <c:v>A</c:v>
                  </c:pt>
                  <c:pt idx="1">
                    <c:v>B</c:v>
                  </c:pt>
                  <c:pt idx="2">
                    <c:v>C</c:v>
                  </c:pt>
                  <c:pt idx="3">
                    <c:v>D</c:v>
                  </c:pt>
                  <c:pt idx="4">
                    <c:v>E</c:v>
                  </c:pt>
                  <c:pt idx="5">
                    <c:v>F</c:v>
                  </c:pt>
                  <c:pt idx="6">
                    <c:v>G</c:v>
                  </c:pt>
                  <c:pt idx="7">
                    <c:v>H</c:v>
                  </c:pt>
                  <c:pt idx="8">
                    <c:v>I</c:v>
                  </c:pt>
                  <c:pt idx="9">
                    <c:v>J</c:v>
                  </c:pt>
                  <c:pt idx="10">
                    <c:v>K</c:v>
                  </c:pt>
                  <c:pt idx="11">
                    <c:v>L</c:v>
                  </c:pt>
                  <c:pt idx="12">
                    <c:v>M</c:v>
                  </c:pt>
                  <c:pt idx="13">
                    <c:v>N</c:v>
                  </c:pt>
                </c15:dlblRangeCache>
              </c15:datalabelsRange>
            </c:ext>
            <c:ext xmlns:c16="http://schemas.microsoft.com/office/drawing/2014/chart" uri="{C3380CC4-5D6E-409C-BE32-E72D297353CC}">
              <c16:uniqueId val="{00000032-40AF-024D-9F62-6FC50BF32E0D}"/>
            </c:ext>
          </c:extLst>
        </c:ser>
        <c:dLbls>
          <c:showLegendKey val="0"/>
          <c:showVal val="0"/>
          <c:showCatName val="0"/>
          <c:showSerName val="0"/>
          <c:showPercent val="1"/>
          <c:showBubbleSize val="0"/>
          <c:showLeaderLines val="0"/>
        </c:dLbls>
        <c:firstSliceAng val="0"/>
        <c:holeSize val="50"/>
      </c:doughnutChart>
      <c:spPr>
        <a:noFill/>
        <a:ln>
          <a:noFill/>
        </a:ln>
        <a:effectLst/>
      </c:spPr>
    </c:plotArea>
    <c:legend>
      <c:legendPos val="r"/>
      <c:legendEntry>
        <c:idx val="0"/>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2"/>
        <c:txPr>
          <a:bodyPr rot="0" spcFirstLastPara="1" vertOverflow="ellipsis" vert="horz" wrap="square" anchor="ctr" anchorCtr="1"/>
          <a:lstStyle/>
          <a:p>
            <a:pPr>
              <a:defRPr sz="1200" b="0" i="0" u="none" strike="noStrike" kern="1200" baseline="0">
                <a:ln>
                  <a:noFill/>
                </a:ln>
                <a:solidFill>
                  <a:srgbClr val="000000"/>
                </a:solidFill>
                <a:latin typeface="+mn-lt"/>
                <a:ea typeface="+mn-ea"/>
                <a:cs typeface="+mn-cs"/>
              </a:defRPr>
            </a:pPr>
            <a:endParaRPr lang="en-US"/>
          </a:p>
        </c:txPr>
      </c:legendEntry>
      <c:layout>
        <c:manualLayout>
          <c:xMode val="edge"/>
          <c:yMode val="edge"/>
          <c:x val="0.66921731918884686"/>
          <c:y val="9.0631836413082131E-2"/>
          <c:w val="0.28374760538830979"/>
          <c:h val="0.83746827685455216"/>
        </c:manualLayout>
      </c:layout>
      <c:overlay val="0"/>
      <c:spPr>
        <a:noFill/>
        <a:ln>
          <a:noFill/>
        </a:ln>
        <a:effectLst/>
      </c:spPr>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C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r>
              <a:rPr lang="en-US" sz="1800">
                <a:solidFill>
                  <a:schemeClr val="tx1"/>
                </a:solidFill>
              </a:rPr>
              <a:t>Chart title here</a:t>
            </a:r>
          </a:p>
        </c:rich>
      </c:tx>
      <c:layout>
        <c:manualLayout>
          <c:xMode val="edge"/>
          <c:yMode val="edge"/>
          <c:x val="0.35294532079878793"/>
          <c:y val="5.0034746351633082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1140290713420817E-2"/>
          <c:y val="0.15261079161491192"/>
          <c:w val="0.71467857641741395"/>
          <c:h val="0.70083008213271469"/>
        </c:manualLayout>
      </c:layout>
      <c:barChart>
        <c:barDir val="col"/>
        <c:grouping val="stacked"/>
        <c:varyColors val="0"/>
        <c:ser>
          <c:idx val="0"/>
          <c:order val="0"/>
          <c:tx>
            <c:strRef>
              <c:f>Feuil1!$B$1</c:f>
              <c:strCache>
                <c:ptCount val="1"/>
                <c:pt idx="0">
                  <c:v>A. Item 1</c:v>
                </c:pt>
              </c:strCache>
            </c:strRef>
          </c:tx>
          <c:spPr>
            <a:solidFill>
              <a:srgbClr val="E31937"/>
            </a:solidFill>
            <a:ln w="19050">
              <a:solidFill>
                <a:schemeClr val="bg1"/>
              </a:solidFill>
            </a:ln>
            <a:effectLst/>
          </c:spPr>
          <c:invertIfNegative val="0"/>
          <c:dLbls>
            <c:dLbl>
              <c:idx val="0"/>
              <c:tx>
                <c:rich>
                  <a:bodyPr/>
                  <a:lstStyle/>
                  <a:p>
                    <a:fld id="{B09B2C91-930F-E249-8497-EF7C336BEE9F}" type="CELLRANGE">
                      <a:rPr lang="fr-FR"/>
                      <a:pPr/>
                      <a:t>[PLAGECELL]</a:t>
                    </a:fld>
                    <a:r>
                      <a:rPr lang="fr-FR" baseline="0"/>
                      <a:t> - </a:t>
                    </a:r>
                    <a:fld id="{953821CB-5314-6449-9E6B-0FF367433D15}"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D68-9F41-BDB9-866F51CCE59E}"/>
                </c:ext>
              </c:extLst>
            </c:dLbl>
            <c:dLbl>
              <c:idx val="1"/>
              <c:tx>
                <c:rich>
                  <a:bodyPr/>
                  <a:lstStyle/>
                  <a:p>
                    <a:fld id="{14969DC8-F5BB-1142-866C-0D37685AA7E1}" type="CELLRANGE">
                      <a:rPr lang="fr-FR"/>
                      <a:pPr/>
                      <a:t>[PLAGECELL]</a:t>
                    </a:fld>
                    <a:r>
                      <a:rPr lang="fr-FR" baseline="0"/>
                      <a:t> - </a:t>
                    </a:r>
                    <a:fld id="{608BDE6B-2AB7-664B-B9AF-1CC656BEC27D}"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D68-9F41-BDB9-866F51CCE59E}"/>
                </c:ext>
              </c:extLst>
            </c:dLbl>
            <c:dLbl>
              <c:idx val="2"/>
              <c:tx>
                <c:rich>
                  <a:bodyPr/>
                  <a:lstStyle/>
                  <a:p>
                    <a:fld id="{05C4FAFA-AEA5-4946-AAD2-E4F1C6587E0A}" type="CELLRANGE">
                      <a:rPr lang="fr-FR"/>
                      <a:pPr/>
                      <a:t>[PLAGECELL]</a:t>
                    </a:fld>
                    <a:r>
                      <a:rPr lang="fr-FR" baseline="0"/>
                      <a:t> - </a:t>
                    </a:r>
                    <a:fld id="{9B19C1F0-806A-2645-94DE-5BB8ADC0DF7D}"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ED68-9F41-BDB9-866F51CCE59E}"/>
                </c:ext>
              </c:extLst>
            </c:dLbl>
            <c:dLbl>
              <c:idx val="3"/>
              <c:tx>
                <c:rich>
                  <a:bodyPr/>
                  <a:lstStyle/>
                  <a:p>
                    <a:fld id="{48FF5084-1D50-8349-B429-FDB68CE6E459}" type="CELLRANGE">
                      <a:rPr lang="fr-FR"/>
                      <a:pPr/>
                      <a:t>[PLAGECELL]</a:t>
                    </a:fld>
                    <a:r>
                      <a:rPr lang="fr-FR" baseline="0"/>
                      <a:t> - </a:t>
                    </a:r>
                    <a:fld id="{AEB864DD-EF78-E740-87F1-58C4628AE3F0}"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ED68-9F41-BDB9-866F51CCE5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eparator> - </c:separator>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Feuil1!$A$2:$A$5</c:f>
              <c:strCache>
                <c:ptCount val="4"/>
                <c:pt idx="0">
                  <c:v>Category Title</c:v>
                </c:pt>
                <c:pt idx="1">
                  <c:v>Category Title</c:v>
                </c:pt>
                <c:pt idx="2">
                  <c:v>Category Title</c:v>
                </c:pt>
                <c:pt idx="3">
                  <c:v>Category Title</c:v>
                </c:pt>
              </c:strCache>
            </c:strRef>
          </c:cat>
          <c:val>
            <c:numRef>
              <c:f>Feuil1!$B$2:$B$5</c:f>
              <c:numCache>
                <c:formatCode>General</c:formatCode>
                <c:ptCount val="4"/>
                <c:pt idx="0">
                  <c:v>6</c:v>
                </c:pt>
                <c:pt idx="1">
                  <c:v>7</c:v>
                </c:pt>
                <c:pt idx="2">
                  <c:v>6</c:v>
                </c:pt>
                <c:pt idx="3">
                  <c:v>6</c:v>
                </c:pt>
              </c:numCache>
            </c:numRef>
          </c:val>
          <c:extLst>
            <c:ext xmlns:c15="http://schemas.microsoft.com/office/drawing/2012/chart" uri="{02D57815-91ED-43cb-92C2-25804820EDAC}">
              <c15:datalabelsRange>
                <c15:f>Feuil1!$B$6:$B$9</c15:f>
                <c15:dlblRangeCache>
                  <c:ptCount val="4"/>
                  <c:pt idx="0">
                    <c:v>A</c:v>
                  </c:pt>
                  <c:pt idx="1">
                    <c:v>A</c:v>
                  </c:pt>
                  <c:pt idx="2">
                    <c:v>A</c:v>
                  </c:pt>
                  <c:pt idx="3">
                    <c:v>A</c:v>
                  </c:pt>
                </c15:dlblRangeCache>
              </c15:datalabelsRange>
            </c:ext>
            <c:ext xmlns:c16="http://schemas.microsoft.com/office/drawing/2014/chart" uri="{C3380CC4-5D6E-409C-BE32-E72D297353CC}">
              <c16:uniqueId val="{00000004-ED68-9F41-BDB9-866F51CCE59E}"/>
            </c:ext>
          </c:extLst>
        </c:ser>
        <c:ser>
          <c:idx val="1"/>
          <c:order val="1"/>
          <c:tx>
            <c:strRef>
              <c:f>Feuil1!$C$1</c:f>
              <c:strCache>
                <c:ptCount val="1"/>
                <c:pt idx="0">
                  <c:v>B. Item 2</c:v>
                </c:pt>
              </c:strCache>
            </c:strRef>
          </c:tx>
          <c:spPr>
            <a:solidFill>
              <a:srgbClr val="991F3D"/>
            </a:solidFill>
            <a:ln w="19050">
              <a:solidFill>
                <a:schemeClr val="bg1"/>
              </a:solidFill>
            </a:ln>
            <a:effectLst/>
          </c:spPr>
          <c:invertIfNegative val="0"/>
          <c:dLbls>
            <c:dLbl>
              <c:idx val="0"/>
              <c:tx>
                <c:rich>
                  <a:bodyPr/>
                  <a:lstStyle/>
                  <a:p>
                    <a:fld id="{3EDB3FC6-4439-C240-86D7-1E8AB82FFD5D}" type="CELLRANGE">
                      <a:rPr lang="fr-FR"/>
                      <a:pPr/>
                      <a:t>[PLAGECELL]</a:t>
                    </a:fld>
                    <a:r>
                      <a:rPr lang="fr-FR" baseline="0"/>
                      <a:t> - </a:t>
                    </a:r>
                    <a:fld id="{044B5ED3-FEAD-A84C-A9AC-77B8ED9FBDC1}"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ED68-9F41-BDB9-866F51CCE59E}"/>
                </c:ext>
              </c:extLst>
            </c:dLbl>
            <c:dLbl>
              <c:idx val="1"/>
              <c:tx>
                <c:rich>
                  <a:bodyPr/>
                  <a:lstStyle/>
                  <a:p>
                    <a:fld id="{7A46FA14-6B7F-4E4F-8650-7855BB5DCE66}" type="CELLRANGE">
                      <a:rPr lang="fr-FR"/>
                      <a:pPr/>
                      <a:t>[PLAGECELL]</a:t>
                    </a:fld>
                    <a:r>
                      <a:rPr lang="fr-FR" baseline="0"/>
                      <a:t> - </a:t>
                    </a:r>
                    <a:fld id="{12D746EA-8E89-3F40-AB1F-35262621B61D}"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ED68-9F41-BDB9-866F51CCE59E}"/>
                </c:ext>
              </c:extLst>
            </c:dLbl>
            <c:dLbl>
              <c:idx val="2"/>
              <c:tx>
                <c:rich>
                  <a:bodyPr/>
                  <a:lstStyle/>
                  <a:p>
                    <a:fld id="{964853DD-F205-C34C-AD6A-DC39A8B554CC}" type="CELLRANGE">
                      <a:rPr lang="fr-FR"/>
                      <a:pPr/>
                      <a:t>[PLAGECELL]</a:t>
                    </a:fld>
                    <a:r>
                      <a:rPr lang="fr-FR" baseline="0"/>
                      <a:t> - </a:t>
                    </a:r>
                    <a:fld id="{75D35F57-BBD3-0549-9C0D-39082416F4A8}"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ED68-9F41-BDB9-866F51CCE59E}"/>
                </c:ext>
              </c:extLst>
            </c:dLbl>
            <c:dLbl>
              <c:idx val="3"/>
              <c:tx>
                <c:rich>
                  <a:bodyPr/>
                  <a:lstStyle/>
                  <a:p>
                    <a:fld id="{CE2CA324-3F2F-6A4B-AC7C-3B6FCCB4E51D}" type="CELLRANGE">
                      <a:rPr lang="fr-FR"/>
                      <a:pPr/>
                      <a:t>[PLAGECELL]</a:t>
                    </a:fld>
                    <a:r>
                      <a:rPr lang="fr-FR" baseline="0"/>
                      <a:t> - </a:t>
                    </a:r>
                    <a:fld id="{0AE9B185-8E90-1344-819A-150504D4FC4C}"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ED68-9F41-BDB9-866F51CCE5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eparator> - </c:separator>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Feuil1!$A$2:$A$5</c:f>
              <c:strCache>
                <c:ptCount val="4"/>
                <c:pt idx="0">
                  <c:v>Category Title</c:v>
                </c:pt>
                <c:pt idx="1">
                  <c:v>Category Title</c:v>
                </c:pt>
                <c:pt idx="2">
                  <c:v>Category Title</c:v>
                </c:pt>
                <c:pt idx="3">
                  <c:v>Category Title</c:v>
                </c:pt>
              </c:strCache>
            </c:strRef>
          </c:cat>
          <c:val>
            <c:numRef>
              <c:f>Feuil1!$C$2:$C$5</c:f>
              <c:numCache>
                <c:formatCode>General</c:formatCode>
                <c:ptCount val="4"/>
                <c:pt idx="0">
                  <c:v>2.4</c:v>
                </c:pt>
                <c:pt idx="1">
                  <c:v>4.4000000000000004</c:v>
                </c:pt>
                <c:pt idx="2">
                  <c:v>1.8</c:v>
                </c:pt>
                <c:pt idx="3">
                  <c:v>2.8</c:v>
                </c:pt>
              </c:numCache>
            </c:numRef>
          </c:val>
          <c:extLst>
            <c:ext xmlns:c15="http://schemas.microsoft.com/office/drawing/2012/chart" uri="{02D57815-91ED-43cb-92C2-25804820EDAC}">
              <c15:datalabelsRange>
                <c15:f>Feuil1!$C$6:$C$9</c15:f>
                <c15:dlblRangeCache>
                  <c:ptCount val="4"/>
                  <c:pt idx="0">
                    <c:v>B</c:v>
                  </c:pt>
                  <c:pt idx="1">
                    <c:v>B</c:v>
                  </c:pt>
                  <c:pt idx="2">
                    <c:v>B</c:v>
                  </c:pt>
                  <c:pt idx="3">
                    <c:v>B</c:v>
                  </c:pt>
                </c15:dlblRangeCache>
              </c15:datalabelsRange>
            </c:ext>
            <c:ext xmlns:c16="http://schemas.microsoft.com/office/drawing/2014/chart" uri="{C3380CC4-5D6E-409C-BE32-E72D297353CC}">
              <c16:uniqueId val="{00000009-ED68-9F41-BDB9-866F51CCE59E}"/>
            </c:ext>
          </c:extLst>
        </c:ser>
        <c:ser>
          <c:idx val="2"/>
          <c:order val="2"/>
          <c:tx>
            <c:strRef>
              <c:f>Feuil1!$D$1</c:f>
              <c:strCache>
                <c:ptCount val="1"/>
                <c:pt idx="0">
                  <c:v>C. Item 3</c:v>
                </c:pt>
              </c:strCache>
            </c:strRef>
          </c:tx>
          <c:spPr>
            <a:solidFill>
              <a:srgbClr val="650A21"/>
            </a:solidFill>
            <a:ln w="19050">
              <a:solidFill>
                <a:schemeClr val="bg1"/>
              </a:solidFill>
            </a:ln>
            <a:effectLst/>
          </c:spPr>
          <c:invertIfNegative val="0"/>
          <c:dLbls>
            <c:dLbl>
              <c:idx val="0"/>
              <c:tx>
                <c:rich>
                  <a:bodyPr/>
                  <a:lstStyle/>
                  <a:p>
                    <a:fld id="{3370F7F6-5B4C-5E49-BB7D-40C470612026}" type="CELLRANGE">
                      <a:rPr lang="fr-FR"/>
                      <a:pPr/>
                      <a:t>[PLAGECELL]</a:t>
                    </a:fld>
                    <a:r>
                      <a:rPr lang="fr-FR" baseline="0"/>
                      <a:t> - </a:t>
                    </a:r>
                    <a:fld id="{11ED81D4-0D65-384B-A434-E829F9146267}"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ED68-9F41-BDB9-866F51CCE59E}"/>
                </c:ext>
              </c:extLst>
            </c:dLbl>
            <c:dLbl>
              <c:idx val="1"/>
              <c:tx>
                <c:rich>
                  <a:bodyPr/>
                  <a:lstStyle/>
                  <a:p>
                    <a:fld id="{5CE04C59-9D6D-B040-977D-FEDDAC5980D2}" type="CELLRANGE">
                      <a:rPr lang="fr-FR"/>
                      <a:pPr/>
                      <a:t>[PLAGECELL]</a:t>
                    </a:fld>
                    <a:r>
                      <a:rPr lang="fr-FR" baseline="0"/>
                      <a:t> - </a:t>
                    </a:r>
                    <a:fld id="{74449674-C5DD-244B-8029-824B33F0D814}"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ED68-9F41-BDB9-866F51CCE59E}"/>
                </c:ext>
              </c:extLst>
            </c:dLbl>
            <c:dLbl>
              <c:idx val="2"/>
              <c:tx>
                <c:rich>
                  <a:bodyPr/>
                  <a:lstStyle/>
                  <a:p>
                    <a:fld id="{202192B1-BD55-7E4A-A91E-6E14AACF0333}" type="CELLRANGE">
                      <a:rPr lang="fr-FR"/>
                      <a:pPr/>
                      <a:t>[PLAGECELL]</a:t>
                    </a:fld>
                    <a:r>
                      <a:rPr lang="fr-FR" baseline="0"/>
                      <a:t> - </a:t>
                    </a:r>
                    <a:fld id="{23A10109-F50A-AF44-8890-584399A3574D}"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ED68-9F41-BDB9-866F51CCE59E}"/>
                </c:ext>
              </c:extLst>
            </c:dLbl>
            <c:dLbl>
              <c:idx val="3"/>
              <c:tx>
                <c:rich>
                  <a:bodyPr/>
                  <a:lstStyle/>
                  <a:p>
                    <a:fld id="{6858D743-1133-A64D-97A2-60B756069B0C}" type="CELLRANGE">
                      <a:rPr lang="fr-FR"/>
                      <a:pPr/>
                      <a:t>[PLAGECELL]</a:t>
                    </a:fld>
                    <a:r>
                      <a:rPr lang="fr-FR" baseline="0"/>
                      <a:t> - </a:t>
                    </a:r>
                    <a:fld id="{FA416845-D3E2-0540-A521-96FD8D604FDA}"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ED68-9F41-BDB9-866F51CCE5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eparator> - </c:separator>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Feuil1!$A$2:$A$5</c:f>
              <c:strCache>
                <c:ptCount val="4"/>
                <c:pt idx="0">
                  <c:v>Category Title</c:v>
                </c:pt>
                <c:pt idx="1">
                  <c:v>Category Title</c:v>
                </c:pt>
                <c:pt idx="2">
                  <c:v>Category Title</c:v>
                </c:pt>
                <c:pt idx="3">
                  <c:v>Category Title</c:v>
                </c:pt>
              </c:strCache>
            </c:strRef>
          </c:cat>
          <c:val>
            <c:numRef>
              <c:f>Feuil1!$D$2:$D$5</c:f>
              <c:numCache>
                <c:formatCode>General</c:formatCode>
                <c:ptCount val="4"/>
                <c:pt idx="0">
                  <c:v>2</c:v>
                </c:pt>
                <c:pt idx="1">
                  <c:v>2</c:v>
                </c:pt>
                <c:pt idx="2">
                  <c:v>3</c:v>
                </c:pt>
                <c:pt idx="3">
                  <c:v>5</c:v>
                </c:pt>
              </c:numCache>
            </c:numRef>
          </c:val>
          <c:extLst>
            <c:ext xmlns:c15="http://schemas.microsoft.com/office/drawing/2012/chart" uri="{02D57815-91ED-43cb-92C2-25804820EDAC}">
              <c15:datalabelsRange>
                <c15:f>Feuil1!$D$6:$D$9</c15:f>
                <c15:dlblRangeCache>
                  <c:ptCount val="4"/>
                  <c:pt idx="0">
                    <c:v>C</c:v>
                  </c:pt>
                  <c:pt idx="1">
                    <c:v>C</c:v>
                  </c:pt>
                  <c:pt idx="2">
                    <c:v>C</c:v>
                  </c:pt>
                  <c:pt idx="3">
                    <c:v>C</c:v>
                  </c:pt>
                </c15:dlblRangeCache>
              </c15:datalabelsRange>
            </c:ext>
            <c:ext xmlns:c16="http://schemas.microsoft.com/office/drawing/2014/chart" uri="{C3380CC4-5D6E-409C-BE32-E72D297353CC}">
              <c16:uniqueId val="{0000000E-ED68-9F41-BDB9-866F51CCE59E}"/>
            </c:ext>
          </c:extLst>
        </c:ser>
        <c:ser>
          <c:idx val="3"/>
          <c:order val="3"/>
          <c:tx>
            <c:strRef>
              <c:f>Feuil1!$E$1</c:f>
              <c:strCache>
                <c:ptCount val="1"/>
                <c:pt idx="0">
                  <c:v>D. Item 4</c:v>
                </c:pt>
              </c:strCache>
            </c:strRef>
          </c:tx>
          <c:spPr>
            <a:solidFill>
              <a:srgbClr val="9E83F5"/>
            </a:solidFill>
            <a:ln w="19050">
              <a:solidFill>
                <a:schemeClr val="bg1"/>
              </a:solidFill>
            </a:ln>
            <a:effectLst/>
          </c:spPr>
          <c:invertIfNegative val="0"/>
          <c:dLbls>
            <c:dLbl>
              <c:idx val="0"/>
              <c:tx>
                <c:rich>
                  <a:bodyPr/>
                  <a:lstStyle/>
                  <a:p>
                    <a:fld id="{D4FEFBFE-6792-EB47-9D64-59566DB430CB}" type="CELLRANGE">
                      <a:rPr lang="fr-FR"/>
                      <a:pPr/>
                      <a:t>[PLAGECELL]</a:t>
                    </a:fld>
                    <a:r>
                      <a:rPr lang="fr-FR" baseline="0"/>
                      <a:t> - </a:t>
                    </a:r>
                    <a:fld id="{455DDD29-1B74-DB43-99B7-05A3A2C41D8A}"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ED68-9F41-BDB9-866F51CCE59E}"/>
                </c:ext>
              </c:extLst>
            </c:dLbl>
            <c:dLbl>
              <c:idx val="1"/>
              <c:tx>
                <c:rich>
                  <a:bodyPr/>
                  <a:lstStyle/>
                  <a:p>
                    <a:fld id="{15769812-3AFF-8342-911B-2EA9DEB12E6A}" type="CELLRANGE">
                      <a:rPr lang="fr-FR"/>
                      <a:pPr/>
                      <a:t>[PLAGECELL]</a:t>
                    </a:fld>
                    <a:r>
                      <a:rPr lang="fr-FR" baseline="0"/>
                      <a:t> - </a:t>
                    </a:r>
                    <a:fld id="{CCA74496-3458-B648-8B63-A26699000308}"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ED68-9F41-BDB9-866F51CCE59E}"/>
                </c:ext>
              </c:extLst>
            </c:dLbl>
            <c:dLbl>
              <c:idx val="2"/>
              <c:tx>
                <c:rich>
                  <a:bodyPr/>
                  <a:lstStyle/>
                  <a:p>
                    <a:fld id="{86614446-AEB5-5E40-8A87-3F2E823F0611}" type="CELLRANGE">
                      <a:rPr lang="fr-FR"/>
                      <a:pPr/>
                      <a:t>[PLAGECELL]</a:t>
                    </a:fld>
                    <a:r>
                      <a:rPr lang="fr-FR" baseline="0"/>
                      <a:t> - </a:t>
                    </a:r>
                    <a:fld id="{0A55770A-4E97-B747-A1B0-29F390006D70}"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ED68-9F41-BDB9-866F51CCE59E}"/>
                </c:ext>
              </c:extLst>
            </c:dLbl>
            <c:dLbl>
              <c:idx val="3"/>
              <c:tx>
                <c:rich>
                  <a:bodyPr/>
                  <a:lstStyle/>
                  <a:p>
                    <a:fld id="{5AAA5F95-4D6A-8E47-929A-C6CACA2E05E6}" type="CELLRANGE">
                      <a:rPr lang="fr-FR"/>
                      <a:pPr/>
                      <a:t>[PLAGECELL]</a:t>
                    </a:fld>
                    <a:r>
                      <a:rPr lang="fr-FR" baseline="0"/>
                      <a:t> - </a:t>
                    </a:r>
                    <a:fld id="{002F9290-D0E6-334A-9ABB-A8364CC96653}"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ED68-9F41-BDB9-866F51CCE5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eparator> - </c:separator>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Feuil1!$A$2:$A$5</c:f>
              <c:strCache>
                <c:ptCount val="4"/>
                <c:pt idx="0">
                  <c:v>Category Title</c:v>
                </c:pt>
                <c:pt idx="1">
                  <c:v>Category Title</c:v>
                </c:pt>
                <c:pt idx="2">
                  <c:v>Category Title</c:v>
                </c:pt>
                <c:pt idx="3">
                  <c:v>Category Title</c:v>
                </c:pt>
              </c:strCache>
            </c:strRef>
          </c:cat>
          <c:val>
            <c:numRef>
              <c:f>Feuil1!$E$2:$E$5</c:f>
              <c:numCache>
                <c:formatCode>General</c:formatCode>
                <c:ptCount val="4"/>
                <c:pt idx="0">
                  <c:v>4</c:v>
                </c:pt>
                <c:pt idx="1">
                  <c:v>4</c:v>
                </c:pt>
                <c:pt idx="2">
                  <c:v>4</c:v>
                </c:pt>
                <c:pt idx="3">
                  <c:v>4</c:v>
                </c:pt>
              </c:numCache>
            </c:numRef>
          </c:val>
          <c:extLst>
            <c:ext xmlns:c15="http://schemas.microsoft.com/office/drawing/2012/chart" uri="{02D57815-91ED-43cb-92C2-25804820EDAC}">
              <c15:datalabelsRange>
                <c15:f>Feuil1!$E$6:$E$9</c15:f>
                <c15:dlblRangeCache>
                  <c:ptCount val="4"/>
                  <c:pt idx="0">
                    <c:v>D</c:v>
                  </c:pt>
                  <c:pt idx="1">
                    <c:v>D</c:v>
                  </c:pt>
                  <c:pt idx="2">
                    <c:v>D</c:v>
                  </c:pt>
                  <c:pt idx="3">
                    <c:v>D</c:v>
                  </c:pt>
                </c15:dlblRangeCache>
              </c15:datalabelsRange>
            </c:ext>
            <c:ext xmlns:c16="http://schemas.microsoft.com/office/drawing/2014/chart" uri="{C3380CC4-5D6E-409C-BE32-E72D297353CC}">
              <c16:uniqueId val="{00000013-ED68-9F41-BDB9-866F51CCE59E}"/>
            </c:ext>
          </c:extLst>
        </c:ser>
        <c:ser>
          <c:idx val="4"/>
          <c:order val="4"/>
          <c:tx>
            <c:strRef>
              <c:f>Feuil1!$F$1</c:f>
              <c:strCache>
                <c:ptCount val="1"/>
                <c:pt idx="0">
                  <c:v>E. Item 5</c:v>
                </c:pt>
              </c:strCache>
            </c:strRef>
          </c:tx>
          <c:spPr>
            <a:solidFill>
              <a:srgbClr val="5236AB"/>
            </a:solidFill>
            <a:ln w="19050">
              <a:solidFill>
                <a:schemeClr val="bg1"/>
              </a:solidFill>
            </a:ln>
            <a:effectLst/>
          </c:spPr>
          <c:invertIfNegative val="0"/>
          <c:dLbls>
            <c:dLbl>
              <c:idx val="0"/>
              <c:tx>
                <c:rich>
                  <a:bodyPr/>
                  <a:lstStyle/>
                  <a:p>
                    <a:fld id="{D66656C8-3BF0-FC42-8C11-B8337AAE0187}" type="CELLRANGE">
                      <a:rPr lang="fr-FR"/>
                      <a:pPr/>
                      <a:t>[PLAGECELL]</a:t>
                    </a:fld>
                    <a:r>
                      <a:rPr lang="fr-FR" baseline="0"/>
                      <a:t> - </a:t>
                    </a:r>
                    <a:fld id="{62E383B9-441C-6648-84BE-C3EDDD28DE2F}"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ED68-9F41-BDB9-866F51CCE59E}"/>
                </c:ext>
              </c:extLst>
            </c:dLbl>
            <c:dLbl>
              <c:idx val="1"/>
              <c:tx>
                <c:rich>
                  <a:bodyPr/>
                  <a:lstStyle/>
                  <a:p>
                    <a:fld id="{21D4ED89-287E-264B-BBFE-A713853ADDA4}" type="CELLRANGE">
                      <a:rPr lang="fr-FR"/>
                      <a:pPr/>
                      <a:t>[PLAGECELL]</a:t>
                    </a:fld>
                    <a:r>
                      <a:rPr lang="fr-FR" baseline="0"/>
                      <a:t> - </a:t>
                    </a:r>
                    <a:fld id="{BCCBB6B8-9524-9442-9A4D-04F98D336D54}"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ED68-9F41-BDB9-866F51CCE59E}"/>
                </c:ext>
              </c:extLst>
            </c:dLbl>
            <c:dLbl>
              <c:idx val="2"/>
              <c:tx>
                <c:rich>
                  <a:bodyPr/>
                  <a:lstStyle/>
                  <a:p>
                    <a:fld id="{BBC7A927-101E-2143-B42C-42B2EA70CC4F}" type="CELLRANGE">
                      <a:rPr lang="fr-FR"/>
                      <a:pPr/>
                      <a:t>[PLAGECELL]</a:t>
                    </a:fld>
                    <a:r>
                      <a:rPr lang="fr-FR" baseline="0"/>
                      <a:t> - </a:t>
                    </a:r>
                    <a:fld id="{6A205722-62F8-9142-99F0-B2D1A8E1443D}"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ED68-9F41-BDB9-866F51CCE59E}"/>
                </c:ext>
              </c:extLst>
            </c:dLbl>
            <c:dLbl>
              <c:idx val="3"/>
              <c:tx>
                <c:rich>
                  <a:bodyPr/>
                  <a:lstStyle/>
                  <a:p>
                    <a:fld id="{6405E780-CB46-E046-AB40-1E7AA36801F9}" type="CELLRANGE">
                      <a:rPr lang="fr-FR"/>
                      <a:pPr/>
                      <a:t>[PLAGECELL]</a:t>
                    </a:fld>
                    <a:r>
                      <a:rPr lang="fr-FR" baseline="0"/>
                      <a:t> - </a:t>
                    </a:r>
                    <a:fld id="{9E0C4335-76D4-9446-8F0F-B69686024166}"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ED68-9F41-BDB9-866F51CCE5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eparator> - </c:separator>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Feuil1!$A$2:$A$5</c:f>
              <c:strCache>
                <c:ptCount val="4"/>
                <c:pt idx="0">
                  <c:v>Category Title</c:v>
                </c:pt>
                <c:pt idx="1">
                  <c:v>Category Title</c:v>
                </c:pt>
                <c:pt idx="2">
                  <c:v>Category Title</c:v>
                </c:pt>
                <c:pt idx="3">
                  <c:v>Category Title</c:v>
                </c:pt>
              </c:strCache>
            </c:strRef>
          </c:cat>
          <c:val>
            <c:numRef>
              <c:f>Feuil1!$F$2:$F$5</c:f>
              <c:numCache>
                <c:formatCode>General</c:formatCode>
                <c:ptCount val="4"/>
                <c:pt idx="0">
                  <c:v>5</c:v>
                </c:pt>
                <c:pt idx="1">
                  <c:v>5</c:v>
                </c:pt>
                <c:pt idx="2">
                  <c:v>5</c:v>
                </c:pt>
                <c:pt idx="3">
                  <c:v>5</c:v>
                </c:pt>
              </c:numCache>
            </c:numRef>
          </c:val>
          <c:extLst>
            <c:ext xmlns:c15="http://schemas.microsoft.com/office/drawing/2012/chart" uri="{02D57815-91ED-43cb-92C2-25804820EDAC}">
              <c15:datalabelsRange>
                <c15:f>Feuil1!$F$6:$F$9</c15:f>
                <c15:dlblRangeCache>
                  <c:ptCount val="4"/>
                  <c:pt idx="0">
                    <c:v>E</c:v>
                  </c:pt>
                  <c:pt idx="1">
                    <c:v>E</c:v>
                  </c:pt>
                  <c:pt idx="2">
                    <c:v>E</c:v>
                  </c:pt>
                  <c:pt idx="3">
                    <c:v>E</c:v>
                  </c:pt>
                </c15:dlblRangeCache>
              </c15:datalabelsRange>
            </c:ext>
            <c:ext xmlns:c16="http://schemas.microsoft.com/office/drawing/2014/chart" uri="{C3380CC4-5D6E-409C-BE32-E72D297353CC}">
              <c16:uniqueId val="{00000018-ED68-9F41-BDB9-866F51CCE59E}"/>
            </c:ext>
          </c:extLst>
        </c:ser>
        <c:ser>
          <c:idx val="5"/>
          <c:order val="5"/>
          <c:tx>
            <c:strRef>
              <c:f>Feuil1!$G$1</c:f>
              <c:strCache>
                <c:ptCount val="1"/>
                <c:pt idx="0">
                  <c:v>F Item 6</c:v>
                </c:pt>
              </c:strCache>
            </c:strRef>
          </c:tx>
          <c:spPr>
            <a:solidFill>
              <a:srgbClr val="200A58"/>
            </a:solidFill>
            <a:ln w="19050">
              <a:solidFill>
                <a:schemeClr val="bg1"/>
              </a:solidFill>
            </a:ln>
            <a:effectLst/>
          </c:spPr>
          <c:invertIfNegative val="0"/>
          <c:dLbls>
            <c:dLbl>
              <c:idx val="0"/>
              <c:tx>
                <c:rich>
                  <a:bodyPr/>
                  <a:lstStyle/>
                  <a:p>
                    <a:fld id="{67B9F11C-A58A-F546-97D1-AC7F541D676C}" type="CELLRANGE">
                      <a:rPr lang="fr-FR"/>
                      <a:pPr/>
                      <a:t>[PLAGECELL]</a:t>
                    </a:fld>
                    <a:r>
                      <a:rPr lang="fr-FR" baseline="0"/>
                      <a:t> - </a:t>
                    </a:r>
                    <a:fld id="{8E87B63B-A6D4-B043-9A45-535FDC8C5C27}"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ED68-9F41-BDB9-866F51CCE59E}"/>
                </c:ext>
              </c:extLst>
            </c:dLbl>
            <c:dLbl>
              <c:idx val="1"/>
              <c:tx>
                <c:rich>
                  <a:bodyPr/>
                  <a:lstStyle/>
                  <a:p>
                    <a:fld id="{E927FDD5-40CB-CC4D-9869-634E1A25F1C3}" type="CELLRANGE">
                      <a:rPr lang="fr-FR"/>
                      <a:pPr/>
                      <a:t>[PLAGECELL]</a:t>
                    </a:fld>
                    <a:r>
                      <a:rPr lang="fr-FR" baseline="0"/>
                      <a:t> - </a:t>
                    </a:r>
                    <a:fld id="{CBEBD034-47F8-A04A-A9B5-DC3AE1754AF4}"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ED68-9F41-BDB9-866F51CCE59E}"/>
                </c:ext>
              </c:extLst>
            </c:dLbl>
            <c:dLbl>
              <c:idx val="2"/>
              <c:tx>
                <c:rich>
                  <a:bodyPr/>
                  <a:lstStyle/>
                  <a:p>
                    <a:fld id="{978DAE05-6EE1-0A45-AC71-82229A4130E9}" type="CELLRANGE">
                      <a:rPr lang="fr-FR"/>
                      <a:pPr/>
                      <a:t>[PLAGECELL]</a:t>
                    </a:fld>
                    <a:r>
                      <a:rPr lang="fr-FR" baseline="0"/>
                      <a:t> - </a:t>
                    </a:r>
                    <a:fld id="{D079D3D7-ED15-5842-A90C-18C762B2ACD6}"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ED68-9F41-BDB9-866F51CCE59E}"/>
                </c:ext>
              </c:extLst>
            </c:dLbl>
            <c:dLbl>
              <c:idx val="3"/>
              <c:tx>
                <c:rich>
                  <a:bodyPr/>
                  <a:lstStyle/>
                  <a:p>
                    <a:fld id="{7C207723-7FE6-9047-B92E-6675071BE0C4}" type="CELLRANGE">
                      <a:rPr lang="fr-FR"/>
                      <a:pPr/>
                      <a:t>[PLAGECELL]</a:t>
                    </a:fld>
                    <a:r>
                      <a:rPr lang="fr-FR" baseline="0"/>
                      <a:t> - </a:t>
                    </a:r>
                    <a:fld id="{73413D68-1F48-9D41-BFD5-2687B47D7982}" type="VALUE">
                      <a:rPr lang="fr-FR" baseline="0"/>
                      <a:pPr/>
                      <a:t>[VALEUR]</a:t>
                    </a:fld>
                    <a:endParaRPr lang="fr-FR" baseline="0"/>
                  </a:p>
                </c:rich>
              </c:tx>
              <c:showLegendKey val="0"/>
              <c:showVal val="1"/>
              <c:showCatName val="0"/>
              <c:showSerName val="0"/>
              <c:showPercent val="0"/>
              <c:showBubbleSize val="0"/>
              <c:separator> -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C-ED68-9F41-BDB9-866F51CCE5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eparator> - </c:separator>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Feuil1!$A$2:$A$5</c:f>
              <c:strCache>
                <c:ptCount val="4"/>
                <c:pt idx="0">
                  <c:v>Category Title</c:v>
                </c:pt>
                <c:pt idx="1">
                  <c:v>Category Title</c:v>
                </c:pt>
                <c:pt idx="2">
                  <c:v>Category Title</c:v>
                </c:pt>
                <c:pt idx="3">
                  <c:v>Category Title</c:v>
                </c:pt>
              </c:strCache>
            </c:strRef>
          </c:cat>
          <c:val>
            <c:numRef>
              <c:f>Feuil1!$G$2:$G$5</c:f>
              <c:numCache>
                <c:formatCode>General</c:formatCode>
                <c:ptCount val="4"/>
                <c:pt idx="0">
                  <c:v>4</c:v>
                </c:pt>
                <c:pt idx="1">
                  <c:v>3</c:v>
                </c:pt>
                <c:pt idx="2">
                  <c:v>3.5</c:v>
                </c:pt>
                <c:pt idx="3">
                  <c:v>3</c:v>
                </c:pt>
              </c:numCache>
            </c:numRef>
          </c:val>
          <c:extLst>
            <c:ext xmlns:c15="http://schemas.microsoft.com/office/drawing/2012/chart" uri="{02D57815-91ED-43cb-92C2-25804820EDAC}">
              <c15:datalabelsRange>
                <c15:f>Feuil1!$G$6:$G$9</c15:f>
                <c15:dlblRangeCache>
                  <c:ptCount val="4"/>
                  <c:pt idx="0">
                    <c:v>F</c:v>
                  </c:pt>
                  <c:pt idx="1">
                    <c:v>F</c:v>
                  </c:pt>
                  <c:pt idx="2">
                    <c:v>F</c:v>
                  </c:pt>
                  <c:pt idx="3">
                    <c:v>F</c:v>
                  </c:pt>
                </c15:dlblRangeCache>
              </c15:datalabelsRange>
            </c:ext>
            <c:ext xmlns:c16="http://schemas.microsoft.com/office/drawing/2014/chart" uri="{C3380CC4-5D6E-409C-BE32-E72D297353CC}">
              <c16:uniqueId val="{0000001D-ED68-9F41-BDB9-866F51CCE59E}"/>
            </c:ext>
          </c:extLst>
        </c:ser>
        <c:dLbls>
          <c:showLegendKey val="0"/>
          <c:showVal val="1"/>
          <c:showCatName val="0"/>
          <c:showSerName val="0"/>
          <c:showPercent val="0"/>
          <c:showBubbleSize val="0"/>
        </c:dLbls>
        <c:gapWidth val="95"/>
        <c:overlap val="100"/>
        <c:axId val="605984264"/>
        <c:axId val="605992104"/>
      </c:barChart>
      <c:catAx>
        <c:axId val="605984264"/>
        <c:scaling>
          <c:orientation val="minMax"/>
        </c:scaling>
        <c:delete val="0"/>
        <c:axPos val="b"/>
        <c:title>
          <c:tx>
            <c:rich>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r>
                  <a:rPr lang="en-US"/>
                  <a:t>Axis title</a:t>
                </a:r>
              </a:p>
            </c:rich>
          </c:tx>
          <c:layout>
            <c:manualLayout>
              <c:xMode val="edge"/>
              <c:yMode val="edge"/>
              <c:x val="0.39630213459335478"/>
              <c:y val="0.92597287048639421"/>
            </c:manualLayout>
          </c:layout>
          <c:overlay val="0"/>
          <c:spPr>
            <a:noFill/>
            <a:ln>
              <a:noFill/>
            </a:ln>
            <a:effectLst/>
          </c:spPr>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rgbClr val="CCCCCC"/>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crossAx val="605992104"/>
        <c:crosses val="autoZero"/>
        <c:auto val="1"/>
        <c:lblAlgn val="ctr"/>
        <c:lblOffset val="100"/>
        <c:noMultiLvlLbl val="0"/>
      </c:catAx>
      <c:valAx>
        <c:axId val="605992104"/>
        <c:scaling>
          <c:orientation val="minMax"/>
        </c:scaling>
        <c:delete val="1"/>
        <c:axPos val="l"/>
        <c:majorGridlines>
          <c:spPr>
            <a:ln w="12700" cap="flat" cmpd="sng" algn="ctr">
              <a:solidFill>
                <a:srgbClr val="CCCCCC"/>
              </a:solidFill>
              <a:round/>
            </a:ln>
            <a:effectLst/>
          </c:spPr>
        </c:majorGridlines>
        <c:title>
          <c:tx>
            <c:rich>
              <a:bodyPr rot="-5400000" spcFirstLastPara="1" vertOverflow="ellipsis" vert="horz" wrap="square" anchor="ctr" anchorCtr="1"/>
              <a:lstStyle/>
              <a:p>
                <a:pPr>
                  <a:defRPr sz="1200" b="0" i="0" u="none" strike="noStrike" kern="1200" baseline="0">
                    <a:solidFill>
                      <a:srgbClr val="000000"/>
                    </a:solidFill>
                    <a:latin typeface="+mn-lt"/>
                    <a:ea typeface="+mn-ea"/>
                    <a:cs typeface="+mn-cs"/>
                  </a:defRPr>
                </a:pPr>
                <a:r>
                  <a:rPr lang="en-US"/>
                  <a:t>Axis title</a:t>
                </a:r>
              </a:p>
            </c:rich>
          </c:tx>
          <c:layout>
            <c:manualLayout>
              <c:xMode val="edge"/>
              <c:yMode val="edge"/>
              <c:x val="3.2663161249292999E-2"/>
              <c:y val="0.40683392338292668"/>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title>
        <c:numFmt formatCode="General" sourceLinked="1"/>
        <c:majorTickMark val="out"/>
        <c:minorTickMark val="none"/>
        <c:tickLblPos val="nextTo"/>
        <c:crossAx val="605984264"/>
        <c:crosses val="autoZero"/>
        <c:crossBetween val="between"/>
      </c:valAx>
      <c:spPr>
        <a:noFill/>
        <a:ln w="25400">
          <a:noFill/>
        </a:ln>
        <a:effectLst/>
      </c:spPr>
    </c:plotArea>
    <c:legend>
      <c:legendPos val="r"/>
      <c:legendEntry>
        <c:idx val="0"/>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egendEntry>
        <c:idx val="2"/>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egendEntry>
        <c:idx val="3"/>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egendEntry>
        <c:idx val="4"/>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egendEntry>
        <c:idx val="5"/>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ayout>
        <c:manualLayout>
          <c:xMode val="edge"/>
          <c:yMode val="edge"/>
          <c:x val="0.84391858493188354"/>
          <c:y val="0.14307092086039627"/>
          <c:w val="9.1074147269731148E-2"/>
          <c:h val="0.69208800949916005"/>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CA"/>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r>
              <a:rPr lang="en-US" sz="1800" b="0">
                <a:solidFill>
                  <a:schemeClr val="tx1"/>
                </a:solidFill>
              </a:rPr>
              <a:t>Chart title here</a:t>
            </a:r>
          </a:p>
        </c:rich>
      </c:tx>
      <c:layout>
        <c:manualLayout>
          <c:xMode val="edge"/>
          <c:yMode val="edge"/>
          <c:x val="0.37134957434258697"/>
          <c:y val="4.7209686666751217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3161918509713116"/>
          <c:y val="0.15834378185669859"/>
          <c:w val="0.64585139800493063"/>
          <c:h val="0.68848472868315369"/>
        </c:manualLayout>
      </c:layout>
      <c:barChart>
        <c:barDir val="col"/>
        <c:grouping val="clustered"/>
        <c:varyColors val="0"/>
        <c:ser>
          <c:idx val="0"/>
          <c:order val="0"/>
          <c:tx>
            <c:strRef>
              <c:f>Sheet1!$B$1</c:f>
              <c:strCache>
                <c:ptCount val="1"/>
                <c:pt idx="0">
                  <c:v>A. Item 1</c:v>
                </c:pt>
              </c:strCache>
            </c:strRef>
          </c:tx>
          <c:spPr>
            <a:solidFill>
              <a:srgbClr val="200A58"/>
            </a:solidFill>
            <a:ln w="19050">
              <a:solidFill>
                <a:schemeClr val="bg1"/>
              </a:solidFill>
            </a:ln>
            <a:effectLst/>
          </c:spPr>
          <c:invertIfNegative val="0"/>
          <c:dLbls>
            <c:dLbl>
              <c:idx val="0"/>
              <c:tx>
                <c:rich>
                  <a:bodyPr/>
                  <a:lstStyle/>
                  <a:p>
                    <a:fld id="{4A1DC851-51E0-0449-A51A-754A9566DE00}"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10</c:v>
                </c:pt>
              </c:numCache>
            </c:numRef>
          </c:val>
          <c:extLst>
            <c:ext xmlns:c15="http://schemas.microsoft.com/office/drawing/2012/chart" uri="{02D57815-91ED-43cb-92C2-25804820EDAC}">
              <c15:datalabelsRange>
                <c15:f>Sheet1!$B$3</c15:f>
                <c15:dlblRangeCache>
                  <c:ptCount val="1"/>
                  <c:pt idx="0">
                    <c:v>A</c:v>
                  </c:pt>
                </c15:dlblRangeCache>
              </c15:datalabelsRange>
            </c:ext>
            <c:ext xmlns:c16="http://schemas.microsoft.com/office/drawing/2014/chart" uri="{C3380CC4-5D6E-409C-BE32-E72D297353CC}">
              <c16:uniqueId val="{00000000-AC91-CD4A-8E6B-907E284C2608}"/>
            </c:ext>
          </c:extLst>
        </c:ser>
        <c:ser>
          <c:idx val="1"/>
          <c:order val="1"/>
          <c:tx>
            <c:strRef>
              <c:f>Sheet1!$C$1</c:f>
              <c:strCache>
                <c:ptCount val="1"/>
                <c:pt idx="0">
                  <c:v>B. Item 2</c:v>
                </c:pt>
              </c:strCache>
            </c:strRef>
          </c:tx>
          <c:spPr>
            <a:solidFill>
              <a:srgbClr val="5236AB"/>
            </a:solidFill>
            <a:ln w="19050">
              <a:solidFill>
                <a:schemeClr val="bg1"/>
              </a:solidFill>
            </a:ln>
            <a:effectLst/>
          </c:spPr>
          <c:invertIfNegative val="0"/>
          <c:dLbls>
            <c:dLbl>
              <c:idx val="0"/>
              <c:tx>
                <c:rich>
                  <a:bodyPr/>
                  <a:lstStyle/>
                  <a:p>
                    <a:fld id="{B2F60EBD-611D-444A-8D6C-2B65714894AA}"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15</c:v>
                </c:pt>
              </c:numCache>
            </c:numRef>
          </c:val>
          <c:extLst>
            <c:ext xmlns:c15="http://schemas.microsoft.com/office/drawing/2012/chart" uri="{02D57815-91ED-43cb-92C2-25804820EDAC}">
              <c15:datalabelsRange>
                <c15:f>Sheet1!$C$3</c15:f>
                <c15:dlblRangeCache>
                  <c:ptCount val="1"/>
                  <c:pt idx="0">
                    <c:v>B </c:v>
                  </c:pt>
                </c15:dlblRangeCache>
              </c15:datalabelsRange>
            </c:ext>
            <c:ext xmlns:c16="http://schemas.microsoft.com/office/drawing/2014/chart" uri="{C3380CC4-5D6E-409C-BE32-E72D297353CC}">
              <c16:uniqueId val="{00000001-AC91-CD4A-8E6B-907E284C2608}"/>
            </c:ext>
          </c:extLst>
        </c:ser>
        <c:ser>
          <c:idx val="2"/>
          <c:order val="2"/>
          <c:tx>
            <c:strRef>
              <c:f>Sheet1!$D$1</c:f>
              <c:strCache>
                <c:ptCount val="1"/>
                <c:pt idx="0">
                  <c:v>C. Item 3</c:v>
                </c:pt>
              </c:strCache>
            </c:strRef>
          </c:tx>
          <c:spPr>
            <a:solidFill>
              <a:srgbClr val="6E3FED"/>
            </a:solidFill>
            <a:ln w="19050">
              <a:solidFill>
                <a:schemeClr val="bg1"/>
              </a:solidFill>
            </a:ln>
            <a:effectLst/>
          </c:spPr>
          <c:invertIfNegative val="0"/>
          <c:dLbls>
            <c:dLbl>
              <c:idx val="0"/>
              <c:tx>
                <c:rich>
                  <a:bodyPr/>
                  <a:lstStyle/>
                  <a:p>
                    <a:fld id="{4621BF19-4744-0F40-8EE2-CF6F893041AE}"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General</c:formatCode>
                <c:ptCount val="1"/>
                <c:pt idx="0">
                  <c:v>20</c:v>
                </c:pt>
              </c:numCache>
            </c:numRef>
          </c:val>
          <c:extLst>
            <c:ext xmlns:c15="http://schemas.microsoft.com/office/drawing/2012/chart" uri="{02D57815-91ED-43cb-92C2-25804820EDAC}">
              <c15:datalabelsRange>
                <c15:f>Sheet1!$D$3</c15:f>
                <c15:dlblRangeCache>
                  <c:ptCount val="1"/>
                  <c:pt idx="0">
                    <c:v>C</c:v>
                  </c:pt>
                </c15:dlblRangeCache>
              </c15:datalabelsRange>
            </c:ext>
            <c:ext xmlns:c16="http://schemas.microsoft.com/office/drawing/2014/chart" uri="{C3380CC4-5D6E-409C-BE32-E72D297353CC}">
              <c16:uniqueId val="{00000002-AC91-CD4A-8E6B-907E284C2608}"/>
            </c:ext>
          </c:extLst>
        </c:ser>
        <c:ser>
          <c:idx val="3"/>
          <c:order val="3"/>
          <c:tx>
            <c:strRef>
              <c:f>Sheet1!$E$1</c:f>
              <c:strCache>
                <c:ptCount val="1"/>
                <c:pt idx="0">
                  <c:v>D. Item 4</c:v>
                </c:pt>
              </c:strCache>
            </c:strRef>
          </c:tx>
          <c:spPr>
            <a:solidFill>
              <a:srgbClr val="9E83F5"/>
            </a:solidFill>
            <a:ln w="19050">
              <a:solidFill>
                <a:schemeClr val="bg1"/>
              </a:solidFill>
            </a:ln>
            <a:effectLst/>
          </c:spPr>
          <c:invertIfNegative val="0"/>
          <c:dLbls>
            <c:dLbl>
              <c:idx val="0"/>
              <c:tx>
                <c:rich>
                  <a:bodyPr/>
                  <a:lstStyle/>
                  <a:p>
                    <a:fld id="{6899F979-A153-2146-83BB-DF9429DAD0F7}"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General</c:formatCode>
                <c:ptCount val="1"/>
                <c:pt idx="0">
                  <c:v>25</c:v>
                </c:pt>
              </c:numCache>
            </c:numRef>
          </c:val>
          <c:extLst>
            <c:ext xmlns:c15="http://schemas.microsoft.com/office/drawing/2012/chart" uri="{02D57815-91ED-43cb-92C2-25804820EDAC}">
              <c15:datalabelsRange>
                <c15:f>Sheet1!$E$3</c15:f>
                <c15:dlblRangeCache>
                  <c:ptCount val="1"/>
                  <c:pt idx="0">
                    <c:v>D</c:v>
                  </c:pt>
                </c15:dlblRangeCache>
              </c15:datalabelsRange>
            </c:ext>
            <c:ext xmlns:c16="http://schemas.microsoft.com/office/drawing/2014/chart" uri="{C3380CC4-5D6E-409C-BE32-E72D297353CC}">
              <c16:uniqueId val="{00000003-AC91-CD4A-8E6B-907E284C2608}"/>
            </c:ext>
          </c:extLst>
        </c:ser>
        <c:ser>
          <c:idx val="4"/>
          <c:order val="4"/>
          <c:tx>
            <c:strRef>
              <c:f>Sheet1!$F$1</c:f>
              <c:strCache>
                <c:ptCount val="1"/>
                <c:pt idx="0">
                  <c:v>E. Item 5</c:v>
                </c:pt>
              </c:strCache>
            </c:strRef>
          </c:tx>
          <c:spPr>
            <a:solidFill>
              <a:srgbClr val="BFB5F9"/>
            </a:solidFill>
            <a:ln w="19050">
              <a:solidFill>
                <a:schemeClr val="bg1"/>
              </a:solidFill>
            </a:ln>
            <a:effectLst/>
          </c:spPr>
          <c:invertIfNegative val="0"/>
          <c:dLbls>
            <c:dLbl>
              <c:idx val="0"/>
              <c:tx>
                <c:rich>
                  <a:bodyPr/>
                  <a:lstStyle/>
                  <a:p>
                    <a:fld id="{E9DFF562-B6F6-4046-9182-EC7DD49C16F3}"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General</c:formatCode>
                <c:ptCount val="1"/>
                <c:pt idx="0">
                  <c:v>30</c:v>
                </c:pt>
              </c:numCache>
            </c:numRef>
          </c:val>
          <c:extLst>
            <c:ext xmlns:c15="http://schemas.microsoft.com/office/drawing/2012/chart" uri="{02D57815-91ED-43cb-92C2-25804820EDAC}">
              <c15:datalabelsRange>
                <c15:f>Sheet1!$F$3</c15:f>
                <c15:dlblRangeCache>
                  <c:ptCount val="1"/>
                  <c:pt idx="0">
                    <c:v>E</c:v>
                  </c:pt>
                </c15:dlblRangeCache>
              </c15:datalabelsRange>
            </c:ext>
            <c:ext xmlns:c16="http://schemas.microsoft.com/office/drawing/2014/chart" uri="{C3380CC4-5D6E-409C-BE32-E72D297353CC}">
              <c16:uniqueId val="{00000004-AC91-CD4A-8E6B-907E284C2608}"/>
            </c:ext>
          </c:extLst>
        </c:ser>
        <c:ser>
          <c:idx val="5"/>
          <c:order val="5"/>
          <c:tx>
            <c:strRef>
              <c:f>Sheet1!$G$1</c:f>
              <c:strCache>
                <c:ptCount val="1"/>
                <c:pt idx="0">
                  <c:v>F. Item 6</c:v>
                </c:pt>
              </c:strCache>
            </c:strRef>
          </c:tx>
          <c:spPr>
            <a:solidFill>
              <a:srgbClr val="CBC3E6"/>
            </a:solidFill>
            <a:ln w="19050">
              <a:solidFill>
                <a:schemeClr val="bg1"/>
              </a:solidFill>
            </a:ln>
            <a:effectLst/>
          </c:spPr>
          <c:invertIfNegative val="0"/>
          <c:dLbls>
            <c:dLbl>
              <c:idx val="0"/>
              <c:tx>
                <c:rich>
                  <a:bodyPr/>
                  <a:lstStyle/>
                  <a:p>
                    <a:fld id="{98B91BBA-FC70-8B42-89B6-563516B94E4B}"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General</c:formatCode>
                <c:ptCount val="1"/>
                <c:pt idx="0">
                  <c:v>35</c:v>
                </c:pt>
              </c:numCache>
            </c:numRef>
          </c:val>
          <c:extLst>
            <c:ext xmlns:c15="http://schemas.microsoft.com/office/drawing/2012/chart" uri="{02D57815-91ED-43cb-92C2-25804820EDAC}">
              <c15:datalabelsRange>
                <c15:f>Sheet1!$G$3</c15:f>
                <c15:dlblRangeCache>
                  <c:ptCount val="1"/>
                  <c:pt idx="0">
                    <c:v>F</c:v>
                  </c:pt>
                </c15:dlblRangeCache>
              </c15:datalabelsRange>
            </c:ext>
            <c:ext xmlns:c16="http://schemas.microsoft.com/office/drawing/2014/chart" uri="{C3380CC4-5D6E-409C-BE32-E72D297353CC}">
              <c16:uniqueId val="{00000005-AC91-CD4A-8E6B-907E284C2608}"/>
            </c:ext>
          </c:extLst>
        </c:ser>
        <c:ser>
          <c:idx val="6"/>
          <c:order val="6"/>
          <c:tx>
            <c:strRef>
              <c:f>Sheet1!$H$1</c:f>
              <c:strCache>
                <c:ptCount val="1"/>
                <c:pt idx="0">
                  <c:v>G. Item 7</c:v>
                </c:pt>
              </c:strCache>
            </c:strRef>
          </c:tx>
          <c:spPr>
            <a:solidFill>
              <a:srgbClr val="650A21"/>
            </a:solidFill>
            <a:ln w="22225">
              <a:solidFill>
                <a:schemeClr val="bg1"/>
              </a:solidFill>
            </a:ln>
            <a:effectLst/>
          </c:spPr>
          <c:invertIfNegative val="0"/>
          <c:dPt>
            <c:idx val="0"/>
            <c:invertIfNegative val="0"/>
            <c:bubble3D val="0"/>
            <c:spPr>
              <a:solidFill>
                <a:srgbClr val="E6E3F3"/>
              </a:solidFill>
              <a:ln w="22225">
                <a:solidFill>
                  <a:schemeClr val="bg1"/>
                </a:solidFill>
              </a:ln>
              <a:effectLst/>
            </c:spPr>
            <c:extLst>
              <c:ext xmlns:c16="http://schemas.microsoft.com/office/drawing/2014/chart" uri="{C3380CC4-5D6E-409C-BE32-E72D297353CC}">
                <c16:uniqueId val="{0000000A-3994-694B-B2CC-0B7AB2CEC6B3}"/>
              </c:ext>
            </c:extLst>
          </c:dPt>
          <c:dLbls>
            <c:dLbl>
              <c:idx val="0"/>
              <c:tx>
                <c:rich>
                  <a:bodyPr/>
                  <a:lstStyle/>
                  <a:p>
                    <a:fld id="{E97E4514-85FF-BB4E-AE65-4CE459754C8B}"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Sheet1!$H$2</c:f>
              <c:numCache>
                <c:formatCode>General</c:formatCode>
                <c:ptCount val="1"/>
                <c:pt idx="0">
                  <c:v>40</c:v>
                </c:pt>
              </c:numCache>
            </c:numRef>
          </c:val>
          <c:extLst>
            <c:ext xmlns:c15="http://schemas.microsoft.com/office/drawing/2012/chart" uri="{02D57815-91ED-43cb-92C2-25804820EDAC}">
              <c15:datalabelsRange>
                <c15:f>Sheet1!$H$3</c15:f>
                <c15:dlblRangeCache>
                  <c:ptCount val="1"/>
                  <c:pt idx="0">
                    <c:v>G</c:v>
                  </c:pt>
                </c15:dlblRangeCache>
              </c15:datalabelsRange>
            </c:ext>
            <c:ext xmlns:c16="http://schemas.microsoft.com/office/drawing/2014/chart" uri="{C3380CC4-5D6E-409C-BE32-E72D297353CC}">
              <c16:uniqueId val="{00000006-AC91-CD4A-8E6B-907E284C2608}"/>
            </c:ext>
          </c:extLst>
        </c:ser>
        <c:ser>
          <c:idx val="7"/>
          <c:order val="7"/>
          <c:tx>
            <c:strRef>
              <c:f>Sheet1!$I$1</c:f>
              <c:strCache>
                <c:ptCount val="1"/>
                <c:pt idx="0">
                  <c:v>H. Item 8</c:v>
                </c:pt>
              </c:strCache>
            </c:strRef>
          </c:tx>
          <c:spPr>
            <a:solidFill>
              <a:srgbClr val="650A21"/>
            </a:solidFill>
            <a:ln w="19050">
              <a:solidFill>
                <a:schemeClr val="bg1"/>
              </a:solidFill>
            </a:ln>
            <a:effectLst/>
          </c:spPr>
          <c:invertIfNegative val="0"/>
          <c:dLbls>
            <c:dLbl>
              <c:idx val="0"/>
              <c:tx>
                <c:rich>
                  <a:bodyPr/>
                  <a:lstStyle/>
                  <a:p>
                    <a:fld id="{23990446-DFED-C54B-9720-231D02653D6B}"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3994-694B-B2CC-0B7AB2CEC6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Sheet1!$I$2</c:f>
              <c:numCache>
                <c:formatCode>General</c:formatCode>
                <c:ptCount val="1"/>
                <c:pt idx="0">
                  <c:v>45</c:v>
                </c:pt>
              </c:numCache>
            </c:numRef>
          </c:val>
          <c:extLst>
            <c:ext xmlns:c15="http://schemas.microsoft.com/office/drawing/2012/chart" uri="{02D57815-91ED-43cb-92C2-25804820EDAC}">
              <c15:datalabelsRange>
                <c15:f>Sheet1!$I$3</c15:f>
                <c15:dlblRangeCache>
                  <c:ptCount val="1"/>
                  <c:pt idx="0">
                    <c:v>H</c:v>
                  </c:pt>
                </c15:dlblRangeCache>
              </c15:datalabelsRange>
            </c:ext>
            <c:ext xmlns:c16="http://schemas.microsoft.com/office/drawing/2014/chart" uri="{C3380CC4-5D6E-409C-BE32-E72D297353CC}">
              <c16:uniqueId val="{00000007-AC91-CD4A-8E6B-907E284C2608}"/>
            </c:ext>
          </c:extLst>
        </c:ser>
        <c:ser>
          <c:idx val="8"/>
          <c:order val="8"/>
          <c:tx>
            <c:strRef>
              <c:f>Sheet1!$J$1</c:f>
              <c:strCache>
                <c:ptCount val="1"/>
                <c:pt idx="0">
                  <c:v>I. Item 9</c:v>
                </c:pt>
              </c:strCache>
            </c:strRef>
          </c:tx>
          <c:spPr>
            <a:solidFill>
              <a:srgbClr val="991F3D"/>
            </a:solidFill>
            <a:ln w="19050">
              <a:solidFill>
                <a:schemeClr val="bg1"/>
              </a:solidFill>
            </a:ln>
            <a:effectLst/>
          </c:spPr>
          <c:invertIfNegative val="0"/>
          <c:dPt>
            <c:idx val="0"/>
            <c:invertIfNegative val="0"/>
            <c:bubble3D val="0"/>
            <c:spPr>
              <a:solidFill>
                <a:srgbClr val="991F3D"/>
              </a:solidFill>
              <a:ln w="19050">
                <a:solidFill>
                  <a:schemeClr val="bg1"/>
                </a:solidFill>
              </a:ln>
              <a:effectLst/>
            </c:spPr>
            <c:extLst>
              <c:ext xmlns:c16="http://schemas.microsoft.com/office/drawing/2014/chart" uri="{C3380CC4-5D6E-409C-BE32-E72D297353CC}">
                <c16:uniqueId val="{0000000B-AC91-CD4A-8E6B-907E284C2608}"/>
              </c:ext>
            </c:extLst>
          </c:dPt>
          <c:dLbls>
            <c:dLbl>
              <c:idx val="0"/>
              <c:tx>
                <c:rich>
                  <a:bodyPr/>
                  <a:lstStyle/>
                  <a:p>
                    <a:fld id="{0854F5C9-D857-8F4D-8B47-02C34340F15C}"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AC91-CD4A-8E6B-907E284C260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Sheet1!$J$2</c:f>
              <c:numCache>
                <c:formatCode>General</c:formatCode>
                <c:ptCount val="1"/>
                <c:pt idx="0">
                  <c:v>50</c:v>
                </c:pt>
              </c:numCache>
            </c:numRef>
          </c:val>
          <c:extLst>
            <c:ext xmlns:c15="http://schemas.microsoft.com/office/drawing/2012/chart" uri="{02D57815-91ED-43cb-92C2-25804820EDAC}">
              <c15:datalabelsRange>
                <c15:f>Sheet1!$J$3</c15:f>
                <c15:dlblRangeCache>
                  <c:ptCount val="1"/>
                  <c:pt idx="0">
                    <c:v>I</c:v>
                  </c:pt>
                </c15:dlblRangeCache>
              </c15:datalabelsRange>
            </c:ext>
            <c:ext xmlns:c16="http://schemas.microsoft.com/office/drawing/2014/chart" uri="{C3380CC4-5D6E-409C-BE32-E72D297353CC}">
              <c16:uniqueId val="{00000008-AC91-CD4A-8E6B-907E284C2608}"/>
            </c:ext>
          </c:extLst>
        </c:ser>
        <c:ser>
          <c:idx val="9"/>
          <c:order val="9"/>
          <c:tx>
            <c:strRef>
              <c:f>Sheet1!$K$1</c:f>
              <c:strCache>
                <c:ptCount val="1"/>
                <c:pt idx="0">
                  <c:v>J. Item 10</c:v>
                </c:pt>
              </c:strCache>
            </c:strRef>
          </c:tx>
          <c:spPr>
            <a:solidFill>
              <a:srgbClr val="E31937"/>
            </a:solidFill>
            <a:ln w="19050">
              <a:solidFill>
                <a:schemeClr val="bg1"/>
              </a:solidFill>
            </a:ln>
            <a:effectLst/>
          </c:spPr>
          <c:invertIfNegative val="0"/>
          <c:dPt>
            <c:idx val="0"/>
            <c:invertIfNegative val="0"/>
            <c:bubble3D val="0"/>
            <c:spPr>
              <a:solidFill>
                <a:srgbClr val="E31937"/>
              </a:solidFill>
              <a:ln w="19050">
                <a:solidFill>
                  <a:schemeClr val="bg1"/>
                </a:solidFill>
              </a:ln>
              <a:effectLst/>
            </c:spPr>
            <c:extLst>
              <c:ext xmlns:c16="http://schemas.microsoft.com/office/drawing/2014/chart" uri="{C3380CC4-5D6E-409C-BE32-E72D297353CC}">
                <c16:uniqueId val="{0000000A-AC91-CD4A-8E6B-907E284C2608}"/>
              </c:ext>
            </c:extLst>
          </c:dPt>
          <c:dLbls>
            <c:dLbl>
              <c:idx val="0"/>
              <c:tx>
                <c:rich>
                  <a:bodyPr/>
                  <a:lstStyle/>
                  <a:p>
                    <a:fld id="{AFBF2D1B-E2C2-4B43-B2C5-965AD1B006C0}" type="CELLRANGE">
                      <a:rPr lang="en-US" dirty="0"/>
                      <a:pPr/>
                      <a:t>[PLAGECELL]</a:t>
                    </a:fld>
                    <a:endParaRPr lang="fr-FR"/>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AC91-CD4A-8E6B-907E284C260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Sheet1!$K$2</c:f>
              <c:numCache>
                <c:formatCode>General</c:formatCode>
                <c:ptCount val="1"/>
                <c:pt idx="0">
                  <c:v>55</c:v>
                </c:pt>
              </c:numCache>
            </c:numRef>
          </c:val>
          <c:extLst>
            <c:ext xmlns:c15="http://schemas.microsoft.com/office/drawing/2012/chart" uri="{02D57815-91ED-43cb-92C2-25804820EDAC}">
              <c15:datalabelsRange>
                <c15:f>Sheet1!$K$3</c15:f>
                <c15:dlblRangeCache>
                  <c:ptCount val="1"/>
                  <c:pt idx="0">
                    <c:v>J</c:v>
                  </c:pt>
                </c15:dlblRangeCache>
              </c15:datalabelsRange>
            </c:ext>
            <c:ext xmlns:c16="http://schemas.microsoft.com/office/drawing/2014/chart" uri="{C3380CC4-5D6E-409C-BE32-E72D297353CC}">
              <c16:uniqueId val="{00000009-AC91-CD4A-8E6B-907E284C2608}"/>
            </c:ext>
          </c:extLst>
        </c:ser>
        <c:dLbls>
          <c:showLegendKey val="0"/>
          <c:showVal val="0"/>
          <c:showCatName val="0"/>
          <c:showSerName val="0"/>
          <c:showPercent val="0"/>
          <c:showBubbleSize val="0"/>
        </c:dLbls>
        <c:gapWidth val="43"/>
        <c:overlap val="6"/>
        <c:axId val="1686581023"/>
        <c:axId val="1689174335"/>
      </c:barChart>
      <c:catAx>
        <c:axId val="1686581023"/>
        <c:scaling>
          <c:orientation val="minMax"/>
        </c:scaling>
        <c:delete val="1"/>
        <c:axPos val="b"/>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Axis title</a:t>
                </a:r>
              </a:p>
            </c:rich>
          </c:tx>
          <c:layout>
            <c:manualLayout>
              <c:xMode val="edge"/>
              <c:yMode val="edge"/>
              <c:x val="0.39569080422969427"/>
              <c:y val="0.88938829453421597"/>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General" sourceLinked="1"/>
        <c:majorTickMark val="out"/>
        <c:minorTickMark val="none"/>
        <c:tickLblPos val="nextTo"/>
        <c:crossAx val="1689174335"/>
        <c:crosses val="autoZero"/>
        <c:auto val="1"/>
        <c:lblAlgn val="ctr"/>
        <c:lblOffset val="100"/>
        <c:noMultiLvlLbl val="0"/>
      </c:catAx>
      <c:valAx>
        <c:axId val="1689174335"/>
        <c:scaling>
          <c:orientation val="minMax"/>
        </c:scaling>
        <c:delete val="0"/>
        <c:axPos val="l"/>
        <c:majorGridlines>
          <c:spPr>
            <a:ln w="12700" cap="flat" cmpd="sng" algn="ctr">
              <a:solidFill>
                <a:srgbClr val="CCCCCC"/>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Axis title</a:t>
                </a:r>
              </a:p>
            </c:rich>
          </c:tx>
          <c:layout>
            <c:manualLayout>
              <c:xMode val="edge"/>
              <c:yMode val="edge"/>
              <c:x val="2.3839529388004196E-2"/>
              <c:y val="0.39609102045082517"/>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solidFill>
              <a:schemeClr val="bg1">
                <a:lumMod val="95000"/>
              </a:schemeClr>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686581023"/>
        <c:crosses val="autoZero"/>
        <c:crossBetween val="between"/>
      </c:valAx>
      <c:spPr>
        <a:noFill/>
        <a:ln w="25400">
          <a:noFill/>
        </a:ln>
        <a:effectLst/>
      </c:spPr>
    </c:plotArea>
    <c:legend>
      <c:legendPos val="r"/>
      <c:legendEntry>
        <c:idx val="0"/>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2"/>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3"/>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4"/>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5"/>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6"/>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7"/>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8"/>
        <c:txPr>
          <a:bodyPr rot="0" spcFirstLastPara="1" vertOverflow="ellipsis" vert="horz" wrap="square" anchor="ctr" anchorCtr="1"/>
          <a:lstStyle/>
          <a:p>
            <a:pPr>
              <a:defRPr sz="1200" b="0" i="0" u="none" strike="noStrike" kern="1200" baseline="0">
                <a:solidFill>
                  <a:srgbClr val="000000"/>
                </a:solidFill>
                <a:latin typeface="+mn-lt"/>
                <a:ea typeface="+mn-ea"/>
                <a:cs typeface="+mn-cs"/>
              </a:defRPr>
            </a:pPr>
            <a:endParaRPr lang="en-US"/>
          </a:p>
        </c:txPr>
      </c:legendEntry>
      <c:legendEntry>
        <c:idx val="9"/>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Entry>
      <c:layout>
        <c:manualLayout>
          <c:xMode val="edge"/>
          <c:yMode val="edge"/>
          <c:x val="0.80922276698769857"/>
          <c:y val="0.11173848413828873"/>
          <c:w val="0.15903832857559377"/>
          <c:h val="0.7533222805667960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2026-01-05</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0B9C825-F38E-45BB-92C1-043DE61C9183}" type="slidenum">
              <a:rPr lang="en-CA" smtClean="0"/>
              <a:pPr/>
              <a:t>2</a:t>
            </a:fld>
            <a:endParaRPr lang="en-CA"/>
          </a:p>
        </p:txBody>
      </p:sp>
    </p:spTree>
    <p:extLst>
      <p:ext uri="{BB962C8B-B14F-4D97-AF65-F5344CB8AC3E}">
        <p14:creationId xmlns:p14="http://schemas.microsoft.com/office/powerpoint/2010/main" val="98276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2285424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4</a:t>
            </a:fld>
            <a:endParaRPr lang="en-CA"/>
          </a:p>
        </p:txBody>
      </p:sp>
    </p:spTree>
    <p:extLst>
      <p:ext uri="{BB962C8B-B14F-4D97-AF65-F5344CB8AC3E}">
        <p14:creationId xmlns:p14="http://schemas.microsoft.com/office/powerpoint/2010/main" val="915715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0B9C825-F38E-45BB-92C1-043DE61C9183}" type="slidenum">
              <a:rPr lang="en-CA" smtClean="0"/>
              <a:pPr/>
              <a:t>5</a:t>
            </a:fld>
            <a:endParaRPr lang="en-CA"/>
          </a:p>
        </p:txBody>
      </p:sp>
    </p:spTree>
    <p:extLst>
      <p:ext uri="{BB962C8B-B14F-4D97-AF65-F5344CB8AC3E}">
        <p14:creationId xmlns:p14="http://schemas.microsoft.com/office/powerpoint/2010/main" val="2706664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17</a:t>
            </a:fld>
            <a:endParaRPr lang="en-CA"/>
          </a:p>
        </p:txBody>
      </p:sp>
    </p:spTree>
    <p:extLst>
      <p:ext uri="{BB962C8B-B14F-4D97-AF65-F5344CB8AC3E}">
        <p14:creationId xmlns:p14="http://schemas.microsoft.com/office/powerpoint/2010/main" val="3189831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0B9C825-F38E-45BB-92C1-043DE61C9183}" type="slidenum">
              <a:rPr lang="en-CA" smtClean="0"/>
              <a:t>23</a:t>
            </a:fld>
            <a:endParaRPr lang="en-CA"/>
          </a:p>
        </p:txBody>
      </p:sp>
    </p:spTree>
    <p:extLst>
      <p:ext uri="{BB962C8B-B14F-4D97-AF65-F5344CB8AC3E}">
        <p14:creationId xmlns:p14="http://schemas.microsoft.com/office/powerpoint/2010/main" val="1905665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0B9C825-F38E-45BB-92C1-043DE61C9183}" type="slidenum">
              <a:rPr lang="en-CA" smtClean="0"/>
              <a:t>24</a:t>
            </a:fld>
            <a:endParaRPr lang="en-CA"/>
          </a:p>
        </p:txBody>
      </p:sp>
    </p:spTree>
    <p:extLst>
      <p:ext uri="{BB962C8B-B14F-4D97-AF65-F5344CB8AC3E}">
        <p14:creationId xmlns:p14="http://schemas.microsoft.com/office/powerpoint/2010/main" val="2184169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0B9C825-F38E-45BB-92C1-043DE61C9183}" type="slidenum">
              <a:rPr lang="en-CA" smtClean="0"/>
              <a:t>25</a:t>
            </a:fld>
            <a:endParaRPr lang="en-CA"/>
          </a:p>
        </p:txBody>
      </p:sp>
    </p:spTree>
    <p:extLst>
      <p:ext uri="{BB962C8B-B14F-4D97-AF65-F5344CB8AC3E}">
        <p14:creationId xmlns:p14="http://schemas.microsoft.com/office/powerpoint/2010/main" val="610961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26</a:t>
            </a:fld>
            <a:endParaRPr lang="en-CA"/>
          </a:p>
        </p:txBody>
      </p:sp>
    </p:spTree>
    <p:extLst>
      <p:ext uri="{BB962C8B-B14F-4D97-AF65-F5344CB8AC3E}">
        <p14:creationId xmlns:p14="http://schemas.microsoft.com/office/powerpoint/2010/main" val="2266144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27</a:t>
            </a:fld>
            <a:endParaRPr lang="en-CA"/>
          </a:p>
        </p:txBody>
      </p:sp>
    </p:spTree>
    <p:extLst>
      <p:ext uri="{BB962C8B-B14F-4D97-AF65-F5344CB8AC3E}">
        <p14:creationId xmlns:p14="http://schemas.microsoft.com/office/powerpoint/2010/main" val="2922409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0B9C825-F38E-45BB-92C1-043DE61C9183}" type="slidenum">
              <a:rPr lang="en-CA" smtClean="0"/>
              <a:pPr/>
              <a:t>32</a:t>
            </a:fld>
            <a:endParaRPr lang="en-CA"/>
          </a:p>
        </p:txBody>
      </p:sp>
    </p:spTree>
    <p:extLst>
      <p:ext uri="{BB962C8B-B14F-4D97-AF65-F5344CB8AC3E}">
        <p14:creationId xmlns:p14="http://schemas.microsoft.com/office/powerpoint/2010/main" val="1377988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38</a:t>
            </a:fld>
            <a:endParaRPr lang="en-CA"/>
          </a:p>
        </p:txBody>
      </p:sp>
    </p:spTree>
    <p:extLst>
      <p:ext uri="{BB962C8B-B14F-4D97-AF65-F5344CB8AC3E}">
        <p14:creationId xmlns:p14="http://schemas.microsoft.com/office/powerpoint/2010/main" val="2920398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41</a:t>
            </a:fld>
            <a:endParaRPr lang="en-CA"/>
          </a:p>
        </p:txBody>
      </p:sp>
    </p:spTree>
    <p:extLst>
      <p:ext uri="{BB962C8B-B14F-4D97-AF65-F5344CB8AC3E}">
        <p14:creationId xmlns:p14="http://schemas.microsoft.com/office/powerpoint/2010/main" val="229235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42</a:t>
            </a:fld>
            <a:endParaRPr lang="en-CA"/>
          </a:p>
        </p:txBody>
      </p:sp>
    </p:spTree>
    <p:extLst>
      <p:ext uri="{BB962C8B-B14F-4D97-AF65-F5344CB8AC3E}">
        <p14:creationId xmlns:p14="http://schemas.microsoft.com/office/powerpoint/2010/main" val="2626829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a:solidFill>
                  <a:schemeClr val="bg1"/>
                </a:solidFill>
              </a:rPr>
              <a:t>Title &amp; agenda layouts</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7056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b="0">
                <a:sym typeface="Wingdings" panose="05000000000000000000" pitchFamily="2" charset="2"/>
              </a:defRPr>
            </a:lvl1pPr>
          </a:lstStyle>
          <a:p>
            <a:r>
              <a:rPr lang="en-US" noProof="0"/>
              <a:t>Click icon to add a cornerstone image.</a:t>
            </a:r>
          </a:p>
          <a:p>
            <a:endParaRPr lang="en-US" noProof="0"/>
          </a:p>
          <a:p>
            <a:r>
              <a:rPr lang="en-US" noProof="0"/>
              <a:t>Images are available to download from the Brand Source image library  </a:t>
            </a:r>
            <a:r>
              <a:rPr lang="en-US" noProof="0" err="1"/>
              <a:t>brand.cgi.com</a:t>
            </a:r>
            <a:endParaRPr lang="en-US" noProof="0"/>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6" name="CGI logo">
            <a:extLst>
              <a:ext uri="{FF2B5EF4-FFF2-40B4-BE49-F238E27FC236}">
                <a16:creationId xmlns:a16="http://schemas.microsoft.com/office/drawing/2014/main" id="{94D2197B-4A52-EFE6-7BA4-BA841BDCC942}"/>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4" name="Rectangle 3">
            <a:extLst>
              <a:ext uri="{FF2B5EF4-FFF2-40B4-BE49-F238E27FC236}">
                <a16:creationId xmlns:a16="http://schemas.microsoft.com/office/drawing/2014/main" id="{524E319A-168F-9D6C-522F-1EC18163E33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63113870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ayout 2A">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F242493D-0BCE-2765-D478-3FD489DFE151}"/>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97BF1FC2-69EA-5E07-650F-977E7018A63B}"/>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7" name="Rectangle 6">
            <a:extLst>
              <a:ext uri="{FF2B5EF4-FFF2-40B4-BE49-F238E27FC236}">
                <a16:creationId xmlns:a16="http://schemas.microsoft.com/office/drawing/2014/main" id="{B4BD3114-7784-70DC-046D-5B2ABA62F97D}"/>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9624072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ayout 2B">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A734772-629F-07F0-7A95-94F6BDFED4B9}"/>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10" name="Text placeholder 7">
            <a:extLst>
              <a:ext uri="{FF2B5EF4-FFF2-40B4-BE49-F238E27FC236}">
                <a16:creationId xmlns:a16="http://schemas.microsoft.com/office/drawing/2014/main" id="{6EB794F4-36B2-DC02-E7CB-CFC62E37CBC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47B68E29-85E8-7585-D294-C63868CB4A0E}"/>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6000">
                <a:srgbClr val="E31937"/>
              </a:gs>
              <a:gs pos="33000">
                <a:srgbClr val="FF6A00"/>
              </a:gs>
              <a:gs pos="0">
                <a:srgbClr val="FFCDD2"/>
              </a:gs>
              <a:gs pos="100000">
                <a:srgbClr val="991F3D"/>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D669477B-4844-9E49-1924-9A24EC02EC13}"/>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2F561915-DA14-AD3D-0600-A7BC70AB91AF}"/>
              </a:ext>
              <a:ext uri="{C183D7F6-B498-43B3-948B-1728B52AA6E4}">
                <adec:decorative xmlns:adec="http://schemas.microsoft.com/office/drawing/2017/decorative" val="1"/>
              </a:ext>
            </a:extLst>
          </p:cNvPr>
          <p:cNvSpPr>
            <a:spLocks noGrp="1"/>
          </p:cNvSpPr>
          <p:nvPr>
            <p:ph type="ftr" sz="quarter" idx="15"/>
          </p:nvPr>
        </p:nvSpPr>
        <p:spPr>
          <a:xfrm>
            <a:off x="4041648"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EFB06569-C9F6-43BB-9951-729D78B19682}"/>
              </a:ext>
              <a:ext uri="{C183D7F6-B498-43B3-948B-1728B52AA6E4}">
                <adec:decorative xmlns:adec="http://schemas.microsoft.com/office/drawing/2017/decorative" val="1"/>
              </a:ext>
            </a:extLst>
          </p:cNvPr>
          <p:cNvSpPr>
            <a:spLocks noGrp="1"/>
          </p:cNvSpPr>
          <p:nvPr>
            <p:ph type="sldNum" sz="quarter" idx="11"/>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35232DEE-EBC0-E687-C6B9-43825967B993}"/>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6" name="Rectangle 5">
            <a:extLst>
              <a:ext uri="{FF2B5EF4-FFF2-40B4-BE49-F238E27FC236}">
                <a16:creationId xmlns:a16="http://schemas.microsoft.com/office/drawing/2014/main" id="{157A0E4E-48FC-FCE4-B043-2AF426BD3817}"/>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5690398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ayout 3A">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611503097"/>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990780599"/>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09FD-5D17-CB60-A0D2-30CD6047E0BA}"/>
              </a:ext>
            </a:extLst>
          </p:cNvPr>
          <p:cNvSpPr>
            <a:spLocks noGrp="1"/>
          </p:cNvSpPr>
          <p:nvPr>
            <p:ph type="title" hasCustomPrompt="1"/>
          </p:nvPr>
        </p:nvSpPr>
        <p:spPr/>
        <p:txBody>
          <a:bodyPr/>
          <a:lstStyle/>
          <a:p>
            <a:r>
              <a:rPr lang="en-US"/>
              <a:t>Agenda slide layout 1 - click to add title</a:t>
            </a:r>
          </a:p>
        </p:txBody>
      </p:sp>
      <p:sp>
        <p:nvSpPr>
          <p:cNvPr id="14" name="Agenda item 1">
            <a:extLst>
              <a:ext uri="{FF2B5EF4-FFF2-40B4-BE49-F238E27FC236}">
                <a16:creationId xmlns:a16="http://schemas.microsoft.com/office/drawing/2014/main" id="{143D3174-78EC-43C1-82E0-E82ABF8D2117}"/>
              </a:ext>
            </a:extLst>
          </p:cNvPr>
          <p:cNvSpPr>
            <a:spLocks noGrp="1"/>
          </p:cNvSpPr>
          <p:nvPr>
            <p:ph type="body" sz="quarter" idx="17" hasCustomPrompt="1"/>
          </p:nvPr>
        </p:nvSpPr>
        <p:spPr>
          <a:xfrm>
            <a:off x="765737" y="2295678"/>
            <a:ext cx="151130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3" name="Agenda item 1 description">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765737"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1</a:t>
            </a:r>
          </a:p>
        </p:txBody>
      </p:sp>
      <p:sp>
        <p:nvSpPr>
          <p:cNvPr id="16" name="Agenda item 2">
            <a:extLst>
              <a:ext uri="{FF2B5EF4-FFF2-40B4-BE49-F238E27FC236}">
                <a16:creationId xmlns:a16="http://schemas.microsoft.com/office/drawing/2014/main" id="{7016648B-BC25-4821-812E-87B50C18B66F}"/>
              </a:ext>
            </a:extLst>
          </p:cNvPr>
          <p:cNvSpPr>
            <a:spLocks noGrp="1"/>
          </p:cNvSpPr>
          <p:nvPr>
            <p:ph type="body" sz="quarter" idx="19" hasCustomPrompt="1"/>
          </p:nvPr>
        </p:nvSpPr>
        <p:spPr>
          <a:xfrm>
            <a:off x="3054164"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8" name="Agenda item 2 description">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54799"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2</a:t>
            </a:r>
          </a:p>
        </p:txBody>
      </p:sp>
      <p:sp>
        <p:nvSpPr>
          <p:cNvPr id="17" name="Agenda item 3">
            <a:extLst>
              <a:ext uri="{FF2B5EF4-FFF2-40B4-BE49-F238E27FC236}">
                <a16:creationId xmlns:a16="http://schemas.microsoft.com/office/drawing/2014/main" id="{A6E8C51F-9054-4DBF-8A5A-59322AC4663A}"/>
              </a:ext>
            </a:extLst>
          </p:cNvPr>
          <p:cNvSpPr>
            <a:spLocks noGrp="1"/>
          </p:cNvSpPr>
          <p:nvPr>
            <p:ph type="body" sz="quarter" idx="20" hasCustomPrompt="1"/>
          </p:nvPr>
        </p:nvSpPr>
        <p:spPr>
          <a:xfrm>
            <a:off x="5340051"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0" name="Agenda item 3 description">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41321"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3</a:t>
            </a:r>
          </a:p>
        </p:txBody>
      </p:sp>
      <p:sp>
        <p:nvSpPr>
          <p:cNvPr id="18" name="Agenda item 4">
            <a:extLst>
              <a:ext uri="{FF2B5EF4-FFF2-40B4-BE49-F238E27FC236}">
                <a16:creationId xmlns:a16="http://schemas.microsoft.com/office/drawing/2014/main" id="{6FDD35C8-B77E-46BD-9338-72F9040FFA6C}"/>
              </a:ext>
            </a:extLst>
          </p:cNvPr>
          <p:cNvSpPr>
            <a:spLocks noGrp="1"/>
          </p:cNvSpPr>
          <p:nvPr>
            <p:ph type="body" sz="quarter" idx="21" hasCustomPrompt="1"/>
          </p:nvPr>
        </p:nvSpPr>
        <p:spPr>
          <a:xfrm>
            <a:off x="7625938"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15" name="Agenda item 4 description">
            <a:extLst>
              <a:ext uri="{FF2B5EF4-FFF2-40B4-BE49-F238E27FC236}">
                <a16:creationId xmlns:a16="http://schemas.microsoft.com/office/drawing/2014/main" id="{DBDC3BC5-8B9E-4D7D-B022-7DC492622AFC}"/>
              </a:ext>
            </a:extLst>
          </p:cNvPr>
          <p:cNvSpPr>
            <a:spLocks noGrp="1"/>
          </p:cNvSpPr>
          <p:nvPr>
            <p:ph type="body" sz="quarter" idx="18" hasCustomPrompt="1"/>
          </p:nvPr>
        </p:nvSpPr>
        <p:spPr>
          <a:xfrm>
            <a:off x="7627843" y="3182112"/>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4</a:t>
            </a:r>
          </a:p>
        </p:txBody>
      </p:sp>
      <p:sp>
        <p:nvSpPr>
          <p:cNvPr id="19" name="Agenda item 5">
            <a:extLst>
              <a:ext uri="{FF2B5EF4-FFF2-40B4-BE49-F238E27FC236}">
                <a16:creationId xmlns:a16="http://schemas.microsoft.com/office/drawing/2014/main" id="{D47B1D04-840A-4F73-BA57-8836852239E9}"/>
              </a:ext>
            </a:extLst>
          </p:cNvPr>
          <p:cNvSpPr>
            <a:spLocks noGrp="1"/>
          </p:cNvSpPr>
          <p:nvPr>
            <p:ph type="body" sz="quarter" idx="22" hasCustomPrompt="1"/>
          </p:nvPr>
        </p:nvSpPr>
        <p:spPr>
          <a:xfrm>
            <a:off x="9911825"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2" name="Agenda item 5 description">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4365"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5</a:t>
            </a:r>
          </a:p>
        </p:txBody>
      </p:sp>
      <p:sp>
        <p:nvSpPr>
          <p:cNvPr id="4" name="Footer Placeholder 3">
            <a:extLst>
              <a:ext uri="{FF2B5EF4-FFF2-40B4-BE49-F238E27FC236}">
                <a16:creationId xmlns:a16="http://schemas.microsoft.com/office/drawing/2014/main" id="{FF42B81B-3CB7-05E5-B0F7-506A0A4CC1AE}"/>
              </a:ext>
              <a:ext uri="{C183D7F6-B498-43B3-948B-1728B52AA6E4}">
                <adec:decorative xmlns:adec="http://schemas.microsoft.com/office/drawing/2017/decorative" val="1"/>
              </a:ext>
            </a:extLst>
          </p:cNvPr>
          <p:cNvSpPr>
            <a:spLocks noGrp="1"/>
          </p:cNvSpPr>
          <p:nvPr>
            <p:ph type="ftr" sz="quarter" idx="25"/>
          </p:nvPr>
        </p:nvSpPr>
        <p:spPr/>
        <p:txBody>
          <a:bodyPr/>
          <a:lstStyle/>
          <a:p>
            <a:endParaRPr lang="en-US" noProof="0"/>
          </a:p>
        </p:txBody>
      </p:sp>
      <p:sp>
        <p:nvSpPr>
          <p:cNvPr id="3" name="Slide number placeholder 2">
            <a:extLst>
              <a:ext uri="{FF2B5EF4-FFF2-40B4-BE49-F238E27FC236}">
                <a16:creationId xmlns:a16="http://schemas.microsoft.com/office/drawing/2014/main" id="{CFA5DBCA-C3A7-554C-80CD-9B2E51986E26}"/>
              </a:ext>
              <a:ext uri="{C183D7F6-B498-43B3-948B-1728B52AA6E4}">
                <adec:decorative xmlns:adec="http://schemas.microsoft.com/office/drawing/2017/decorative" val="1"/>
              </a:ext>
            </a:extLst>
          </p:cNvPr>
          <p:cNvSpPr>
            <a:spLocks noGrp="1"/>
          </p:cNvSpPr>
          <p:nvPr>
            <p:ph type="sldNum" sz="quarter" idx="10"/>
          </p:nvPr>
        </p:nvSpPr>
        <p:spPr/>
        <p:txBody>
          <a:bodyPr>
            <a:noAutofit/>
          </a:bodyPr>
          <a:lstStyle/>
          <a:p>
            <a:fld id="{525A3C56-E491-49B2-93F3-63532DF516BC}" type="slidenum">
              <a:rPr lang="en-US" noProof="0" smtClean="0"/>
              <a:pPr/>
              <a:t>‹n°›</a:t>
            </a:fld>
            <a:endParaRPr lang="en-US" noProof="0"/>
          </a:p>
        </p:txBody>
      </p:sp>
      <p:sp>
        <p:nvSpPr>
          <p:cNvPr id="5" name="ZoneTexte 4">
            <a:extLst>
              <a:ext uri="{FF2B5EF4-FFF2-40B4-BE49-F238E27FC236}">
                <a16:creationId xmlns:a16="http://schemas.microsoft.com/office/drawing/2014/main" id="{BB0C3CE7-7C87-CCC2-F804-F3CC7FBD80E8}"/>
              </a:ext>
            </a:extLst>
          </p:cNvPr>
          <p:cNvSpPr txBox="1"/>
          <p:nvPr userDrawn="1"/>
        </p:nvSpPr>
        <p:spPr>
          <a:xfrm>
            <a:off x="1133061" y="6440557"/>
            <a:ext cx="0" cy="0"/>
          </a:xfrm>
          <a:prstGeom prst="rect">
            <a:avLst/>
          </a:prstGeom>
        </p:spPr>
        <p:txBody>
          <a:bodyPr vert="horz" wrap="none" lIns="0" tIns="0" rIns="0" bIns="0" rtlCol="0" anchor="t" anchorCtr="0">
            <a:normAutofit fontScale="25000" lnSpcReduction="20000"/>
          </a:bodyPr>
          <a:lstStyle/>
          <a:p>
            <a:pPr algn="l"/>
            <a:endParaRPr lang="fr-FR" dirty="0"/>
          </a:p>
        </p:txBody>
      </p:sp>
      <p:sp>
        <p:nvSpPr>
          <p:cNvPr id="6" name="ZoneTexte 5">
            <a:extLst>
              <a:ext uri="{FF2B5EF4-FFF2-40B4-BE49-F238E27FC236}">
                <a16:creationId xmlns:a16="http://schemas.microsoft.com/office/drawing/2014/main" id="{07EBAA5B-7002-82C8-C5E5-013B05CD17C9}"/>
              </a:ext>
            </a:extLst>
          </p:cNvPr>
          <p:cNvSpPr txBox="1"/>
          <p:nvPr userDrawn="1"/>
        </p:nvSpPr>
        <p:spPr>
          <a:xfrm>
            <a:off x="993913" y="6420678"/>
            <a:ext cx="0" cy="0"/>
          </a:xfrm>
          <a:prstGeom prst="rect">
            <a:avLst/>
          </a:prstGeom>
        </p:spPr>
        <p:txBody>
          <a:bodyPr vert="horz" wrap="none" lIns="0" tIns="0" rIns="0" bIns="0" rtlCol="0" anchor="t" anchorCtr="0">
            <a:normAutofit fontScale="25000" lnSpcReduction="20000"/>
          </a:bodyPr>
          <a:lstStyle/>
          <a:p>
            <a:pPr algn="l"/>
            <a:endParaRPr lang="fr-FR" dirty="0"/>
          </a:p>
        </p:txBody>
      </p:sp>
    </p:spTree>
    <p:extLst>
      <p:ext uri="{BB962C8B-B14F-4D97-AF65-F5344CB8AC3E}">
        <p14:creationId xmlns:p14="http://schemas.microsoft.com/office/powerpoint/2010/main" val="39517816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76DB5-697C-A62A-7A55-C2DFCAC96B89}"/>
              </a:ext>
            </a:extLst>
          </p:cNvPr>
          <p:cNvSpPr>
            <a:spLocks noGrp="1"/>
          </p:cNvSpPr>
          <p:nvPr>
            <p:ph type="title" hasCustomPrompt="1"/>
          </p:nvPr>
        </p:nvSpPr>
        <p:spPr/>
        <p:txBody>
          <a:bodyPr/>
          <a:lstStyle/>
          <a:p>
            <a:r>
              <a:rPr lang="en-US"/>
              <a:t>Agenda slide layout 2 - click to add title</a:t>
            </a:r>
          </a:p>
        </p:txBody>
      </p:sp>
      <p:sp>
        <p:nvSpPr>
          <p:cNvPr id="6" name="Agenda item 1 description">
            <a:extLst>
              <a:ext uri="{FF2B5EF4-FFF2-40B4-BE49-F238E27FC236}">
                <a16:creationId xmlns:a16="http://schemas.microsoft.com/office/drawing/2014/main" id="{0CF1332E-48CF-C54F-F696-17DB5D1B32A1}"/>
              </a:ext>
              <a:ext uri="{C183D7F6-B498-43B3-948B-1728B52AA6E4}">
                <adec:decorative xmlns:adec="http://schemas.microsoft.com/office/drawing/2017/decorative" val="0"/>
              </a:ext>
            </a:extLst>
          </p:cNvPr>
          <p:cNvSpPr>
            <a:spLocks noGrp="1"/>
          </p:cNvSpPr>
          <p:nvPr>
            <p:ph type="body" sz="quarter" idx="16" hasCustomPrompt="1"/>
          </p:nvPr>
        </p:nvSpPr>
        <p:spPr>
          <a:xfrm>
            <a:off x="766763" y="1605722"/>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a:t>
            </a:r>
          </a:p>
        </p:txBody>
      </p:sp>
      <p:sp>
        <p:nvSpPr>
          <p:cNvPr id="9" name="Agenda item 2 description">
            <a:extLst>
              <a:ext uri="{FF2B5EF4-FFF2-40B4-BE49-F238E27FC236}">
                <a16:creationId xmlns:a16="http://schemas.microsoft.com/office/drawing/2014/main" id="{A727F33B-E5E8-74BC-7588-761838366B86}"/>
              </a:ext>
              <a:ext uri="{C183D7F6-B498-43B3-948B-1728B52AA6E4}">
                <adec:decorative xmlns:adec="http://schemas.microsoft.com/office/drawing/2017/decorative" val="0"/>
              </a:ext>
            </a:extLst>
          </p:cNvPr>
          <p:cNvSpPr>
            <a:spLocks noGrp="1"/>
          </p:cNvSpPr>
          <p:nvPr>
            <p:ph type="body" sz="quarter" idx="27" hasCustomPrompt="1"/>
          </p:nvPr>
        </p:nvSpPr>
        <p:spPr>
          <a:xfrm>
            <a:off x="766763"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2</a:t>
            </a:r>
          </a:p>
        </p:txBody>
      </p:sp>
      <p:sp>
        <p:nvSpPr>
          <p:cNvPr id="11" name="Agenda item 3 description">
            <a:extLst>
              <a:ext uri="{FF2B5EF4-FFF2-40B4-BE49-F238E27FC236}">
                <a16:creationId xmlns:a16="http://schemas.microsoft.com/office/drawing/2014/main" id="{71486317-244D-E80A-48EE-489F2326091A}"/>
              </a:ext>
              <a:ext uri="{C183D7F6-B498-43B3-948B-1728B52AA6E4}">
                <adec:decorative xmlns:adec="http://schemas.microsoft.com/office/drawing/2017/decorative" val="0"/>
              </a:ext>
            </a:extLst>
          </p:cNvPr>
          <p:cNvSpPr>
            <a:spLocks noGrp="1"/>
          </p:cNvSpPr>
          <p:nvPr>
            <p:ph type="body" sz="quarter" idx="28" hasCustomPrompt="1"/>
          </p:nvPr>
        </p:nvSpPr>
        <p:spPr>
          <a:xfrm>
            <a:off x="766763"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3</a:t>
            </a:r>
          </a:p>
        </p:txBody>
      </p:sp>
      <p:sp>
        <p:nvSpPr>
          <p:cNvPr id="13" name="Agenda item 4 description">
            <a:extLst>
              <a:ext uri="{FF2B5EF4-FFF2-40B4-BE49-F238E27FC236}">
                <a16:creationId xmlns:a16="http://schemas.microsoft.com/office/drawing/2014/main" id="{587C085A-666F-7685-37AD-9707E899EA40}"/>
              </a:ext>
              <a:ext uri="{C183D7F6-B498-43B3-948B-1728B52AA6E4}">
                <adec:decorative xmlns:adec="http://schemas.microsoft.com/office/drawing/2017/decorative" val="0"/>
              </a:ext>
            </a:extLst>
          </p:cNvPr>
          <p:cNvSpPr>
            <a:spLocks noGrp="1"/>
          </p:cNvSpPr>
          <p:nvPr>
            <p:ph type="body" sz="quarter" idx="29" hasCustomPrompt="1"/>
          </p:nvPr>
        </p:nvSpPr>
        <p:spPr>
          <a:xfrm>
            <a:off x="766763"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4 or delete</a:t>
            </a:r>
          </a:p>
        </p:txBody>
      </p:sp>
      <p:sp>
        <p:nvSpPr>
          <p:cNvPr id="15" name="Agenda item 5 description">
            <a:extLst>
              <a:ext uri="{FF2B5EF4-FFF2-40B4-BE49-F238E27FC236}">
                <a16:creationId xmlns:a16="http://schemas.microsoft.com/office/drawing/2014/main" id="{B84D09D0-FA09-8D48-D485-141D5D6AB617}"/>
              </a:ext>
              <a:ext uri="{C183D7F6-B498-43B3-948B-1728B52AA6E4}">
                <adec:decorative xmlns:adec="http://schemas.microsoft.com/office/drawing/2017/decorative" val="0"/>
              </a:ext>
            </a:extLst>
          </p:cNvPr>
          <p:cNvSpPr>
            <a:spLocks noGrp="1"/>
          </p:cNvSpPr>
          <p:nvPr>
            <p:ph type="body" sz="quarter" idx="30" hasCustomPrompt="1"/>
          </p:nvPr>
        </p:nvSpPr>
        <p:spPr>
          <a:xfrm>
            <a:off x="766763"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5 or delete</a:t>
            </a:r>
          </a:p>
        </p:txBody>
      </p:sp>
      <p:sp>
        <p:nvSpPr>
          <p:cNvPr id="17" name="Agenda item 6 description">
            <a:extLst>
              <a:ext uri="{FF2B5EF4-FFF2-40B4-BE49-F238E27FC236}">
                <a16:creationId xmlns:a16="http://schemas.microsoft.com/office/drawing/2014/main" id="{15923D97-A4C0-761B-93A1-D2D634A228EC}"/>
              </a:ext>
              <a:ext uri="{C183D7F6-B498-43B3-948B-1728B52AA6E4}">
                <adec:decorative xmlns:adec="http://schemas.microsoft.com/office/drawing/2017/decorative" val="0"/>
              </a:ext>
            </a:extLst>
          </p:cNvPr>
          <p:cNvSpPr>
            <a:spLocks noGrp="1"/>
          </p:cNvSpPr>
          <p:nvPr>
            <p:ph type="body" sz="quarter" idx="31" hasCustomPrompt="1"/>
          </p:nvPr>
        </p:nvSpPr>
        <p:spPr>
          <a:xfrm>
            <a:off x="766763"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6 or delete</a:t>
            </a:r>
          </a:p>
        </p:txBody>
      </p:sp>
      <p:sp>
        <p:nvSpPr>
          <p:cNvPr id="26" name="Agenda item 7 description">
            <a:extLst>
              <a:ext uri="{FF2B5EF4-FFF2-40B4-BE49-F238E27FC236}">
                <a16:creationId xmlns:a16="http://schemas.microsoft.com/office/drawing/2014/main" id="{8CC9E50C-3FB3-8E10-8031-E225A7C9D7FB}"/>
              </a:ext>
              <a:ext uri="{C183D7F6-B498-43B3-948B-1728B52AA6E4}">
                <adec:decorative xmlns:adec="http://schemas.microsoft.com/office/drawing/2017/decorative" val="0"/>
              </a:ext>
            </a:extLst>
          </p:cNvPr>
          <p:cNvSpPr>
            <a:spLocks noGrp="1"/>
          </p:cNvSpPr>
          <p:nvPr>
            <p:ph type="body" sz="quarter" idx="38" hasCustomPrompt="1"/>
          </p:nvPr>
        </p:nvSpPr>
        <p:spPr>
          <a:xfrm>
            <a:off x="6103394" y="1600200"/>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7 or delete</a:t>
            </a:r>
          </a:p>
        </p:txBody>
      </p:sp>
      <p:sp>
        <p:nvSpPr>
          <p:cNvPr id="27" name="Agenda item 8 description">
            <a:extLst>
              <a:ext uri="{FF2B5EF4-FFF2-40B4-BE49-F238E27FC236}">
                <a16:creationId xmlns:a16="http://schemas.microsoft.com/office/drawing/2014/main" id="{F8C99894-7E03-C896-81C5-D3E3E4283DCA}"/>
              </a:ext>
              <a:ext uri="{C183D7F6-B498-43B3-948B-1728B52AA6E4}">
                <adec:decorative xmlns:adec="http://schemas.microsoft.com/office/drawing/2017/decorative" val="0"/>
              </a:ext>
            </a:extLst>
          </p:cNvPr>
          <p:cNvSpPr>
            <a:spLocks noGrp="1"/>
          </p:cNvSpPr>
          <p:nvPr>
            <p:ph type="body" sz="quarter" idx="39" hasCustomPrompt="1"/>
          </p:nvPr>
        </p:nvSpPr>
        <p:spPr>
          <a:xfrm>
            <a:off x="6103394"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8 or delete</a:t>
            </a:r>
          </a:p>
        </p:txBody>
      </p:sp>
      <p:sp>
        <p:nvSpPr>
          <p:cNvPr id="28" name="Agenda item 9 description">
            <a:extLst>
              <a:ext uri="{FF2B5EF4-FFF2-40B4-BE49-F238E27FC236}">
                <a16:creationId xmlns:a16="http://schemas.microsoft.com/office/drawing/2014/main" id="{6AD70C5E-C60E-6351-E0AD-35AC67F867CE}"/>
              </a:ext>
              <a:ext uri="{C183D7F6-B498-43B3-948B-1728B52AA6E4}">
                <adec:decorative xmlns:adec="http://schemas.microsoft.com/office/drawing/2017/decorative" val="0"/>
              </a:ext>
            </a:extLst>
          </p:cNvPr>
          <p:cNvSpPr>
            <a:spLocks noGrp="1"/>
          </p:cNvSpPr>
          <p:nvPr userDrawn="1">
            <p:ph type="body" sz="quarter" idx="40" hasCustomPrompt="1"/>
          </p:nvPr>
        </p:nvSpPr>
        <p:spPr>
          <a:xfrm>
            <a:off x="6103394"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9 or delete</a:t>
            </a:r>
          </a:p>
        </p:txBody>
      </p:sp>
      <p:sp>
        <p:nvSpPr>
          <p:cNvPr id="29" name="Agenda item 10 description">
            <a:extLst>
              <a:ext uri="{FF2B5EF4-FFF2-40B4-BE49-F238E27FC236}">
                <a16:creationId xmlns:a16="http://schemas.microsoft.com/office/drawing/2014/main" id="{73E0F363-7FBA-B1FD-FB13-1A6C322A02CF}"/>
              </a:ext>
              <a:ext uri="{C183D7F6-B498-43B3-948B-1728B52AA6E4}">
                <adec:decorative xmlns:adec="http://schemas.microsoft.com/office/drawing/2017/decorative" val="0"/>
              </a:ext>
            </a:extLst>
          </p:cNvPr>
          <p:cNvSpPr>
            <a:spLocks noGrp="1"/>
          </p:cNvSpPr>
          <p:nvPr userDrawn="1">
            <p:ph type="body" sz="quarter" idx="41" hasCustomPrompt="1"/>
          </p:nvPr>
        </p:nvSpPr>
        <p:spPr>
          <a:xfrm>
            <a:off x="6103394"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10 or delete</a:t>
            </a:r>
          </a:p>
        </p:txBody>
      </p:sp>
      <p:sp>
        <p:nvSpPr>
          <p:cNvPr id="30" name="Agenda item 11 description">
            <a:extLst>
              <a:ext uri="{FF2B5EF4-FFF2-40B4-BE49-F238E27FC236}">
                <a16:creationId xmlns:a16="http://schemas.microsoft.com/office/drawing/2014/main" id="{D58ED04A-7400-00EC-8982-A1E1CFEFA686}"/>
              </a:ext>
              <a:ext uri="{C183D7F6-B498-43B3-948B-1728B52AA6E4}">
                <adec:decorative xmlns:adec="http://schemas.microsoft.com/office/drawing/2017/decorative" val="0"/>
              </a:ext>
            </a:extLst>
          </p:cNvPr>
          <p:cNvSpPr>
            <a:spLocks noGrp="1"/>
          </p:cNvSpPr>
          <p:nvPr userDrawn="1">
            <p:ph type="body" sz="quarter" idx="42" hasCustomPrompt="1"/>
          </p:nvPr>
        </p:nvSpPr>
        <p:spPr>
          <a:xfrm>
            <a:off x="6103394"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11 or delete</a:t>
            </a:r>
          </a:p>
        </p:txBody>
      </p:sp>
      <p:sp>
        <p:nvSpPr>
          <p:cNvPr id="31" name="Agenda item 12 description">
            <a:extLst>
              <a:ext uri="{FF2B5EF4-FFF2-40B4-BE49-F238E27FC236}">
                <a16:creationId xmlns:a16="http://schemas.microsoft.com/office/drawing/2014/main" id="{91054C35-1504-9990-BDEF-C88B0598C605}"/>
              </a:ext>
              <a:ext uri="{C183D7F6-B498-43B3-948B-1728B52AA6E4}">
                <adec:decorative xmlns:adec="http://schemas.microsoft.com/office/drawing/2017/decorative" val="0"/>
              </a:ext>
            </a:extLst>
          </p:cNvPr>
          <p:cNvSpPr>
            <a:spLocks noGrp="1"/>
          </p:cNvSpPr>
          <p:nvPr userDrawn="1">
            <p:ph type="body" sz="quarter" idx="43" hasCustomPrompt="1"/>
          </p:nvPr>
        </p:nvSpPr>
        <p:spPr>
          <a:xfrm>
            <a:off x="6103394"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12 or delete</a:t>
            </a:r>
          </a:p>
        </p:txBody>
      </p:sp>
      <p:sp>
        <p:nvSpPr>
          <p:cNvPr id="4" name="Footer Placeholder 3">
            <a:extLst>
              <a:ext uri="{FF2B5EF4-FFF2-40B4-BE49-F238E27FC236}">
                <a16:creationId xmlns:a16="http://schemas.microsoft.com/office/drawing/2014/main" id="{EA00DBC9-3586-A9CB-3BAD-7A1413F7A744}"/>
              </a:ext>
              <a:ext uri="{C183D7F6-B498-43B3-948B-1728B52AA6E4}">
                <adec:decorative xmlns:adec="http://schemas.microsoft.com/office/drawing/2017/decorative" val="1"/>
              </a:ext>
            </a:extLst>
          </p:cNvPr>
          <p:cNvSpPr>
            <a:spLocks noGrp="1"/>
          </p:cNvSpPr>
          <p:nvPr>
            <p:ph type="ftr" sz="quarter" idx="5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userDrawn="1">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42298341"/>
      </p:ext>
    </p:extLst>
  </p:cSld>
  <p:clrMapOvr>
    <a:masterClrMapping/>
  </p:clrMapOvr>
  <p:transition/>
  <p:extLst>
    <p:ext uri="{DCECCB84-F9BA-43D5-87BE-67443E8EF086}">
      <p15:sldGuideLst xmlns:p15="http://schemas.microsoft.com/office/powerpoint/2012/main">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Layout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CF1F9B-DAF3-A533-33E8-B570CC80CEB9}"/>
              </a:ext>
            </a:extLst>
          </p:cNvPr>
          <p:cNvSpPr>
            <a:spLocks noGrp="1"/>
          </p:cNvSpPr>
          <p:nvPr>
            <p:ph type="title" hasCustomPrompt="1"/>
          </p:nvPr>
        </p:nvSpPr>
        <p:spPr/>
        <p:txBody>
          <a:bodyPr/>
          <a:lstStyle/>
          <a:p>
            <a:r>
              <a:rPr lang="en-US"/>
              <a:t>Agenda slide layout 3 - click to add title</a:t>
            </a:r>
          </a:p>
        </p:txBody>
      </p:sp>
      <p:sp>
        <p:nvSpPr>
          <p:cNvPr id="5" name="Agenda item 1 description">
            <a:extLst>
              <a:ext uri="{FF2B5EF4-FFF2-40B4-BE49-F238E27FC236}">
                <a16:creationId xmlns:a16="http://schemas.microsoft.com/office/drawing/2014/main" id="{410433DD-6F83-F577-A641-A48EC3FC032A}"/>
              </a:ext>
              <a:ext uri="{C183D7F6-B498-43B3-948B-1728B52AA6E4}">
                <adec:decorative xmlns:adec="http://schemas.microsoft.com/office/drawing/2017/decorative" val="0"/>
              </a:ext>
            </a:extLst>
          </p:cNvPr>
          <p:cNvSpPr>
            <a:spLocks noGrp="1"/>
          </p:cNvSpPr>
          <p:nvPr>
            <p:ph type="body" sz="quarter" idx="16" hasCustomPrompt="1"/>
          </p:nvPr>
        </p:nvSpPr>
        <p:spPr>
          <a:xfrm>
            <a:off x="76809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1</a:t>
            </a:r>
          </a:p>
        </p:txBody>
      </p:sp>
      <p:sp>
        <p:nvSpPr>
          <p:cNvPr id="3" name="Agenda item 1">
            <a:extLst>
              <a:ext uri="{FF2B5EF4-FFF2-40B4-BE49-F238E27FC236}">
                <a16:creationId xmlns:a16="http://schemas.microsoft.com/office/drawing/2014/main" id="{EEE8292D-DDC8-29D0-F22E-7DA0659D55D9}"/>
              </a:ext>
              <a:ext uri="{C183D7F6-B498-43B3-948B-1728B52AA6E4}">
                <adec:decorative xmlns:adec="http://schemas.microsoft.com/office/drawing/2017/decorative" val="1"/>
              </a:ext>
            </a:extLst>
          </p:cNvPr>
          <p:cNvSpPr>
            <a:spLocks noGrp="1"/>
          </p:cNvSpPr>
          <p:nvPr>
            <p:ph type="body" sz="quarter" idx="17" hasCustomPrompt="1"/>
          </p:nvPr>
        </p:nvSpPr>
        <p:spPr>
          <a:xfrm>
            <a:off x="1548512" y="1517904"/>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32" name="Agenda item 2 description">
            <a:extLst>
              <a:ext uri="{FF2B5EF4-FFF2-40B4-BE49-F238E27FC236}">
                <a16:creationId xmlns:a16="http://schemas.microsoft.com/office/drawing/2014/main" id="{B179BF33-B1BE-6230-6D6A-DC6E89E6F636}"/>
              </a:ext>
            </a:extLst>
          </p:cNvPr>
          <p:cNvSpPr>
            <a:spLocks noGrp="1"/>
          </p:cNvSpPr>
          <p:nvPr>
            <p:ph type="body" sz="quarter" idx="12" hasCustomPrompt="1"/>
          </p:nvPr>
        </p:nvSpPr>
        <p:spPr>
          <a:xfrm>
            <a:off x="355701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2</a:t>
            </a:r>
          </a:p>
        </p:txBody>
      </p:sp>
      <p:sp>
        <p:nvSpPr>
          <p:cNvPr id="13" name="Agenda item 2">
            <a:extLst>
              <a:ext uri="{FF2B5EF4-FFF2-40B4-BE49-F238E27FC236}">
                <a16:creationId xmlns:a16="http://schemas.microsoft.com/office/drawing/2014/main" id="{A945F926-1515-CC75-1672-68C0DC40D0A6}"/>
              </a:ext>
              <a:ext uri="{C183D7F6-B498-43B3-948B-1728B52AA6E4}">
                <adec:decorative xmlns:adec="http://schemas.microsoft.com/office/drawing/2017/decorative" val="1"/>
              </a:ext>
            </a:extLst>
          </p:cNvPr>
          <p:cNvSpPr>
            <a:spLocks noGrp="1"/>
          </p:cNvSpPr>
          <p:nvPr>
            <p:ph type="body" sz="quarter" idx="19" hasCustomPrompt="1"/>
          </p:nvPr>
        </p:nvSpPr>
        <p:spPr>
          <a:xfrm>
            <a:off x="4347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4" name="Agenda item 3 description">
            <a:extLst>
              <a:ext uri="{FF2B5EF4-FFF2-40B4-BE49-F238E27FC236}">
                <a16:creationId xmlns:a16="http://schemas.microsoft.com/office/drawing/2014/main" id="{38110207-8C1A-7C2A-F187-7B96C523CDB2}"/>
              </a:ext>
            </a:extLst>
          </p:cNvPr>
          <p:cNvSpPr>
            <a:spLocks noGrp="1"/>
          </p:cNvSpPr>
          <p:nvPr>
            <p:ph type="body" sz="quarter" idx="13" hasCustomPrompt="1"/>
          </p:nvPr>
        </p:nvSpPr>
        <p:spPr>
          <a:xfrm>
            <a:off x="6355080"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3</a:t>
            </a:r>
          </a:p>
        </p:txBody>
      </p:sp>
      <p:sp>
        <p:nvSpPr>
          <p:cNvPr id="33" name="Agenda item 3">
            <a:extLst>
              <a:ext uri="{FF2B5EF4-FFF2-40B4-BE49-F238E27FC236}">
                <a16:creationId xmlns:a16="http://schemas.microsoft.com/office/drawing/2014/main" id="{28E0D5AF-2A48-3135-18FA-75FF0C81A0C2}"/>
              </a:ext>
              <a:ext uri="{C183D7F6-B498-43B3-948B-1728B52AA6E4}">
                <adec:decorative xmlns:adec="http://schemas.microsoft.com/office/drawing/2017/decorative" val="1"/>
              </a:ext>
            </a:extLst>
          </p:cNvPr>
          <p:cNvSpPr>
            <a:spLocks noGrp="1"/>
          </p:cNvSpPr>
          <p:nvPr>
            <p:ph type="body" sz="quarter" idx="20" hasCustomPrompt="1"/>
          </p:nvPr>
        </p:nvSpPr>
        <p:spPr>
          <a:xfrm>
            <a:off x="7141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6" name="Agenda item 4 description">
            <a:extLst>
              <a:ext uri="{FF2B5EF4-FFF2-40B4-BE49-F238E27FC236}">
                <a16:creationId xmlns:a16="http://schemas.microsoft.com/office/drawing/2014/main" id="{1EF49AA8-99F9-DFFE-2924-2F2203B07183}"/>
              </a:ext>
            </a:extLst>
          </p:cNvPr>
          <p:cNvSpPr>
            <a:spLocks noGrp="1"/>
          </p:cNvSpPr>
          <p:nvPr>
            <p:ph type="body" sz="quarter" idx="18" hasCustomPrompt="1"/>
          </p:nvPr>
        </p:nvSpPr>
        <p:spPr>
          <a:xfrm>
            <a:off x="9156855"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4</a:t>
            </a:r>
          </a:p>
        </p:txBody>
      </p:sp>
      <p:sp>
        <p:nvSpPr>
          <p:cNvPr id="35" name="Agenda item 4">
            <a:extLst>
              <a:ext uri="{FF2B5EF4-FFF2-40B4-BE49-F238E27FC236}">
                <a16:creationId xmlns:a16="http://schemas.microsoft.com/office/drawing/2014/main" id="{28922037-033C-4B02-F191-D7A10C3B2895}"/>
              </a:ext>
              <a:ext uri="{C183D7F6-B498-43B3-948B-1728B52AA6E4}">
                <adec:decorative xmlns:adec="http://schemas.microsoft.com/office/drawing/2017/decorative" val="1"/>
              </a:ext>
            </a:extLst>
          </p:cNvPr>
          <p:cNvSpPr>
            <a:spLocks noGrp="1"/>
          </p:cNvSpPr>
          <p:nvPr>
            <p:ph type="body" sz="quarter" idx="21" hasCustomPrompt="1"/>
          </p:nvPr>
        </p:nvSpPr>
        <p:spPr>
          <a:xfrm>
            <a:off x="9935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1" name="Agenda item 5 description">
            <a:extLst>
              <a:ext uri="{FF2B5EF4-FFF2-40B4-BE49-F238E27FC236}">
                <a16:creationId xmlns:a16="http://schemas.microsoft.com/office/drawing/2014/main" id="{A8C9C41D-497C-D5B1-CD0D-329AC0D572F5}"/>
              </a:ext>
            </a:extLst>
          </p:cNvPr>
          <p:cNvSpPr>
            <a:spLocks noGrp="1"/>
          </p:cNvSpPr>
          <p:nvPr>
            <p:ph type="body" sz="quarter" idx="23" hasCustomPrompt="1"/>
          </p:nvPr>
        </p:nvSpPr>
        <p:spPr>
          <a:xfrm>
            <a:off x="76809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5</a:t>
            </a:r>
          </a:p>
        </p:txBody>
      </p:sp>
      <p:sp>
        <p:nvSpPr>
          <p:cNvPr id="20" name="Agenda item 5">
            <a:extLst>
              <a:ext uri="{FF2B5EF4-FFF2-40B4-BE49-F238E27FC236}">
                <a16:creationId xmlns:a16="http://schemas.microsoft.com/office/drawing/2014/main" id="{35FB7347-5B46-967F-82DA-894677567539}"/>
              </a:ext>
              <a:ext uri="{C183D7F6-B498-43B3-948B-1728B52AA6E4}">
                <adec:decorative xmlns:adec="http://schemas.microsoft.com/office/drawing/2017/decorative" val="1"/>
              </a:ext>
            </a:extLst>
          </p:cNvPr>
          <p:cNvSpPr>
            <a:spLocks noGrp="1"/>
          </p:cNvSpPr>
          <p:nvPr>
            <p:ph type="body" sz="quarter" idx="22" hasCustomPrompt="1"/>
          </p:nvPr>
        </p:nvSpPr>
        <p:spPr>
          <a:xfrm>
            <a:off x="1551044" y="3867926"/>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3" name="Agenda item 6 description">
            <a:extLst>
              <a:ext uri="{FF2B5EF4-FFF2-40B4-BE49-F238E27FC236}">
                <a16:creationId xmlns:a16="http://schemas.microsoft.com/office/drawing/2014/main" id="{87180DAA-A9DF-402A-F2C3-5D908A97D73B}"/>
              </a:ext>
            </a:extLst>
          </p:cNvPr>
          <p:cNvSpPr>
            <a:spLocks noGrp="1"/>
          </p:cNvSpPr>
          <p:nvPr>
            <p:ph type="body" sz="quarter" idx="25" hasCustomPrompt="1"/>
          </p:nvPr>
        </p:nvSpPr>
        <p:spPr>
          <a:xfrm>
            <a:off x="355701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6</a:t>
            </a:r>
          </a:p>
        </p:txBody>
      </p:sp>
      <p:sp>
        <p:nvSpPr>
          <p:cNvPr id="22" name="Agenda item 6">
            <a:extLst>
              <a:ext uri="{FF2B5EF4-FFF2-40B4-BE49-F238E27FC236}">
                <a16:creationId xmlns:a16="http://schemas.microsoft.com/office/drawing/2014/main" id="{5BF2E6A8-CA19-512A-5A70-FD6FEAEF2E55}"/>
              </a:ext>
              <a:ext uri="{C183D7F6-B498-43B3-948B-1728B52AA6E4}">
                <adec:decorative xmlns:adec="http://schemas.microsoft.com/office/drawing/2017/decorative" val="1"/>
              </a:ext>
            </a:extLst>
          </p:cNvPr>
          <p:cNvSpPr>
            <a:spLocks noGrp="1"/>
          </p:cNvSpPr>
          <p:nvPr>
            <p:ph type="body" sz="quarter" idx="24" hasCustomPrompt="1"/>
          </p:nvPr>
        </p:nvSpPr>
        <p:spPr>
          <a:xfrm>
            <a:off x="4347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5" name="Agenda item 7 description">
            <a:extLst>
              <a:ext uri="{FF2B5EF4-FFF2-40B4-BE49-F238E27FC236}">
                <a16:creationId xmlns:a16="http://schemas.microsoft.com/office/drawing/2014/main" id="{61C0DECA-A650-D1E0-0A82-9AC736DC85E6}"/>
              </a:ext>
            </a:extLst>
          </p:cNvPr>
          <p:cNvSpPr>
            <a:spLocks noGrp="1"/>
          </p:cNvSpPr>
          <p:nvPr>
            <p:ph type="body" sz="quarter" idx="27" hasCustomPrompt="1"/>
          </p:nvPr>
        </p:nvSpPr>
        <p:spPr>
          <a:xfrm>
            <a:off x="6355080"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7</a:t>
            </a:r>
          </a:p>
        </p:txBody>
      </p:sp>
      <p:sp>
        <p:nvSpPr>
          <p:cNvPr id="24" name="Agenda item 7">
            <a:extLst>
              <a:ext uri="{FF2B5EF4-FFF2-40B4-BE49-F238E27FC236}">
                <a16:creationId xmlns:a16="http://schemas.microsoft.com/office/drawing/2014/main" id="{AF27472A-2634-7758-05C2-3D692E51697F}"/>
              </a:ext>
              <a:ext uri="{C183D7F6-B498-43B3-948B-1728B52AA6E4}">
                <adec:decorative xmlns:adec="http://schemas.microsoft.com/office/drawing/2017/decorative" val="1"/>
              </a:ext>
            </a:extLst>
          </p:cNvPr>
          <p:cNvSpPr>
            <a:spLocks noGrp="1"/>
          </p:cNvSpPr>
          <p:nvPr>
            <p:ph type="body" sz="quarter" idx="26" hasCustomPrompt="1"/>
          </p:nvPr>
        </p:nvSpPr>
        <p:spPr>
          <a:xfrm>
            <a:off x="7141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7" name="Agenda item 8 description">
            <a:extLst>
              <a:ext uri="{FF2B5EF4-FFF2-40B4-BE49-F238E27FC236}">
                <a16:creationId xmlns:a16="http://schemas.microsoft.com/office/drawing/2014/main" id="{76B22D04-2920-375F-8918-58AEE5B7A13E}"/>
              </a:ext>
            </a:extLst>
          </p:cNvPr>
          <p:cNvSpPr>
            <a:spLocks noGrp="1"/>
          </p:cNvSpPr>
          <p:nvPr>
            <p:ph type="body" sz="quarter" idx="29" hasCustomPrompt="1"/>
          </p:nvPr>
        </p:nvSpPr>
        <p:spPr>
          <a:xfrm>
            <a:off x="9156855"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8</a:t>
            </a:r>
          </a:p>
        </p:txBody>
      </p:sp>
      <p:sp>
        <p:nvSpPr>
          <p:cNvPr id="26" name="Agenda item 8">
            <a:extLst>
              <a:ext uri="{FF2B5EF4-FFF2-40B4-BE49-F238E27FC236}">
                <a16:creationId xmlns:a16="http://schemas.microsoft.com/office/drawing/2014/main" id="{3F6A61E3-6AAD-BF3C-2F14-CD4C8A577F58}"/>
              </a:ext>
              <a:ext uri="{C183D7F6-B498-43B3-948B-1728B52AA6E4}">
                <adec:decorative xmlns:adec="http://schemas.microsoft.com/office/drawing/2017/decorative" val="1"/>
              </a:ext>
            </a:extLst>
          </p:cNvPr>
          <p:cNvSpPr>
            <a:spLocks noGrp="1"/>
          </p:cNvSpPr>
          <p:nvPr>
            <p:ph type="body" sz="quarter" idx="28" hasCustomPrompt="1"/>
          </p:nvPr>
        </p:nvSpPr>
        <p:spPr>
          <a:xfrm>
            <a:off x="9935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4" name="Footer Placeholder 3">
            <a:extLst>
              <a:ext uri="{FF2B5EF4-FFF2-40B4-BE49-F238E27FC236}">
                <a16:creationId xmlns:a16="http://schemas.microsoft.com/office/drawing/2014/main" id="{DB884332-1497-54F4-11D6-D18B07C13226}"/>
              </a:ext>
              <a:ext uri="{C183D7F6-B498-43B3-948B-1728B52AA6E4}">
                <adec:decorative xmlns:adec="http://schemas.microsoft.com/office/drawing/2017/decorative" val="1"/>
              </a:ext>
            </a:extLst>
          </p:cNvPr>
          <p:cNvSpPr>
            <a:spLocks noGrp="1"/>
          </p:cNvSpPr>
          <p:nvPr>
            <p:ph type="ftr" sz="quarter" idx="3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539607705"/>
      </p:ext>
    </p:extLst>
  </p:cSld>
  <p:clrMapOvr>
    <a:masterClrMapping/>
  </p:clrMapOv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093FB-9E7B-DF03-7775-667BC9D9983F}"/>
              </a:ext>
            </a:extLst>
          </p:cNvPr>
          <p:cNvSpPr>
            <a:spLocks noGrp="1"/>
          </p:cNvSpPr>
          <p:nvPr>
            <p:ph type="title" hasCustomPrompt="1"/>
          </p:nvPr>
        </p:nvSpPr>
        <p:spPr>
          <a:xfrm>
            <a:off x="766763" y="682514"/>
            <a:ext cx="6217920" cy="532765"/>
          </a:xfrm>
        </p:spPr>
        <p:txBody>
          <a:bodyPr/>
          <a:lstStyle/>
          <a:p>
            <a:r>
              <a:rPr lang="en-US"/>
              <a:t>Agenda slide layout 4 - click to add title</a:t>
            </a:r>
          </a:p>
        </p:txBody>
      </p:sp>
      <p:sp>
        <p:nvSpPr>
          <p:cNvPr id="13" name="Agenda item 1">
            <a:extLst>
              <a:ext uri="{FF2B5EF4-FFF2-40B4-BE49-F238E27FC236}">
                <a16:creationId xmlns:a16="http://schemas.microsoft.com/office/drawing/2014/main" id="{10FF187A-991B-2296-9D37-DAEEC42AF38E}"/>
              </a:ext>
              <a:ext uri="{C183D7F6-B498-43B3-948B-1728B52AA6E4}">
                <adec:decorative xmlns:adec="http://schemas.microsoft.com/office/drawing/2017/decorative" val="1"/>
              </a:ext>
            </a:extLst>
          </p:cNvPr>
          <p:cNvSpPr>
            <a:spLocks noGrp="1"/>
          </p:cNvSpPr>
          <p:nvPr>
            <p:ph type="body" sz="quarter" idx="18" hasCustomPrompt="1"/>
          </p:nvPr>
        </p:nvSpPr>
        <p:spPr>
          <a:xfrm>
            <a:off x="768096" y="1656522"/>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12" name="Agenda item 1 description">
            <a:extLst>
              <a:ext uri="{FF2B5EF4-FFF2-40B4-BE49-F238E27FC236}">
                <a16:creationId xmlns:a16="http://schemas.microsoft.com/office/drawing/2014/main" id="{98A48C77-D94E-F45A-365C-EB5799D2546D}"/>
              </a:ext>
              <a:ext uri="{C183D7F6-B498-43B3-948B-1728B52AA6E4}">
                <adec:decorative xmlns:adec="http://schemas.microsoft.com/office/drawing/2017/decorative" val="0"/>
              </a:ext>
            </a:extLst>
          </p:cNvPr>
          <p:cNvSpPr>
            <a:spLocks noGrp="1"/>
          </p:cNvSpPr>
          <p:nvPr>
            <p:ph type="body" sz="quarter" idx="16" hasCustomPrompt="1"/>
          </p:nvPr>
        </p:nvSpPr>
        <p:spPr>
          <a:xfrm>
            <a:off x="1533306" y="1656522"/>
            <a:ext cx="5328000"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1</a:t>
            </a:r>
          </a:p>
        </p:txBody>
      </p:sp>
      <p:sp>
        <p:nvSpPr>
          <p:cNvPr id="6" name="Agenda line 1 Placeholder">
            <a:extLst>
              <a:ext uri="{FF2B5EF4-FFF2-40B4-BE49-F238E27FC236}">
                <a16:creationId xmlns:a16="http://schemas.microsoft.com/office/drawing/2014/main" id="{257172E3-3355-D363-396B-8BF62229E6FD}"/>
              </a:ext>
              <a:ext uri="{C183D7F6-B498-43B3-948B-1728B52AA6E4}">
                <adec:decorative xmlns:adec="http://schemas.microsoft.com/office/drawing/2017/decorative" val="1"/>
              </a:ext>
            </a:extLst>
          </p:cNvPr>
          <p:cNvSpPr>
            <a:spLocks noGrp="1"/>
          </p:cNvSpPr>
          <p:nvPr>
            <p:ph sz="quarter" idx="38" hasCustomPrompt="1"/>
          </p:nvPr>
        </p:nvSpPr>
        <p:spPr>
          <a:xfrm>
            <a:off x="1531937" y="2212848"/>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5" name="Agenda item 2">
            <a:extLst>
              <a:ext uri="{FF2B5EF4-FFF2-40B4-BE49-F238E27FC236}">
                <a16:creationId xmlns:a16="http://schemas.microsoft.com/office/drawing/2014/main" id="{2D77AD32-FE01-AAA7-1AA3-59E2CD04FE9A}"/>
              </a:ext>
              <a:ext uri="{C183D7F6-B498-43B3-948B-1728B52AA6E4}">
                <adec:decorative xmlns:adec="http://schemas.microsoft.com/office/drawing/2017/decorative" val="1"/>
              </a:ext>
            </a:extLst>
          </p:cNvPr>
          <p:cNvSpPr>
            <a:spLocks noGrp="1"/>
          </p:cNvSpPr>
          <p:nvPr>
            <p:ph type="body" sz="quarter" idx="19" hasCustomPrompt="1"/>
          </p:nvPr>
        </p:nvSpPr>
        <p:spPr>
          <a:xfrm>
            <a:off x="768096" y="2430225"/>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3" name="Agenda item 2 description">
            <a:extLst>
              <a:ext uri="{FF2B5EF4-FFF2-40B4-BE49-F238E27FC236}">
                <a16:creationId xmlns:a16="http://schemas.microsoft.com/office/drawing/2014/main" id="{8AB164F9-C2DE-460C-03EB-191C8F2D034C}"/>
              </a:ext>
              <a:ext uri="{C183D7F6-B498-43B3-948B-1728B52AA6E4}">
                <adec:decorative xmlns:adec="http://schemas.microsoft.com/office/drawing/2017/decorative" val="0"/>
              </a:ext>
            </a:extLst>
          </p:cNvPr>
          <p:cNvSpPr>
            <a:spLocks noGrp="1"/>
          </p:cNvSpPr>
          <p:nvPr>
            <p:ph type="body" sz="quarter" idx="27" hasCustomPrompt="1"/>
          </p:nvPr>
        </p:nvSpPr>
        <p:spPr>
          <a:xfrm>
            <a:off x="1531220" y="2430225"/>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2</a:t>
            </a:r>
          </a:p>
        </p:txBody>
      </p:sp>
      <p:sp>
        <p:nvSpPr>
          <p:cNvPr id="7" name="Agenda line 2 Placeholder">
            <a:extLst>
              <a:ext uri="{FF2B5EF4-FFF2-40B4-BE49-F238E27FC236}">
                <a16:creationId xmlns:a16="http://schemas.microsoft.com/office/drawing/2014/main" id="{1D6E6D62-436F-5CA4-D0E5-064A2FA06AD4}"/>
              </a:ext>
              <a:ext uri="{C183D7F6-B498-43B3-948B-1728B52AA6E4}">
                <adec:decorative xmlns:adec="http://schemas.microsoft.com/office/drawing/2017/decorative" val="1"/>
              </a:ext>
            </a:extLst>
          </p:cNvPr>
          <p:cNvSpPr>
            <a:spLocks noGrp="1"/>
          </p:cNvSpPr>
          <p:nvPr>
            <p:ph sz="quarter" idx="39" hasCustomPrompt="1"/>
          </p:nvPr>
        </p:nvSpPr>
        <p:spPr>
          <a:xfrm>
            <a:off x="1536192" y="299008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7" name="Agenda item 3">
            <a:extLst>
              <a:ext uri="{FF2B5EF4-FFF2-40B4-BE49-F238E27FC236}">
                <a16:creationId xmlns:a16="http://schemas.microsoft.com/office/drawing/2014/main" id="{D2842598-505D-2249-A666-03620A6069BE}"/>
              </a:ext>
              <a:ext uri="{C183D7F6-B498-43B3-948B-1728B52AA6E4}">
                <adec:decorative xmlns:adec="http://schemas.microsoft.com/office/drawing/2017/decorative" val="1"/>
              </a:ext>
            </a:extLst>
          </p:cNvPr>
          <p:cNvSpPr>
            <a:spLocks noGrp="1"/>
          </p:cNvSpPr>
          <p:nvPr>
            <p:ph type="body" sz="quarter" idx="20" hasCustomPrompt="1"/>
          </p:nvPr>
        </p:nvSpPr>
        <p:spPr>
          <a:xfrm>
            <a:off x="768096" y="3203928"/>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4" name="Agenda item 3 description">
            <a:extLst>
              <a:ext uri="{FF2B5EF4-FFF2-40B4-BE49-F238E27FC236}">
                <a16:creationId xmlns:a16="http://schemas.microsoft.com/office/drawing/2014/main" id="{0B284BE8-B9B1-CE6C-820E-BE74D3DFF39E}"/>
              </a:ext>
              <a:ext uri="{C183D7F6-B498-43B3-948B-1728B52AA6E4}">
                <adec:decorative xmlns:adec="http://schemas.microsoft.com/office/drawing/2017/decorative" val="0"/>
              </a:ext>
            </a:extLst>
          </p:cNvPr>
          <p:cNvSpPr>
            <a:spLocks noGrp="1"/>
          </p:cNvSpPr>
          <p:nvPr>
            <p:ph type="body" sz="quarter" idx="28" hasCustomPrompt="1"/>
          </p:nvPr>
        </p:nvSpPr>
        <p:spPr>
          <a:xfrm>
            <a:off x="1531220" y="3203928"/>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3</a:t>
            </a:r>
          </a:p>
        </p:txBody>
      </p:sp>
      <p:sp>
        <p:nvSpPr>
          <p:cNvPr id="9" name="Agenda line 3 Placeholder">
            <a:extLst>
              <a:ext uri="{FF2B5EF4-FFF2-40B4-BE49-F238E27FC236}">
                <a16:creationId xmlns:a16="http://schemas.microsoft.com/office/drawing/2014/main" id="{64FEA698-3CEC-142B-2103-2537506FF81C}"/>
              </a:ext>
              <a:ext uri="{C183D7F6-B498-43B3-948B-1728B52AA6E4}">
                <adec:decorative xmlns:adec="http://schemas.microsoft.com/office/drawing/2017/decorative" val="1"/>
              </a:ext>
            </a:extLst>
          </p:cNvPr>
          <p:cNvSpPr>
            <a:spLocks noGrp="1"/>
          </p:cNvSpPr>
          <p:nvPr>
            <p:ph sz="quarter" idx="40" hasCustomPrompt="1"/>
          </p:nvPr>
        </p:nvSpPr>
        <p:spPr>
          <a:xfrm>
            <a:off x="1536192" y="376732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32" name="Agenda item 4">
            <a:extLst>
              <a:ext uri="{FF2B5EF4-FFF2-40B4-BE49-F238E27FC236}">
                <a16:creationId xmlns:a16="http://schemas.microsoft.com/office/drawing/2014/main" id="{90361265-A14F-E476-D9E5-D44560CA5164}"/>
              </a:ext>
              <a:ext uri="{C183D7F6-B498-43B3-948B-1728B52AA6E4}">
                <adec:decorative xmlns:adec="http://schemas.microsoft.com/office/drawing/2017/decorative" val="1"/>
              </a:ext>
            </a:extLst>
          </p:cNvPr>
          <p:cNvSpPr>
            <a:spLocks noGrp="1"/>
          </p:cNvSpPr>
          <p:nvPr>
            <p:ph type="body" sz="quarter" idx="26" hasCustomPrompt="1"/>
          </p:nvPr>
        </p:nvSpPr>
        <p:spPr>
          <a:xfrm>
            <a:off x="768096" y="3977631"/>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5" name="Agenda item 4 description">
            <a:extLst>
              <a:ext uri="{FF2B5EF4-FFF2-40B4-BE49-F238E27FC236}">
                <a16:creationId xmlns:a16="http://schemas.microsoft.com/office/drawing/2014/main" id="{8520F02C-48BD-F94F-1559-1FBBBB1E9B72}"/>
              </a:ext>
              <a:ext uri="{C183D7F6-B498-43B3-948B-1728B52AA6E4}">
                <adec:decorative xmlns:adec="http://schemas.microsoft.com/office/drawing/2017/decorative" val="0"/>
              </a:ext>
            </a:extLst>
          </p:cNvPr>
          <p:cNvSpPr>
            <a:spLocks noGrp="1"/>
          </p:cNvSpPr>
          <p:nvPr>
            <p:ph type="body" sz="quarter" idx="29" hasCustomPrompt="1"/>
          </p:nvPr>
        </p:nvSpPr>
        <p:spPr>
          <a:xfrm>
            <a:off x="1531220" y="3977631"/>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4 </a:t>
            </a:r>
          </a:p>
        </p:txBody>
      </p:sp>
      <p:sp>
        <p:nvSpPr>
          <p:cNvPr id="14" name="Agenda line 4 Placeholder">
            <a:extLst>
              <a:ext uri="{FF2B5EF4-FFF2-40B4-BE49-F238E27FC236}">
                <a16:creationId xmlns:a16="http://schemas.microsoft.com/office/drawing/2014/main" id="{294815D1-A6FC-7FA3-10FF-2B021C27896E}"/>
              </a:ext>
              <a:ext uri="{C183D7F6-B498-43B3-948B-1728B52AA6E4}">
                <adec:decorative xmlns:adec="http://schemas.microsoft.com/office/drawing/2017/decorative" val="1"/>
              </a:ext>
            </a:extLst>
          </p:cNvPr>
          <p:cNvSpPr>
            <a:spLocks noGrp="1"/>
          </p:cNvSpPr>
          <p:nvPr>
            <p:ph sz="quarter" idx="42" hasCustomPrompt="1"/>
          </p:nvPr>
        </p:nvSpPr>
        <p:spPr>
          <a:xfrm>
            <a:off x="1536192" y="453542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9" name="Agenda item 5">
            <a:extLst>
              <a:ext uri="{FF2B5EF4-FFF2-40B4-BE49-F238E27FC236}">
                <a16:creationId xmlns:a16="http://schemas.microsoft.com/office/drawing/2014/main" id="{9BC64A6F-E796-8052-BDC4-C41A84E890AC}"/>
              </a:ext>
              <a:ext uri="{C183D7F6-B498-43B3-948B-1728B52AA6E4}">
                <adec:decorative xmlns:adec="http://schemas.microsoft.com/office/drawing/2017/decorative" val="1"/>
              </a:ext>
            </a:extLst>
          </p:cNvPr>
          <p:cNvSpPr>
            <a:spLocks noGrp="1"/>
          </p:cNvSpPr>
          <p:nvPr>
            <p:ph type="body" sz="quarter" idx="22" hasCustomPrompt="1"/>
          </p:nvPr>
        </p:nvSpPr>
        <p:spPr>
          <a:xfrm>
            <a:off x="768096" y="4751334"/>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6" name="Agenda item 5 description">
            <a:extLst>
              <a:ext uri="{FF2B5EF4-FFF2-40B4-BE49-F238E27FC236}">
                <a16:creationId xmlns:a16="http://schemas.microsoft.com/office/drawing/2014/main" id="{2A36E3F2-5923-CCBC-97A9-3E586E1CF53B}"/>
              </a:ext>
              <a:ext uri="{C183D7F6-B498-43B3-948B-1728B52AA6E4}">
                <adec:decorative xmlns:adec="http://schemas.microsoft.com/office/drawing/2017/decorative" val="0"/>
              </a:ext>
            </a:extLst>
          </p:cNvPr>
          <p:cNvSpPr>
            <a:spLocks noGrp="1"/>
          </p:cNvSpPr>
          <p:nvPr>
            <p:ph type="body" sz="quarter" idx="30" hasCustomPrompt="1"/>
          </p:nvPr>
        </p:nvSpPr>
        <p:spPr>
          <a:xfrm>
            <a:off x="1531220" y="4751334"/>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5</a:t>
            </a:r>
          </a:p>
        </p:txBody>
      </p:sp>
      <p:sp>
        <p:nvSpPr>
          <p:cNvPr id="16" name="Agenda line 5 Placeholder">
            <a:extLst>
              <a:ext uri="{FF2B5EF4-FFF2-40B4-BE49-F238E27FC236}">
                <a16:creationId xmlns:a16="http://schemas.microsoft.com/office/drawing/2014/main" id="{5BC826FD-42D6-F330-42BD-1B51308F53DA}"/>
              </a:ext>
              <a:ext uri="{C183D7F6-B498-43B3-948B-1728B52AA6E4}">
                <adec:decorative xmlns:adec="http://schemas.microsoft.com/office/drawing/2017/decorative" val="1"/>
              </a:ext>
            </a:extLst>
          </p:cNvPr>
          <p:cNvSpPr>
            <a:spLocks noGrp="1"/>
          </p:cNvSpPr>
          <p:nvPr>
            <p:ph sz="quarter" idx="43" hasCustomPrompt="1"/>
          </p:nvPr>
        </p:nvSpPr>
        <p:spPr>
          <a:xfrm>
            <a:off x="1536192" y="531266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21" name="Agenda item 6">
            <a:extLst>
              <a:ext uri="{FF2B5EF4-FFF2-40B4-BE49-F238E27FC236}">
                <a16:creationId xmlns:a16="http://schemas.microsoft.com/office/drawing/2014/main" id="{1B9398C7-9BFD-530A-AAD5-5DB929ACE1DB}"/>
              </a:ext>
              <a:ext uri="{C183D7F6-B498-43B3-948B-1728B52AA6E4}">
                <adec:decorative xmlns:adec="http://schemas.microsoft.com/office/drawing/2017/decorative" val="1"/>
              </a:ext>
            </a:extLst>
          </p:cNvPr>
          <p:cNvSpPr>
            <a:spLocks noGrp="1"/>
          </p:cNvSpPr>
          <p:nvPr>
            <p:ph type="body" sz="quarter" idx="24" hasCustomPrompt="1"/>
          </p:nvPr>
        </p:nvSpPr>
        <p:spPr>
          <a:xfrm>
            <a:off x="768096" y="5525036"/>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7" name="Agenda item 6 description">
            <a:extLst>
              <a:ext uri="{FF2B5EF4-FFF2-40B4-BE49-F238E27FC236}">
                <a16:creationId xmlns:a16="http://schemas.microsoft.com/office/drawing/2014/main" id="{7D7BE22F-DA85-C34B-5FFD-B711790E06D2}"/>
              </a:ext>
              <a:ext uri="{C183D7F6-B498-43B3-948B-1728B52AA6E4}">
                <adec:decorative xmlns:adec="http://schemas.microsoft.com/office/drawing/2017/decorative" val="0"/>
              </a:ext>
            </a:extLst>
          </p:cNvPr>
          <p:cNvSpPr>
            <a:spLocks noGrp="1"/>
          </p:cNvSpPr>
          <p:nvPr>
            <p:ph type="body" sz="quarter" idx="31" hasCustomPrompt="1"/>
          </p:nvPr>
        </p:nvSpPr>
        <p:spPr>
          <a:xfrm>
            <a:off x="1531220" y="5525036"/>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6</a:t>
            </a:r>
          </a:p>
        </p:txBody>
      </p:sp>
      <p:sp>
        <p:nvSpPr>
          <p:cNvPr id="11" name="Agenda line 6 Placeholder">
            <a:extLst>
              <a:ext uri="{FF2B5EF4-FFF2-40B4-BE49-F238E27FC236}">
                <a16:creationId xmlns:a16="http://schemas.microsoft.com/office/drawing/2014/main" id="{69551B19-5FB8-119B-B488-08BCF0E6B506}"/>
              </a:ext>
              <a:ext uri="{C183D7F6-B498-43B3-948B-1728B52AA6E4}">
                <adec:decorative xmlns:adec="http://schemas.microsoft.com/office/drawing/2017/decorative" val="1"/>
              </a:ext>
            </a:extLst>
          </p:cNvPr>
          <p:cNvSpPr>
            <a:spLocks noGrp="1"/>
          </p:cNvSpPr>
          <p:nvPr>
            <p:ph sz="quarter" idx="41" hasCustomPrompt="1"/>
          </p:nvPr>
        </p:nvSpPr>
        <p:spPr>
          <a:xfrm>
            <a:off x="1536192" y="6080759"/>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0" name="Picture Placeholder 20">
            <a:extLst>
              <a:ext uri="{FF2B5EF4-FFF2-40B4-BE49-F238E27FC236}">
                <a16:creationId xmlns:a16="http://schemas.microsoft.com/office/drawing/2014/main" id="{248D24D7-EC9C-F974-7D82-7F4B6F87926D}"/>
              </a:ext>
              <a:ext uri="{C183D7F6-B498-43B3-948B-1728B52AA6E4}">
                <adec:decorative xmlns:adec="http://schemas.microsoft.com/office/drawing/2017/decorative" val="1"/>
              </a:ext>
            </a:extLst>
          </p:cNvPr>
          <p:cNvSpPr>
            <a:spLocks noGrp="1"/>
          </p:cNvSpPr>
          <p:nvPr>
            <p:ph type="pic" sz="quarter" idx="14" hasCustomPrompt="1"/>
          </p:nvPr>
        </p:nvSpPr>
        <p:spPr>
          <a:xfrm>
            <a:off x="7620000" y="765176"/>
            <a:ext cx="3805238"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librarybrand.cgi.com</a:t>
            </a:r>
          </a:p>
        </p:txBody>
      </p:sp>
      <p:sp>
        <p:nvSpPr>
          <p:cNvPr id="2" name="Footer Placeholder 1">
            <a:extLst>
              <a:ext uri="{FF2B5EF4-FFF2-40B4-BE49-F238E27FC236}">
                <a16:creationId xmlns:a16="http://schemas.microsoft.com/office/drawing/2014/main" id="{11E23B5B-86A5-9929-E075-CFDE6B46C894}"/>
              </a:ext>
              <a:ext uri="{C183D7F6-B498-43B3-948B-1728B52AA6E4}">
                <adec:decorative xmlns:adec="http://schemas.microsoft.com/office/drawing/2017/decorative" val="1"/>
              </a:ext>
            </a:extLst>
          </p:cNvPr>
          <p:cNvSpPr>
            <a:spLocks noGrp="1"/>
          </p:cNvSpPr>
          <p:nvPr>
            <p:ph type="ftr" sz="quarter" idx="45"/>
          </p:nvPr>
        </p:nvSpPr>
        <p:spPr/>
        <p:txBody>
          <a:bodyPr/>
          <a:lstStyle/>
          <a:p>
            <a:endParaRPr lang="en-US" noProof="0"/>
          </a:p>
        </p:txBody>
      </p:sp>
      <p:sp>
        <p:nvSpPr>
          <p:cNvPr id="4" name="Slide Number Placeholder 3">
            <a:extLst>
              <a:ext uri="{FF2B5EF4-FFF2-40B4-BE49-F238E27FC236}">
                <a16:creationId xmlns:a16="http://schemas.microsoft.com/office/drawing/2014/main" id="{8C7834B6-7F1E-DDCB-2FF1-903263236C2C}"/>
              </a:ext>
              <a:ext uri="{C183D7F6-B498-43B3-948B-1728B52AA6E4}">
                <adec:decorative xmlns:adec="http://schemas.microsoft.com/office/drawing/2017/decorative" val="1"/>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70448321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4A61-5FF4-45DD-DAC3-987C6FEDD01B}"/>
              </a:ext>
            </a:extLst>
          </p:cNvPr>
          <p:cNvSpPr>
            <a:spLocks noGrp="1"/>
          </p:cNvSpPr>
          <p:nvPr>
            <p:ph type="title" hasCustomPrompt="1"/>
          </p:nvPr>
        </p:nvSpPr>
        <p:spPr>
          <a:xfrm>
            <a:off x="4583114" y="682514"/>
            <a:ext cx="6842124" cy="532765"/>
          </a:xfrm>
        </p:spPr>
        <p:txBody>
          <a:bodyPr/>
          <a:lstStyle/>
          <a:p>
            <a:r>
              <a:rPr lang="en-US"/>
              <a:t>Agenda slide layout 5 - click to add title</a:t>
            </a:r>
          </a:p>
        </p:txBody>
      </p:sp>
      <p:sp>
        <p:nvSpPr>
          <p:cNvPr id="9" name="Content Placeholder 20">
            <a:extLst>
              <a:ext uri="{FF2B5EF4-FFF2-40B4-BE49-F238E27FC236}">
                <a16:creationId xmlns:a16="http://schemas.microsoft.com/office/drawing/2014/main" id="{F3FE636F-7D6F-A556-CB63-5058ECC92133}"/>
              </a:ext>
            </a:extLst>
          </p:cNvPr>
          <p:cNvSpPr>
            <a:spLocks noGrp="1"/>
          </p:cNvSpPr>
          <p:nvPr>
            <p:ph sz="quarter" idx="17" hasCustomPrompt="1"/>
          </p:nvPr>
        </p:nvSpPr>
        <p:spPr>
          <a:xfrm>
            <a:off x="4583114" y="1656522"/>
            <a:ext cx="6842124" cy="4436304"/>
          </a:xfrm>
          <a:prstGeom prst="rect">
            <a:avLst/>
          </a:prstGeom>
          <a:noFill/>
        </p:spPr>
        <p:txBody>
          <a:bodyPr lIns="0" tIns="0" rIns="0" bIns="0">
            <a:noAutofit/>
          </a:bodyPr>
          <a:lstStyle>
            <a:lvl1pPr marL="0" indent="0">
              <a:lnSpc>
                <a:spcPct val="150000"/>
              </a:lnSpc>
              <a:spcBef>
                <a:spcPts val="500"/>
              </a:spcBef>
              <a:buClr>
                <a:schemeClr val="tx1"/>
              </a:buClr>
              <a:buSzPct val="110000"/>
              <a:buFont typeface="Arial" pitchFamily="34" charset="0"/>
              <a:buNone/>
              <a:tabLst>
                <a:tab pos="2005013" algn="l"/>
              </a:tabLst>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1</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2</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3</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4</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5</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6</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7</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8</a:t>
            </a:r>
            <a:endParaRPr lang="en-US" sz="2000" b="0" i="0" u="none" strike="noStrike" noProof="0">
              <a:effectLst/>
              <a:latin typeface="Arial" panose="020B0604020202020204" pitchFamily="34" charset="0"/>
            </a:endParaRPr>
          </a:p>
        </p:txBody>
      </p:sp>
      <p:sp>
        <p:nvSpPr>
          <p:cNvPr id="8" name="Picture Placeholder 20">
            <a:extLst>
              <a:ext uri="{FF2B5EF4-FFF2-40B4-BE49-F238E27FC236}">
                <a16:creationId xmlns:a16="http://schemas.microsoft.com/office/drawing/2014/main" id="{E413754F-2B72-0B3F-616B-8E40CF51EF4C}"/>
              </a:ext>
              <a:ext uri="{C183D7F6-B498-43B3-948B-1728B52AA6E4}">
                <adec:decorative xmlns:adec="http://schemas.microsoft.com/office/drawing/2017/decorative" val="1"/>
              </a:ext>
            </a:extLst>
          </p:cNvPr>
          <p:cNvSpPr>
            <a:spLocks noGrp="1"/>
          </p:cNvSpPr>
          <p:nvPr>
            <p:ph type="pic" sz="quarter" idx="14" hasCustomPrompt="1"/>
          </p:nvPr>
        </p:nvSpPr>
        <p:spPr>
          <a:xfrm>
            <a:off x="791689" y="765176"/>
            <a:ext cx="3000849"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3" name="Footer Placeholder 2">
            <a:extLst>
              <a:ext uri="{FF2B5EF4-FFF2-40B4-BE49-F238E27FC236}">
                <a16:creationId xmlns:a16="http://schemas.microsoft.com/office/drawing/2014/main" id="{0950AFE0-3AA7-9C01-557E-34036BE2B914}"/>
              </a:ext>
              <a:ext uri="{C183D7F6-B498-43B3-948B-1728B52AA6E4}">
                <adec:decorative xmlns:adec="http://schemas.microsoft.com/office/drawing/2017/decorative" val="1"/>
              </a:ext>
            </a:extLst>
          </p:cNvPr>
          <p:cNvSpPr>
            <a:spLocks noGrp="1"/>
          </p:cNvSpPr>
          <p:nvPr>
            <p:ph type="ftr" sz="quarter" idx="19"/>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07581607"/>
      </p:ext>
    </p:extLst>
  </p:cSld>
  <p:clrMapOvr>
    <a:masterClrMapping/>
  </p:clrMapOvr>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Content</a:t>
            </a:r>
            <a:br>
              <a:rPr lang="en-US" sz="16600" noProof="0">
                <a:solidFill>
                  <a:schemeClr val="bg1"/>
                </a:solidFill>
              </a:rPr>
            </a:br>
            <a:r>
              <a:rPr lang="en-US" sz="16600" noProof="0">
                <a:solidFill>
                  <a:schemeClr val="bg1"/>
                </a:solidFill>
              </a:rPr>
              <a:t>layouts</a:t>
            </a:r>
            <a:endParaRPr lang="en-US" sz="1660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922420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ooter">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D54BB2-D6CB-0180-A851-A5A81129AE1E}"/>
              </a:ext>
            </a:extLst>
          </p:cNvPr>
          <p:cNvSpPr>
            <a:spLocks noGrp="1"/>
          </p:cNvSpPr>
          <p:nvPr>
            <p:ph type="title" hasCustomPrompt="1"/>
          </p:nvPr>
        </p:nvSpPr>
        <p:spPr/>
        <p:txBody>
          <a:bodyPr/>
          <a:lstStyle/>
          <a:p>
            <a:r>
              <a:rPr lang="en-US"/>
              <a:t>Content slide with footer – click to add title</a:t>
            </a:r>
          </a:p>
        </p:txBody>
      </p:sp>
      <p:sp>
        <p:nvSpPr>
          <p:cNvPr id="11" name="Content Placeholder 20">
            <a:extLst>
              <a:ext uri="{FF2B5EF4-FFF2-40B4-BE49-F238E27FC236}">
                <a16:creationId xmlns:a16="http://schemas.microsoft.com/office/drawing/2014/main" id="{664288B6-E25D-149D-CA4E-3AC4D89126D2}"/>
              </a:ext>
            </a:extLst>
          </p:cNvPr>
          <p:cNvSpPr>
            <a:spLocks noGrp="1"/>
          </p:cNvSpPr>
          <p:nvPr>
            <p:ph sz="quarter" idx="17" hasCustomPrompt="1"/>
          </p:nvPr>
        </p:nvSpPr>
        <p:spPr>
          <a:xfrm>
            <a:off x="766763" y="1527047"/>
            <a:ext cx="10658475" cy="352044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10" name="Text Placeholder 9">
            <a:extLst>
              <a:ext uri="{FF2B5EF4-FFF2-40B4-BE49-F238E27FC236}">
                <a16:creationId xmlns:a16="http://schemas.microsoft.com/office/drawing/2014/main" id="{E70BE596-BF62-6182-8D96-2B94A0B6D54A}"/>
              </a:ext>
            </a:extLst>
          </p:cNvPr>
          <p:cNvSpPr>
            <a:spLocks noGrp="1"/>
          </p:cNvSpPr>
          <p:nvPr>
            <p:ph type="body" sz="quarter" idx="19"/>
          </p:nvPr>
        </p:nvSpPr>
        <p:spPr>
          <a:xfrm>
            <a:off x="768096" y="5349240"/>
            <a:ext cx="10661904" cy="740664"/>
          </a:xfrm>
          <a:prstGeom prst="rect">
            <a:avLst/>
          </a:prstGeom>
        </p:spPr>
        <p:txBody>
          <a:bodyPr lIns="0" tIns="0" rIns="0" bIns="0"/>
          <a:lstStyle>
            <a:lvl1pPr marL="0" indent="0">
              <a:buNone/>
              <a:defRPr sz="1800" b="0"/>
            </a:lvl1pPr>
            <a:lvl2pPr marL="457200" indent="0">
              <a:buNone/>
              <a:defRPr sz="1800"/>
            </a:lvl2pPr>
            <a:lvl3pPr>
              <a:defRPr sz="1800"/>
            </a:lvl3pPr>
            <a:lvl4pPr>
              <a:defRPr sz="1800"/>
            </a:lvl4pPr>
            <a:lvl5pPr>
              <a:defRPr sz="1800"/>
            </a:lvl5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AE37A9F4-ACBC-2D14-03AD-EF4062476585}"/>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B30F9A04-27DF-54AE-C277-3B57C1FF6E6C}"/>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4915516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ower subtitle/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E9C16F-4BA6-5D28-1408-BCF6059A4050}"/>
              </a:ext>
            </a:extLst>
          </p:cNvPr>
          <p:cNvSpPr>
            <a:spLocks noGrp="1"/>
          </p:cNvSpPr>
          <p:nvPr>
            <p:ph type="title" hasCustomPrompt="1"/>
          </p:nvPr>
        </p:nvSpPr>
        <p:spPr/>
        <p:txBody>
          <a:bodyPr/>
          <a:lstStyle/>
          <a:p>
            <a:r>
              <a:rPr lang="en-US"/>
              <a:t>Content slide with lower subtitle/heading – click to add title</a:t>
            </a:r>
          </a:p>
        </p:txBody>
      </p:sp>
      <p:sp>
        <p:nvSpPr>
          <p:cNvPr id="4" name="Subtitle Placeholder 14">
            <a:extLst>
              <a:ext uri="{FF2B5EF4-FFF2-40B4-BE49-F238E27FC236}">
                <a16:creationId xmlns:a16="http://schemas.microsoft.com/office/drawing/2014/main" id="{9950F591-6698-174F-81A5-43CD769B1073}"/>
              </a:ext>
            </a:extLst>
          </p:cNvPr>
          <p:cNvSpPr>
            <a:spLocks noGrp="1"/>
          </p:cNvSpPr>
          <p:nvPr>
            <p:ph idx="1" hasCustomPrompt="1"/>
          </p:nvPr>
        </p:nvSpPr>
        <p:spPr>
          <a:xfrm>
            <a:off x="766763" y="1212865"/>
            <a:ext cx="10658475" cy="823059"/>
          </a:xfrm>
          <a:prstGeom prst="rect">
            <a:avLst/>
          </a:prstGeom>
        </p:spPr>
        <p:txBody>
          <a:bodyPr lIns="0" tIns="0" rIns="0" bIns="0">
            <a:noAutofit/>
          </a:bodyPr>
          <a:lstStyle>
            <a:lvl1pPr marL="0" indent="0">
              <a:spcBef>
                <a:spcPts val="600"/>
              </a:spcBef>
              <a:buSzPct val="120000"/>
              <a:buFont typeface="Arial" pitchFamily="34" charset="0"/>
              <a:buNone/>
              <a:defRPr sz="2000" baseline="0">
                <a:solidFill>
                  <a:schemeClr val="tx1"/>
                </a:solidFill>
                <a:latin typeface="+mn-lt"/>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Click to add subtitle (align top) or content heading (align bottom)</a:t>
            </a:r>
          </a:p>
        </p:txBody>
      </p:sp>
      <p:sp>
        <p:nvSpPr>
          <p:cNvPr id="8" name="Content Placeholder 20">
            <a:extLst>
              <a:ext uri="{FF2B5EF4-FFF2-40B4-BE49-F238E27FC236}">
                <a16:creationId xmlns:a16="http://schemas.microsoft.com/office/drawing/2014/main" id="{52F090BE-320E-CCD3-7735-A8BD8CFEC4F9}"/>
              </a:ext>
            </a:extLst>
          </p:cNvPr>
          <p:cNvSpPr>
            <a:spLocks noGrp="1"/>
          </p:cNvSpPr>
          <p:nvPr>
            <p:ph sz="quarter" idx="17" hasCustomPrompt="1"/>
          </p:nvPr>
        </p:nvSpPr>
        <p:spPr>
          <a:xfrm>
            <a:off x="766763" y="2052242"/>
            <a:ext cx="10658475" cy="404058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B0EA9CA5-1476-F2C7-DB96-5E3787A7DB20}"/>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2" name="Slide Number Placeholder 11">
            <a:extLst>
              <a:ext uri="{FF2B5EF4-FFF2-40B4-BE49-F238E27FC236}">
                <a16:creationId xmlns:a16="http://schemas.microsoft.com/office/drawing/2014/main" id="{A056D98B-D0D7-47C9-A401-01F5D11D1E96}"/>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1317300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op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F1887-46C2-764B-CD62-2CCAA108C5CC}"/>
              </a:ext>
            </a:extLst>
          </p:cNvPr>
          <p:cNvSpPr>
            <a:spLocks noGrp="1"/>
          </p:cNvSpPr>
          <p:nvPr>
            <p:ph type="title" hasCustomPrompt="1"/>
          </p:nvPr>
        </p:nvSpPr>
        <p:spPr/>
        <p:txBody>
          <a:bodyPr/>
          <a:lstStyle/>
          <a:p>
            <a:r>
              <a:rPr lang="en-US"/>
              <a:t>Content slide with top subtitle – click to add title</a:t>
            </a:r>
          </a:p>
        </p:txBody>
      </p:sp>
      <p:sp>
        <p:nvSpPr>
          <p:cNvPr id="15" name="Subtitle Placeholder 14">
            <a:extLst>
              <a:ext uri="{FF2B5EF4-FFF2-40B4-BE49-F238E27FC236}">
                <a16:creationId xmlns:a16="http://schemas.microsoft.com/office/drawing/2014/main" id="{1D337854-DE91-4D89-3C23-0C741A938573}"/>
              </a:ext>
            </a:extLst>
          </p:cNvPr>
          <p:cNvSpPr>
            <a:spLocks noGrp="1"/>
          </p:cNvSpPr>
          <p:nvPr>
            <p:ph type="body" sz="quarter" idx="19" hasCustomPrompt="1"/>
          </p:nvPr>
        </p:nvSpPr>
        <p:spPr>
          <a:xfrm>
            <a:off x="768096" y="493776"/>
            <a:ext cx="10661904" cy="192024"/>
          </a:xfrm>
          <a:prstGeom prst="rect">
            <a:avLst/>
          </a:prstGeom>
        </p:spPr>
        <p:txBody>
          <a:bodyPr lIns="0" tIns="0" rIns="0" bIns="0"/>
          <a:lstStyle>
            <a:lvl1pPr marL="0" indent="0">
              <a:buNone/>
              <a:defRPr sz="1200" cap="all" baseline="0"/>
            </a:lvl1pPr>
            <a:lvl2pPr marL="457200" indent="0">
              <a:buNone/>
              <a:defRPr/>
            </a:lvl2pPr>
          </a:lstStyle>
          <a:p>
            <a:pPr lvl="0"/>
            <a:r>
              <a:rPr lang="en-US" noProof="0"/>
              <a:t>CLICK TO ADD TOP SUBTITLE</a:t>
            </a:r>
          </a:p>
        </p:txBody>
      </p:sp>
      <p:sp>
        <p:nvSpPr>
          <p:cNvPr id="11" name="Content Placeholder 20">
            <a:extLst>
              <a:ext uri="{FF2B5EF4-FFF2-40B4-BE49-F238E27FC236}">
                <a16:creationId xmlns:a16="http://schemas.microsoft.com/office/drawing/2014/main" id="{33B0D3A4-3C87-C873-6889-FBD03968C92A}"/>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E4F101EB-7095-792F-88CB-65BC1D48000C}"/>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8" name="Slide Number Placeholder 7">
            <a:extLst>
              <a:ext uri="{FF2B5EF4-FFF2-40B4-BE49-F238E27FC236}">
                <a16:creationId xmlns:a16="http://schemas.microsoft.com/office/drawing/2014/main" id="{AE3ADF45-7908-D034-459A-34D6592F8C9B}"/>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4387564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right side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305D69-9C61-BDCE-2371-631ABA70F137}"/>
              </a:ext>
            </a:extLst>
          </p:cNvPr>
          <p:cNvSpPr>
            <a:spLocks noGrp="1"/>
          </p:cNvSpPr>
          <p:nvPr>
            <p:ph type="title" hasCustomPrompt="1"/>
          </p:nvPr>
        </p:nvSpPr>
        <p:spPr/>
        <p:txBody>
          <a:bodyPr/>
          <a:lstStyle/>
          <a:p>
            <a:r>
              <a:rPr lang="en-US"/>
              <a:t>Content slide with right side image – click to add title </a:t>
            </a:r>
          </a:p>
        </p:txBody>
      </p:sp>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hasCustomPrompt="1"/>
          </p:nvPr>
        </p:nvSpPr>
        <p:spPr>
          <a:xfrm>
            <a:off x="766763" y="1527176"/>
            <a:ext cx="761523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6" name="Picture Placeholder 11" descr="Image placeholder. Click icon to add image. Images are available to download from the Brand Source image library.">
            <a:extLst>
              <a:ext uri="{FF2B5EF4-FFF2-40B4-BE49-F238E27FC236}">
                <a16:creationId xmlns:a16="http://schemas.microsoft.com/office/drawing/2014/main" id="{2D34D49C-F4FA-B74B-BB7F-2282D9134435}"/>
              </a:ext>
              <a:ext uri="{C183D7F6-B498-43B3-948B-1728B52AA6E4}">
                <adec:decorative xmlns:adec="http://schemas.microsoft.com/office/drawing/2017/decorative" val="0"/>
              </a:ext>
            </a:extLst>
          </p:cNvPr>
          <p:cNvSpPr>
            <a:spLocks noGrp="1"/>
          </p:cNvSpPr>
          <p:nvPr>
            <p:ph type="pic" sz="quarter" idx="23" hasCustomPrompt="1"/>
          </p:nvPr>
        </p:nvSpPr>
        <p:spPr>
          <a:xfrm>
            <a:off x="9144000" y="1527176"/>
            <a:ext cx="2281239" cy="4565650"/>
          </a:xfrm>
          <a:prstGeom prst="rect">
            <a:avLst/>
          </a:prstGeom>
        </p:spPr>
        <p:txBody>
          <a:bodyPr lIns="0" tIns="0" rIns="0" bIns="0">
            <a:noAutofit/>
          </a:bodyPr>
          <a:lstStyle>
            <a:lvl1pPr marL="0" indent="0">
              <a:buFont typeface="Arial" pitchFamily="34" charset="0"/>
              <a:buNone/>
              <a:defRPr lang="en-AU" sz="1600" kern="1200" smtClean="0">
                <a:solidFill>
                  <a:schemeClr val="tx1"/>
                </a:solidFill>
                <a:latin typeface="+mn-lt"/>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DAAD9D05-F87F-396A-A6CA-39A648D56F50}"/>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1FB2DA29-866C-745A-01A0-4C6BBD5028AA}"/>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4843972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preset gradient A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CF8DE-4B31-0E22-8123-B7645F0C30D6}"/>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11" name="Freeform 6" descr="CGI cornerstone">
            <a:extLst>
              <a:ext uri="{FF2B5EF4-FFF2-40B4-BE49-F238E27FC236}">
                <a16:creationId xmlns:a16="http://schemas.microsoft.com/office/drawing/2014/main" id="{E92206DE-17C9-E04C-89B5-21C279EE24F8}"/>
              </a:ext>
              <a:ext uri="{C183D7F6-B498-43B3-948B-1728B52AA6E4}">
                <adec:decorative xmlns:adec="http://schemas.microsoft.com/office/drawing/2017/decorative" val="0"/>
              </a:ext>
            </a:extLst>
          </p:cNvPr>
          <p:cNvSpPr>
            <a:spLocks noChangeAspect="1"/>
          </p:cNvSpPr>
          <p:nvPr userDrawn="1"/>
        </p:nvSpPr>
        <p:spPr bwMode="auto">
          <a:xfrm rot="16200000" flipH="1">
            <a:off x="8373178" y="773997"/>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preset gradient B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BBE2AB-74DF-7C6B-5DDE-0697A5E3E445}"/>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5" name="Freeform 6" descr="CGI cornerstone">
            <a:extLst>
              <a:ext uri="{FF2B5EF4-FFF2-40B4-BE49-F238E27FC236}">
                <a16:creationId xmlns:a16="http://schemas.microsoft.com/office/drawing/2014/main" id="{64B10321-E484-92E9-2D6D-8479B617BD37}"/>
              </a:ext>
              <a:ext uri="{C183D7F6-B498-43B3-948B-1728B52AA6E4}">
                <adec:decorative xmlns:adec="http://schemas.microsoft.com/office/drawing/2017/decorative" val="0"/>
              </a:ext>
            </a:extLst>
          </p:cNvPr>
          <p:cNvSpPr>
            <a:spLocks noChangeAspect="1"/>
          </p:cNvSpPr>
          <p:nvPr userDrawn="1"/>
        </p:nvSpPr>
        <p:spPr bwMode="auto">
          <a:xfrm rot="16200000" flipH="1">
            <a:off x="8375904" y="777240"/>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a:bodyPr>
          <a:lstStyle/>
          <a:p>
            <a:pPr lvl="0"/>
            <a:endParaRPr lang="en-US" noProof="0"/>
          </a:p>
        </p:txBody>
      </p:sp>
      <p:sp>
        <p:nvSpPr>
          <p:cNvPr id="2" name="Footer Placeholder 1">
            <a:extLst>
              <a:ext uri="{FF2B5EF4-FFF2-40B4-BE49-F238E27FC236}">
                <a16:creationId xmlns:a16="http://schemas.microsoft.com/office/drawing/2014/main" id="{EEB43DFA-7A0F-803C-0600-FDAD97E1DCD2}"/>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8" name="Slide Number Placeholder 7">
            <a:extLst>
              <a:ext uri="{FF2B5EF4-FFF2-40B4-BE49-F238E27FC236}">
                <a16:creationId xmlns:a16="http://schemas.microsoft.com/office/drawing/2014/main" id="{A4C90010-93A7-4D95-4D42-49AA0D544B5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1161989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16CAE9-EB95-AB28-DFD4-48E5F06DA62D}"/>
              </a:ext>
            </a:extLst>
          </p:cNvPr>
          <p:cNvSpPr>
            <a:spLocks noGrp="1"/>
          </p:cNvSpPr>
          <p:nvPr>
            <p:ph type="title" hasCustomPrompt="1"/>
          </p:nvPr>
        </p:nvSpPr>
        <p:spPr/>
        <p:txBody>
          <a:bodyPr/>
          <a:lstStyle/>
          <a:p>
            <a:r>
              <a:rPr lang="en-US"/>
              <a:t>Content slide with two content columns – click to add title</a:t>
            </a:r>
          </a:p>
        </p:txBody>
      </p:sp>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hasCustomPrompt="1"/>
          </p:nvPr>
        </p:nvSpPr>
        <p:spPr>
          <a:xfrm>
            <a:off x="766764" y="1527175"/>
            <a:ext cx="4948236"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5" name="Content Placeholder 21">
            <a:extLst>
              <a:ext uri="{FF2B5EF4-FFF2-40B4-BE49-F238E27FC236}">
                <a16:creationId xmlns:a16="http://schemas.microsoft.com/office/drawing/2014/main" id="{3D191AF6-4147-D342-8647-88C4F48C1A6B}"/>
              </a:ext>
            </a:extLst>
          </p:cNvPr>
          <p:cNvSpPr>
            <a:spLocks noGrp="1"/>
          </p:cNvSpPr>
          <p:nvPr>
            <p:ph sz="quarter" idx="23" hasCustomPrompt="1"/>
          </p:nvPr>
        </p:nvSpPr>
        <p:spPr>
          <a:xfrm>
            <a:off x="6476215" y="1527175"/>
            <a:ext cx="4949024" cy="4565650"/>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ACEF9CC-7F4F-C8E8-77F3-E9BBBFF61A13}"/>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4E70ED40-01C4-0425-2999-8CB8F2DA7A8D}"/>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780102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1 headin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B85198-6C2C-31CE-C61D-9A214162DD9C}"/>
              </a:ext>
            </a:extLst>
          </p:cNvPr>
          <p:cNvSpPr>
            <a:spLocks noGrp="1"/>
          </p:cNvSpPr>
          <p:nvPr>
            <p:ph type="title" hasCustomPrompt="1"/>
          </p:nvPr>
        </p:nvSpPr>
        <p:spPr/>
        <p:txBody>
          <a:bodyPr/>
          <a:lstStyle/>
          <a:p>
            <a:r>
              <a:rPr lang="en-US"/>
              <a:t>Content slide with two columns + 1 heading – click to add title</a:t>
            </a:r>
          </a:p>
        </p:txBody>
      </p:sp>
      <p:sp>
        <p:nvSpPr>
          <p:cNvPr id="9" name="Text Placeholder 8">
            <a:extLst>
              <a:ext uri="{FF2B5EF4-FFF2-40B4-BE49-F238E27FC236}">
                <a16:creationId xmlns:a16="http://schemas.microsoft.com/office/drawing/2014/main" id="{476BAA4B-61EB-5A96-D086-EFCC55F4D624}"/>
              </a:ext>
            </a:extLst>
          </p:cNvPr>
          <p:cNvSpPr>
            <a:spLocks noGrp="1"/>
          </p:cNvSpPr>
          <p:nvPr>
            <p:ph type="body" sz="quarter" idx="26" hasCustomPrompt="1"/>
          </p:nvPr>
        </p:nvSpPr>
        <p:spPr>
          <a:xfrm>
            <a:off x="766762" y="1527048"/>
            <a:ext cx="10661904" cy="871538"/>
          </a:xfrm>
          <a:prstGeom prst="rect">
            <a:avLst/>
          </a:prstGeom>
        </p:spPr>
        <p:txBody>
          <a:bodyPr lIns="0" tIns="0" rIns="0" bIns="0" anchor="b"/>
          <a:lstStyle>
            <a:lvl1pPr marL="0" indent="0">
              <a:buNone/>
              <a:defRPr sz="2000"/>
            </a:lvl1pPr>
          </a:lstStyle>
          <a:p>
            <a:pPr lvl="0"/>
            <a:r>
              <a:rPr lang="en-US" noProof="0"/>
              <a:t>Click to add subtitle, heading or introduction text, align text top or bottom as needed.</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mn-lt"/>
                <a:sym typeface="Wingdings" panose="05000000000000000000" pitchFamily="2" charset="2"/>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18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73C12582-05E0-5B2C-89FF-F113AF238E94}"/>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1" name="Slide Number Placeholder 10">
            <a:extLst>
              <a:ext uri="{FF2B5EF4-FFF2-40B4-BE49-F238E27FC236}">
                <a16:creationId xmlns:a16="http://schemas.microsoft.com/office/drawing/2014/main" id="{675B9730-DEC2-8164-11CC-C7C739119DDC}"/>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340621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x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64E1B-F377-3638-C24B-ED2381394C66}"/>
              </a:ext>
            </a:extLst>
          </p:cNvPr>
          <p:cNvSpPr>
            <a:spLocks noGrp="1"/>
          </p:cNvSpPr>
          <p:nvPr>
            <p:ph type="title" hasCustomPrompt="1"/>
          </p:nvPr>
        </p:nvSpPr>
        <p:spPr/>
        <p:txBody>
          <a:bodyPr/>
          <a:lstStyle/>
          <a:p>
            <a:r>
              <a:rPr lang="en-US"/>
              <a:t>Comparison slide with 2 columns + 2 headings – click to add title</a:t>
            </a:r>
          </a:p>
        </p:txBody>
      </p:sp>
      <p:sp>
        <p:nvSpPr>
          <p:cNvPr id="9" name="Text Placeholder 8">
            <a:extLst>
              <a:ext uri="{FF2B5EF4-FFF2-40B4-BE49-F238E27FC236}">
                <a16:creationId xmlns:a16="http://schemas.microsoft.com/office/drawing/2014/main" id="{846CD6E4-AE64-57BA-532A-9A08227631D1}"/>
              </a:ext>
            </a:extLst>
          </p:cNvPr>
          <p:cNvSpPr>
            <a:spLocks noGrp="1"/>
          </p:cNvSpPr>
          <p:nvPr>
            <p:ph type="body" sz="quarter" idx="28" hasCustomPrompt="1"/>
          </p:nvPr>
        </p:nvSpPr>
        <p:spPr>
          <a:xfrm>
            <a:off x="766763" y="1527048"/>
            <a:ext cx="4946650" cy="832104"/>
          </a:xfrm>
          <a:prstGeom prst="rect">
            <a:avLst/>
          </a:prstGeom>
        </p:spPr>
        <p:txBody>
          <a:bodyPr lIns="0" tIns="0" rIns="0" bIns="0" anchor="b"/>
          <a:lstStyle>
            <a:lvl1pPr marL="0" indent="0">
              <a:buNone/>
              <a:defRPr sz="2000">
                <a:latin typeface="+mj-lt"/>
              </a:defRPr>
            </a:lvl1pPr>
          </a:lstStyle>
          <a:p>
            <a:pPr lvl="0"/>
            <a:r>
              <a:rPr lang="en-US" noProof="0"/>
              <a:t>Click to add heading</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2" name="Text Placeholder 8">
            <a:extLst>
              <a:ext uri="{FF2B5EF4-FFF2-40B4-BE49-F238E27FC236}">
                <a16:creationId xmlns:a16="http://schemas.microsoft.com/office/drawing/2014/main" id="{022C64A1-C224-0E82-D864-8E5D3ABE313D}"/>
              </a:ext>
            </a:extLst>
          </p:cNvPr>
          <p:cNvSpPr>
            <a:spLocks noGrp="1"/>
          </p:cNvSpPr>
          <p:nvPr>
            <p:ph type="body" sz="quarter" idx="29" hasCustomPrompt="1"/>
          </p:nvPr>
        </p:nvSpPr>
        <p:spPr>
          <a:xfrm>
            <a:off x="6475413" y="1527048"/>
            <a:ext cx="4946650" cy="832104"/>
          </a:xfrm>
          <a:prstGeom prst="rect">
            <a:avLst/>
          </a:prstGeom>
        </p:spPr>
        <p:txBody>
          <a:bodyPr lIns="0" tIns="0" rIns="0" bIns="0" anchor="b"/>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rgbClr val="000000"/>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8CA95F5-6310-5153-6F18-F9AA8ED3FB61}"/>
              </a:ext>
              <a:ext uri="{C183D7F6-B498-43B3-948B-1728B52AA6E4}">
                <adec:decorative xmlns:adec="http://schemas.microsoft.com/office/drawing/2017/decorative" val="1"/>
              </a:ext>
            </a:extLst>
          </p:cNvPr>
          <p:cNvSpPr>
            <a:spLocks noGrp="1"/>
          </p:cNvSpPr>
          <p:nvPr>
            <p:ph type="ftr" sz="quarter" idx="33"/>
          </p:nvPr>
        </p:nvSpPr>
        <p:spPr/>
        <p:txBody>
          <a:bodyPr/>
          <a:lstStyle/>
          <a:p>
            <a:endParaRPr lang="en-US" noProof="0"/>
          </a:p>
        </p:txBody>
      </p:sp>
      <p:sp>
        <p:nvSpPr>
          <p:cNvPr id="10" name="Slide Number Placeholder 9">
            <a:extLst>
              <a:ext uri="{FF2B5EF4-FFF2-40B4-BE49-F238E27FC236}">
                <a16:creationId xmlns:a16="http://schemas.microsoft.com/office/drawing/2014/main" id="{DDF268E6-3D9E-CD3C-8CC7-469874AC31A0}"/>
              </a:ext>
              <a:ext uri="{C183D7F6-B498-43B3-948B-1728B52AA6E4}">
                <adec:decorative xmlns:adec="http://schemas.microsoft.com/office/drawing/2017/decorative" val="1"/>
              </a:ext>
            </a:extLst>
          </p:cNvPr>
          <p:cNvSpPr>
            <a:spLocks noGrp="1"/>
          </p:cNvSpPr>
          <p:nvPr>
            <p:ph type="sldNum" sz="quarter" idx="3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763217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x3 (L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0CA416-0719-4312-1AE0-0E3860FA3C0B}"/>
              </a:ext>
            </a:extLst>
          </p:cNvPr>
          <p:cNvSpPr>
            <a:spLocks noGrp="1"/>
          </p:cNvSpPr>
          <p:nvPr>
            <p:ph type="title" hasCustomPrompt="1"/>
          </p:nvPr>
        </p:nvSpPr>
        <p:spPr/>
        <p:txBody>
          <a:bodyPr/>
          <a:lstStyle/>
          <a:p>
            <a:r>
              <a:rPr lang="en-US"/>
              <a:t>Comparison slide with 3 columns + 3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2" y="1527175"/>
            <a:ext cx="3044952" cy="828811"/>
          </a:xfrm>
          <a:prstGeom prst="rect">
            <a:avLst/>
          </a:prstGeom>
        </p:spPr>
        <p:txBody>
          <a:bodyPr lIns="0" tIns="0" rIns="0" bIns="0" anchor="b">
            <a:noAutofit/>
          </a:bodyPr>
          <a:lstStyle>
            <a:lvl1pPr marL="0" indent="0">
              <a:buNone/>
              <a:defRPr sz="2000">
                <a:solidFill>
                  <a:schemeClr val="tx1"/>
                </a:solidFill>
                <a:latin typeface="+mj-lt"/>
              </a:defRPr>
            </a:lvl1pPr>
          </a:lstStyle>
          <a:p>
            <a:pPr lvl="0"/>
            <a:r>
              <a:rPr lang="en-US" noProof="0"/>
              <a:t>Click to add heading. </a:t>
            </a:r>
          </a:p>
        </p:txBody>
      </p:sp>
      <p:sp>
        <p:nvSpPr>
          <p:cNvPr id="10" name="Content Placeholder 1">
            <a:extLst>
              <a:ext uri="{FF2B5EF4-FFF2-40B4-BE49-F238E27FC236}">
                <a16:creationId xmlns:a16="http://schemas.microsoft.com/office/drawing/2014/main" id="{C549CB31-46D0-77B4-39C0-176F159ACF92}"/>
              </a:ext>
            </a:extLst>
          </p:cNvPr>
          <p:cNvSpPr>
            <a:spLocks noGrp="1"/>
          </p:cNvSpPr>
          <p:nvPr>
            <p:ph sz="quarter" idx="20" hasCustomPrompt="1"/>
          </p:nvPr>
        </p:nvSpPr>
        <p:spPr>
          <a:xfrm>
            <a:off x="765737"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4572000"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4" name="Content Placeholder 2">
            <a:extLst>
              <a:ext uri="{FF2B5EF4-FFF2-40B4-BE49-F238E27FC236}">
                <a16:creationId xmlns:a16="http://schemas.microsoft.com/office/drawing/2014/main" id="{300F928B-5FF8-07F3-0B9C-EC136E85B136}"/>
              </a:ext>
            </a:extLst>
          </p:cNvPr>
          <p:cNvSpPr>
            <a:spLocks noGrp="1"/>
          </p:cNvSpPr>
          <p:nvPr>
            <p:ph sz="quarter" idx="22" hasCustomPrompt="1"/>
          </p:nvPr>
        </p:nvSpPr>
        <p:spPr>
          <a:xfrm>
            <a:off x="4572000"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8379742"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6" name="Content Placeholder 3">
            <a:extLst>
              <a:ext uri="{FF2B5EF4-FFF2-40B4-BE49-F238E27FC236}">
                <a16:creationId xmlns:a16="http://schemas.microsoft.com/office/drawing/2014/main" id="{4A208FFE-6EFD-D156-AA23-3E7CDCF7FECF}"/>
              </a:ext>
            </a:extLst>
          </p:cNvPr>
          <p:cNvSpPr>
            <a:spLocks noGrp="1"/>
          </p:cNvSpPr>
          <p:nvPr>
            <p:ph sz="quarter" idx="23" hasCustomPrompt="1"/>
          </p:nvPr>
        </p:nvSpPr>
        <p:spPr>
          <a:xfrm>
            <a:off x="8375904"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DF7DC966-BB0B-F0CA-5981-D87E196C12C9}"/>
              </a:ext>
              <a:ext uri="{C183D7F6-B498-43B3-948B-1728B52AA6E4}">
                <adec:decorative xmlns:adec="http://schemas.microsoft.com/office/drawing/2017/decorative" val="1"/>
              </a:ext>
            </a:extLst>
          </p:cNvPr>
          <p:cNvSpPr>
            <a:spLocks noGrp="1"/>
          </p:cNvSpPr>
          <p:nvPr>
            <p:ph type="ftr" sz="quarter" idx="27"/>
          </p:nvPr>
        </p:nvSpPr>
        <p:spPr/>
        <p:txBody>
          <a:bodyPr/>
          <a:lstStyle>
            <a:lvl1pPr>
              <a:defRPr>
                <a:solidFill>
                  <a:srgbClr val="E6E6E6"/>
                </a:solidFill>
              </a:defRPr>
            </a:lvl1pPr>
          </a:lstStyle>
          <a:p>
            <a:endParaRPr lang="en-US" noProof="0"/>
          </a:p>
        </p:txBody>
      </p:sp>
      <p:sp>
        <p:nvSpPr>
          <p:cNvPr id="7" name="Slide Number Placeholder 6">
            <a:extLst>
              <a:ext uri="{FF2B5EF4-FFF2-40B4-BE49-F238E27FC236}">
                <a16:creationId xmlns:a16="http://schemas.microsoft.com/office/drawing/2014/main" id="{9546D298-729B-09F7-0711-9A41AB283E83}"/>
              </a:ext>
              <a:ext uri="{C183D7F6-B498-43B3-948B-1728B52AA6E4}">
                <adec:decorative xmlns:adec="http://schemas.microsoft.com/office/drawing/2017/decorative" val="1"/>
              </a:ext>
            </a:extLst>
          </p:cNvPr>
          <p:cNvSpPr>
            <a:spLocks noGrp="1"/>
          </p:cNvSpPr>
          <p:nvPr>
            <p:ph type="sldNum" sz="quarter" idx="2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4842012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x3 (L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77150-E2E2-87B1-82B2-61A3264EE34E}"/>
              </a:ext>
            </a:extLst>
          </p:cNvPr>
          <p:cNvSpPr>
            <a:spLocks noGrp="1"/>
          </p:cNvSpPr>
          <p:nvPr>
            <p:ph type="title" hasCustomPrompt="1"/>
          </p:nvPr>
        </p:nvSpPr>
        <p:spPr>
          <a:noFill/>
        </p:spPr>
        <p:txBody>
          <a:bodyPr/>
          <a:lstStyle>
            <a:lvl1pPr>
              <a:defRPr/>
            </a:lvl1pPr>
          </a:lstStyle>
          <a:p>
            <a:r>
              <a:rPr lang="en-US" noProof="0"/>
              <a:t>Comparison slide with 3 columns (layout 2) – click to add title</a:t>
            </a:r>
          </a:p>
        </p:txBody>
      </p:sp>
      <p:sp>
        <p:nvSpPr>
          <p:cNvPr id="6" name="Content Placeholder 1">
            <a:extLst>
              <a:ext uri="{FF2B5EF4-FFF2-40B4-BE49-F238E27FC236}">
                <a16:creationId xmlns:a16="http://schemas.microsoft.com/office/drawing/2014/main" id="{1F01DE49-5620-98F5-132A-81DF9D9DB5B0}"/>
              </a:ext>
            </a:extLst>
          </p:cNvPr>
          <p:cNvSpPr>
            <a:spLocks noGrp="1"/>
          </p:cNvSpPr>
          <p:nvPr>
            <p:ph sz="quarter" idx="25" hasCustomPrompt="1"/>
          </p:nvPr>
        </p:nvSpPr>
        <p:spPr>
          <a:xfrm>
            <a:off x="768096"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16" name="Content Placeholder 2">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587460"/>
            <a:ext cx="3043236" cy="150536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7" name="Content Placeholder 3">
            <a:extLst>
              <a:ext uri="{FF2B5EF4-FFF2-40B4-BE49-F238E27FC236}">
                <a16:creationId xmlns:a16="http://schemas.microsoft.com/office/drawing/2014/main" id="{0349B463-A002-CADC-B028-A857A9D2B775}"/>
              </a:ext>
            </a:extLst>
          </p:cNvPr>
          <p:cNvSpPr>
            <a:spLocks noGrp="1"/>
          </p:cNvSpPr>
          <p:nvPr>
            <p:ph sz="quarter" idx="26" hasCustomPrompt="1"/>
          </p:nvPr>
        </p:nvSpPr>
        <p:spPr>
          <a:xfrm>
            <a:off x="4572000"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7" name="Content Placeholder 4">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72000" y="4587460"/>
            <a:ext cx="3044952"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8" name="Content Placeholder 5">
            <a:extLst>
              <a:ext uri="{FF2B5EF4-FFF2-40B4-BE49-F238E27FC236}">
                <a16:creationId xmlns:a16="http://schemas.microsoft.com/office/drawing/2014/main" id="{97B64D4C-EC56-7FFB-E206-D30E4C52DE50}"/>
              </a:ext>
            </a:extLst>
          </p:cNvPr>
          <p:cNvSpPr>
            <a:spLocks noGrp="1"/>
          </p:cNvSpPr>
          <p:nvPr>
            <p:ph sz="quarter" idx="27" hasCustomPrompt="1"/>
          </p:nvPr>
        </p:nvSpPr>
        <p:spPr>
          <a:xfrm>
            <a:off x="8381458"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8" name="Content Placeholder 6">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382000" y="4587460"/>
            <a:ext cx="3043238"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7C7B240D-EC07-BCEC-A132-C2589A9E1A4B}"/>
              </a:ext>
              <a:ext uri="{C183D7F6-B498-43B3-948B-1728B52AA6E4}">
                <adec:decorative xmlns:adec="http://schemas.microsoft.com/office/drawing/2017/decorative" val="1"/>
              </a:ext>
            </a:extLst>
          </p:cNvPr>
          <p:cNvSpPr>
            <a:spLocks noGrp="1"/>
          </p:cNvSpPr>
          <p:nvPr>
            <p:ph type="ftr" sz="quarter" idx="31"/>
          </p:nvPr>
        </p:nvSpPr>
        <p:spPr/>
        <p:txBody>
          <a:bodyPr/>
          <a:lstStyle/>
          <a:p>
            <a:endParaRPr lang="en-US" noProof="0"/>
          </a:p>
        </p:txBody>
      </p:sp>
      <p:sp>
        <p:nvSpPr>
          <p:cNvPr id="11" name="Slide Number Placeholder 10">
            <a:extLst>
              <a:ext uri="{FF2B5EF4-FFF2-40B4-BE49-F238E27FC236}">
                <a16:creationId xmlns:a16="http://schemas.microsoft.com/office/drawing/2014/main" id="{54326F86-700F-6DBD-58F6-906FF1E22AE8}"/>
              </a:ext>
              <a:ext uri="{C183D7F6-B498-43B3-948B-1728B52AA6E4}">
                <adec:decorative xmlns:adec="http://schemas.microsoft.com/office/drawing/2017/decorative" val="1"/>
              </a:ext>
            </a:extLst>
          </p:cNvPr>
          <p:cNvSpPr>
            <a:spLocks noGrp="1"/>
          </p:cNvSpPr>
          <p:nvPr>
            <p:ph type="sldNum" sz="quarter" idx="3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335820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x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163AD-C768-E2F0-CB6B-BF3797DF1E58}"/>
              </a:ext>
            </a:extLst>
          </p:cNvPr>
          <p:cNvSpPr>
            <a:spLocks noGrp="1"/>
          </p:cNvSpPr>
          <p:nvPr>
            <p:ph type="title" hasCustomPrompt="1"/>
          </p:nvPr>
        </p:nvSpPr>
        <p:spPr/>
        <p:txBody>
          <a:bodyPr/>
          <a:lstStyle/>
          <a:p>
            <a:r>
              <a:rPr lang="en-US"/>
              <a:t>Comparison slide with 4 columns + 4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2281237"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2096"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356616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353048"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635508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144000"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14400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0F1F58D9-2A99-AC15-43B6-ABC2F633C61D}"/>
              </a:ext>
              <a:ext uri="{C183D7F6-B498-43B3-948B-1728B52AA6E4}">
                <adec:decorative xmlns:adec="http://schemas.microsoft.com/office/drawing/2017/decorative" val="1"/>
              </a:ext>
            </a:extLst>
          </p:cNvPr>
          <p:cNvSpPr>
            <a:spLocks noGrp="1"/>
          </p:cNvSpPr>
          <p:nvPr>
            <p:ph type="ftr" sz="quarter" idx="28"/>
          </p:nvPr>
        </p:nvSpPr>
        <p:spPr/>
        <p:txBody>
          <a:bodyPr/>
          <a:lstStyle/>
          <a:p>
            <a:endParaRPr lang="en-US" noProof="0"/>
          </a:p>
        </p:txBody>
      </p:sp>
      <p:sp>
        <p:nvSpPr>
          <p:cNvPr id="8" name="Slide Number Placeholder 7">
            <a:extLst>
              <a:ext uri="{FF2B5EF4-FFF2-40B4-BE49-F238E27FC236}">
                <a16:creationId xmlns:a16="http://schemas.microsoft.com/office/drawing/2014/main" id="{9C4917EC-02AC-2660-29AF-216C61AD20B2}"/>
              </a:ext>
              <a:ext uri="{C183D7F6-B498-43B3-948B-1728B52AA6E4}">
                <adec:decorative xmlns:adec="http://schemas.microsoft.com/office/drawing/2017/decorative" val="1"/>
              </a:ext>
            </a:extLst>
          </p:cNvPr>
          <p:cNvSpPr>
            <a:spLocks noGrp="1"/>
          </p:cNvSpPr>
          <p:nvPr>
            <p:ph type="sldNum" sz="quarter" idx="2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1491963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x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86B940-E6A0-53BD-76E5-3F59767B127D}"/>
              </a:ext>
            </a:extLst>
          </p:cNvPr>
          <p:cNvSpPr>
            <a:spLocks noGrp="1"/>
          </p:cNvSpPr>
          <p:nvPr>
            <p:ph type="title" hasCustomPrompt="1"/>
          </p:nvPr>
        </p:nvSpPr>
        <p:spPr/>
        <p:txBody>
          <a:bodyPr/>
          <a:lstStyle/>
          <a:p>
            <a:r>
              <a:rPr lang="en-US"/>
              <a:t>Comparison slide with 5 columns + 5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1874520"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2962616"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2961846"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3" name="Textbox title 3">
            <a:extLst>
              <a:ext uri="{FF2B5EF4-FFF2-40B4-BE49-F238E27FC236}">
                <a16:creationId xmlns:a16="http://schemas.microsoft.com/office/drawing/2014/main" id="{4FFF4BFE-0073-ED16-634B-0B6BDEFA18E2}"/>
              </a:ext>
            </a:extLst>
          </p:cNvPr>
          <p:cNvSpPr>
            <a:spLocks noGrp="1"/>
          </p:cNvSpPr>
          <p:nvPr>
            <p:ph type="body" sz="quarter" idx="25" hasCustomPrompt="1"/>
          </p:nvPr>
        </p:nvSpPr>
        <p:spPr>
          <a:xfrm>
            <a:off x="5158469"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4" name="Content Placeholder 3">
            <a:extLst>
              <a:ext uri="{FF2B5EF4-FFF2-40B4-BE49-F238E27FC236}">
                <a16:creationId xmlns:a16="http://schemas.microsoft.com/office/drawing/2014/main" id="{969A739C-D330-3625-7AA0-907C0CFEC7C2}"/>
              </a:ext>
            </a:extLst>
          </p:cNvPr>
          <p:cNvSpPr>
            <a:spLocks noGrp="1"/>
          </p:cNvSpPr>
          <p:nvPr>
            <p:ph sz="quarter" idx="26" hasCustomPrompt="1"/>
          </p:nvPr>
        </p:nvSpPr>
        <p:spPr>
          <a:xfrm>
            <a:off x="5157955"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7354322"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735406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550174"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55017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B8D49C1D-8B0E-1BD4-61F5-F8E3EF4993DB}"/>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2" name="Slide Number Placeholder 11">
            <a:extLst>
              <a:ext uri="{FF2B5EF4-FFF2-40B4-BE49-F238E27FC236}">
                <a16:creationId xmlns:a16="http://schemas.microsoft.com/office/drawing/2014/main" id="{34A65B4A-1014-D76A-81D8-0C8244F33ADB}"/>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2456954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right+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0E22E1-2CCF-9AA7-4663-E0C5B011C1A9}"/>
              </a:ext>
            </a:extLst>
          </p:cNvPr>
          <p:cNvSpPr>
            <a:spLocks noGrp="1"/>
          </p:cNvSpPr>
          <p:nvPr>
            <p:ph type="title" hasCustomPrompt="1"/>
          </p:nvPr>
        </p:nvSpPr>
        <p:spPr>
          <a:xfrm>
            <a:off x="766763" y="682514"/>
            <a:ext cx="4572000" cy="532765"/>
          </a:xfrm>
        </p:spPr>
        <p:txBody>
          <a:bodyPr/>
          <a:lstStyle/>
          <a:p>
            <a:r>
              <a:rPr lang="en-US"/>
              <a:t>Click to add 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hasCustomPrompt="1"/>
          </p:nvPr>
        </p:nvSpPr>
        <p:spPr>
          <a:xfrm>
            <a:off x="766763" y="1527175"/>
            <a:ext cx="4567237" cy="456565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p:txBody>
      </p:sp>
      <p:sp>
        <p:nvSpPr>
          <p:cNvPr id="2" name="Footer Placeholder 1">
            <a:extLst>
              <a:ext uri="{FF2B5EF4-FFF2-40B4-BE49-F238E27FC236}">
                <a16:creationId xmlns:a16="http://schemas.microsoft.com/office/drawing/2014/main" id="{A2777F67-088D-169E-D23B-911C753C5CE2}"/>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0" name="Slide Number Placeholder 9">
            <a:extLst>
              <a:ext uri="{FF2B5EF4-FFF2-40B4-BE49-F238E27FC236}">
                <a16:creationId xmlns:a16="http://schemas.microsoft.com/office/drawing/2014/main" id="{B0190D9E-5F99-B4FA-2E16-8DFE9960A3B1}"/>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
        <p:nvSpPr>
          <p:cNvPr id="4" name="Picture Placeholder 13">
            <a:extLst>
              <a:ext uri="{FF2B5EF4-FFF2-40B4-BE49-F238E27FC236}">
                <a16:creationId xmlns:a16="http://schemas.microsoft.com/office/drawing/2014/main" id="{F81F20BE-1A75-9622-C675-7A66B2B00211}"/>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8" name="Freeform 7" descr="CGI cornerstone">
            <a:extLst>
              <a:ext uri="{FF2B5EF4-FFF2-40B4-BE49-F238E27FC236}">
                <a16:creationId xmlns:a16="http://schemas.microsoft.com/office/drawing/2014/main" id="{99515FB6-455C-4CD5-9EC4-D28B84B6F078}"/>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76775744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6482131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rge title+right graphic devic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EBAC359-7971-3346-8D90-684CC25CF1B3}"/>
              </a:ext>
            </a:extLst>
          </p:cNvPr>
          <p:cNvSpPr>
            <a:spLocks noGrp="1"/>
          </p:cNvSpPr>
          <p:nvPr>
            <p:ph type="title" hasCustomPrompt="1"/>
          </p:nvPr>
        </p:nvSpPr>
        <p:spPr>
          <a:xfrm>
            <a:off x="767700" y="619403"/>
            <a:ext cx="4556776"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3429000"/>
            <a:ext cx="4567237"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8" descr="Image placeholder. Click icon to add image. Images are available to download from the Brand Source image library.&#10;">
            <a:extLst>
              <a:ext uri="{FF2B5EF4-FFF2-40B4-BE49-F238E27FC236}">
                <a16:creationId xmlns:a16="http://schemas.microsoft.com/office/drawing/2014/main" id="{C4B7093F-77F3-3449-9E60-BC70230FC0A3}"/>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6096000"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DB4C667-0FA7-D609-1ADA-EB0C16E0746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9" name="Slide Number Placeholder 8">
            <a:extLst>
              <a:ext uri="{FF2B5EF4-FFF2-40B4-BE49-F238E27FC236}">
                <a16:creationId xmlns:a16="http://schemas.microsoft.com/office/drawing/2014/main" id="{B2D0C67A-81E4-24D5-8D9F-71A927E7E326}"/>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8027867"/>
      </p:ext>
    </p:extLst>
  </p:cSld>
  <p:clrMapOvr>
    <a:masterClrMapping/>
  </p:clrMapOv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image left+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58000" y="684000"/>
            <a:ext cx="4568023" cy="530352"/>
          </a:xfrm>
          <a:prstGeom prst="rect">
            <a:avLst/>
          </a:prstGeom>
        </p:spPr>
        <p:txBody>
          <a:bodyPr vert="horz" lIns="0" tIns="0" rIns="0" bIns="0" rtlCol="0" anchor="t" anchorCtr="0">
            <a:noAutofit/>
          </a:bodyPr>
          <a:lstStyle>
            <a:lvl1pPr>
              <a:defRPr>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527175"/>
            <a:ext cx="456610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
        <p:nvSpPr>
          <p:cNvPr id="3" name="Picture Placeholder 13">
            <a:extLst>
              <a:ext uri="{FF2B5EF4-FFF2-40B4-BE49-F238E27FC236}">
                <a16:creationId xmlns:a16="http://schemas.microsoft.com/office/drawing/2014/main" id="{54964ECE-1B55-A207-005C-25E1C69E84A6}"/>
              </a:ext>
            </a:extLst>
          </p:cNvPr>
          <p:cNvSpPr>
            <a:spLocks noGrp="1"/>
          </p:cNvSpPr>
          <p:nvPr>
            <p:ph type="pic" sz="quarter" idx="16"/>
          </p:nvPr>
        </p:nvSpPr>
        <p:spPr>
          <a:xfrm>
            <a:off x="765978"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6" name="Freeform 5" descr="CGI cornerstone">
            <a:extLst>
              <a:ext uri="{FF2B5EF4-FFF2-40B4-BE49-F238E27FC236}">
                <a16:creationId xmlns:a16="http://schemas.microsoft.com/office/drawing/2014/main" id="{6627F970-A1AA-A82F-55DE-1F22D0418728}"/>
              </a:ext>
              <a:ext uri="{C183D7F6-B498-43B3-948B-1728B52AA6E4}">
                <adec:decorative xmlns:adec="http://schemas.microsoft.com/office/drawing/2017/decorative" val="0"/>
              </a:ext>
            </a:extLst>
          </p:cNvPr>
          <p:cNvSpPr>
            <a:spLocks/>
          </p:cNvSpPr>
          <p:nvPr userDrawn="1"/>
        </p:nvSpPr>
        <p:spPr bwMode="auto">
          <a:xfrm rot="16200000" flipH="1">
            <a:off x="765977"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20181529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rge title +lef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58001" y="621792"/>
            <a:ext cx="4567238"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A46A2561-43A0-D843-B868-9E14FD55F20B}"/>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hasCustomPrompt="1"/>
          </p:nvPr>
        </p:nvSpPr>
        <p:spPr>
          <a:xfrm>
            <a:off x="6858001" y="3429000"/>
            <a:ext cx="4567238" cy="266090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1BB5AD0C-44EC-32B8-F1EF-E2197F69C25A}"/>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C26774E6-82FA-9467-E28A-C4CC98B3DEA3}"/>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4352886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graphic device left+content">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B83A3C21-1796-71D9-30EA-EAA78864551D}"/>
              </a:ext>
            </a:extLst>
          </p:cNvPr>
          <p:cNvSpPr>
            <a:spLocks noGrp="1"/>
          </p:cNvSpPr>
          <p:nvPr>
            <p:ph type="title" hasCustomPrompt="1"/>
          </p:nvPr>
        </p:nvSpPr>
        <p:spPr>
          <a:xfrm>
            <a:off x="6858000" y="621792"/>
            <a:ext cx="4572000" cy="2514600"/>
          </a:xfrm>
        </p:spPr>
        <p:txBody>
          <a:bodyPr>
            <a:noAutofit/>
          </a:bodyPr>
          <a:lstStyle>
            <a:lvl1pPr>
              <a:defRPr sz="4800"/>
            </a:lvl1pPr>
          </a:lstStyle>
          <a:p>
            <a:r>
              <a:rPr lang="en-US" noProof="0"/>
              <a:t>Click to add title</a:t>
            </a:r>
          </a:p>
        </p:txBody>
      </p:sp>
      <p:sp>
        <p:nvSpPr>
          <p:cNvPr id="3" name="Picture placeholder 8" descr="Image placeholder. Click icon to add image. Images are available to download from the Brand Source image library.&#10;">
            <a:extLst>
              <a:ext uri="{FF2B5EF4-FFF2-40B4-BE49-F238E27FC236}">
                <a16:creationId xmlns:a16="http://schemas.microsoft.com/office/drawing/2014/main" id="{A421830E-43AD-2D8E-C6C8-BCE3A9BF6F1E}"/>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768096"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7" name="Content Placeholder 20">
            <a:extLst>
              <a:ext uri="{FF2B5EF4-FFF2-40B4-BE49-F238E27FC236}">
                <a16:creationId xmlns:a16="http://schemas.microsoft.com/office/drawing/2014/main" id="{0E9648EC-C942-EFC6-8E33-CAB1FAB99C7C}"/>
              </a:ext>
            </a:extLst>
          </p:cNvPr>
          <p:cNvSpPr>
            <a:spLocks noGrp="1"/>
          </p:cNvSpPr>
          <p:nvPr>
            <p:ph sz="quarter" idx="20" hasCustomPrompt="1"/>
          </p:nvPr>
        </p:nvSpPr>
        <p:spPr>
          <a:xfrm>
            <a:off x="6858002" y="3429000"/>
            <a:ext cx="4567237" cy="26609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5F2D5990-B71C-813A-9F27-4810CBA2E1F3}"/>
              </a:ext>
              <a:ext uri="{C183D7F6-B498-43B3-948B-1728B52AA6E4}">
                <adec:decorative xmlns:adec="http://schemas.microsoft.com/office/drawing/2017/decorative" val="1"/>
              </a:ext>
            </a:extLst>
          </p:cNvPr>
          <p:cNvSpPr>
            <a:spLocks noGrp="1"/>
          </p:cNvSpPr>
          <p:nvPr>
            <p:ph type="ftr" sz="quarter" idx="24"/>
          </p:nvPr>
        </p:nvSpPr>
        <p:spPr/>
        <p:txBody>
          <a:bodyPr/>
          <a:lstStyle/>
          <a:p>
            <a:endParaRPr lang="en-US" noProof="0"/>
          </a:p>
        </p:txBody>
      </p:sp>
      <p:sp>
        <p:nvSpPr>
          <p:cNvPr id="12" name="Slide Number Placeholder 11">
            <a:extLst>
              <a:ext uri="{FF2B5EF4-FFF2-40B4-BE49-F238E27FC236}">
                <a16:creationId xmlns:a16="http://schemas.microsoft.com/office/drawing/2014/main" id="{1463B1C6-8C17-350A-261D-406041A96245}"/>
              </a:ext>
              <a:ext uri="{C183D7F6-B498-43B3-948B-1728B52AA6E4}">
                <adec:decorative xmlns:adec="http://schemas.microsoft.com/office/drawing/2017/decorative" val="1"/>
              </a:ext>
            </a:extLst>
          </p:cNvPr>
          <p:cNvSpPr>
            <a:spLocks noGrp="1"/>
          </p:cNvSpPr>
          <p:nvPr>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9974625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uter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lIns="0"/>
          <a:lstStyle>
            <a:lvl1pPr>
              <a:defRPr/>
            </a:lvl1pPr>
          </a:lstStyle>
          <a:p>
            <a:r>
              <a:rPr lang="en-US" noProof="0"/>
              <a:t>Content slide with editable computer screen – click to add title</a:t>
            </a:r>
          </a:p>
        </p:txBody>
      </p:sp>
      <p:pic>
        <p:nvPicPr>
          <p:cNvPr id="4" name="Picture 3">
            <a:extLst>
              <a:ext uri="{FF2B5EF4-FFF2-40B4-BE49-F238E27FC236}">
                <a16:creationId xmlns:a16="http://schemas.microsoft.com/office/drawing/2014/main" id="{8CACD659-21BD-FF75-6930-8221A796E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20545" y="1594918"/>
            <a:ext cx="5404149" cy="4580569"/>
          </a:xfrm>
          <a:prstGeom prst="rect">
            <a:avLst/>
          </a:prstGeom>
        </p:spPr>
      </p:pic>
      <p:sp>
        <p:nvSpPr>
          <p:cNvPr id="3" name="Footer Placeholder 2">
            <a:extLst>
              <a:ext uri="{FF2B5EF4-FFF2-40B4-BE49-F238E27FC236}">
                <a16:creationId xmlns:a16="http://schemas.microsoft.com/office/drawing/2014/main" id="{CCD897C4-E2F2-4CF8-5229-A76A4CC36652}"/>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13B1A9B0-8D59-83A5-4DBA-D7CE9A694A31}"/>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52F58082-4E21-8983-9822-25F161D8E6C4}"/>
              </a:ext>
            </a:extLst>
          </p:cNvPr>
          <p:cNvSpPr>
            <a:spLocks noGrp="1"/>
          </p:cNvSpPr>
          <p:nvPr>
            <p:ph type="pic" sz="quarter" idx="24"/>
          </p:nvPr>
        </p:nvSpPr>
        <p:spPr>
          <a:xfrm>
            <a:off x="6199632" y="1783080"/>
            <a:ext cx="5038344" cy="2907792"/>
          </a:xfrm>
        </p:spPr>
        <p:txBody>
          <a:bodyPr lIns="91440" tIns="91440" rIns="91440" bIns="91440"/>
          <a:lstStyle>
            <a:lvl1pPr>
              <a:defRPr sz="2000"/>
            </a:lvl1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7A5DC591-0F3B-CC93-78B8-9BED5DE66560}"/>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35147966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ptop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laptop screen – click to add title</a:t>
            </a:r>
          </a:p>
        </p:txBody>
      </p:sp>
      <p:sp>
        <p:nvSpPr>
          <p:cNvPr id="14" name="Content Placeholder 20">
            <a:extLst>
              <a:ext uri="{FF2B5EF4-FFF2-40B4-BE49-F238E27FC236}">
                <a16:creationId xmlns:a16="http://schemas.microsoft.com/office/drawing/2014/main" id="{27B262E3-C2DF-AD9E-2069-876FCA1C8464}"/>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pic>
        <p:nvPicPr>
          <p:cNvPr id="4" name="Laptop" descr="Laptop">
            <a:extLst>
              <a:ext uri="{FF2B5EF4-FFF2-40B4-BE49-F238E27FC236}">
                <a16:creationId xmlns:a16="http://schemas.microsoft.com/office/drawing/2014/main" id="{2AADE652-AE35-AFBD-A1C4-B2BCED871A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8171" y="1532674"/>
            <a:ext cx="6913829" cy="4413037"/>
          </a:xfrm>
          <a:prstGeom prst="rect">
            <a:avLst/>
          </a:prstGeom>
        </p:spPr>
      </p:pic>
      <p:sp>
        <p:nvSpPr>
          <p:cNvPr id="5" name="Picture Placeholder 2" descr="Photograph of information aligning with slide content, displayed on a computer screen.">
            <a:extLst>
              <a:ext uri="{FF2B5EF4-FFF2-40B4-BE49-F238E27FC236}">
                <a16:creationId xmlns:a16="http://schemas.microsoft.com/office/drawing/2014/main" id="{91948F71-FA03-3475-4DF8-8A1530870041}"/>
              </a:ext>
              <a:ext uri="{C183D7F6-B498-43B3-948B-1728B52AA6E4}">
                <adec:decorative xmlns:adec="http://schemas.microsoft.com/office/drawing/2017/decorative" val="0"/>
              </a:ext>
            </a:extLst>
          </p:cNvPr>
          <p:cNvSpPr>
            <a:spLocks noGrp="1"/>
          </p:cNvSpPr>
          <p:nvPr>
            <p:ph type="pic" sz="quarter" idx="24"/>
          </p:nvPr>
        </p:nvSpPr>
        <p:spPr>
          <a:xfrm>
            <a:off x="6629400" y="1767176"/>
            <a:ext cx="5562600" cy="3607904"/>
          </a:xfrm>
          <a:prstGeom prst="rect">
            <a:avLst/>
          </a:prstGeom>
          <a:noFill/>
        </p:spPr>
        <p:txBody>
          <a:bodyPr lIns="91440" tIns="91440" rIns="91440" bIns="91440" anchor="t" anchorCtr="0">
            <a:normAutofit/>
          </a:bodyPr>
          <a:lstStyle>
            <a:lvl1pPr marL="0" indent="0" algn="l">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6E47998D-D816-211C-2B52-20DC56458634}"/>
              </a:ext>
              <a:ext uri="{C183D7F6-B498-43B3-948B-1728B52AA6E4}">
                <adec:decorative xmlns:adec="http://schemas.microsoft.com/office/drawing/2017/decorative" val="0"/>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53447895-D093-DE49-C329-17565F7FABBB}"/>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3700603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t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a:noFill/>
        </p:spPr>
        <p:txBody>
          <a:bodyPr/>
          <a:lstStyle>
            <a:lvl1pPr>
              <a:defRPr/>
            </a:lvl1pPr>
          </a:lstStyle>
          <a:p>
            <a:r>
              <a:rPr lang="en-US" noProof="0"/>
              <a:t>Content slide with editable tablet screen – click to add title</a:t>
            </a:r>
          </a:p>
        </p:txBody>
      </p:sp>
      <p:pic>
        <p:nvPicPr>
          <p:cNvPr id="4" name="Picture 3" descr="Tablet with blank screen.">
            <a:extLst>
              <a:ext uri="{FF2B5EF4-FFF2-40B4-BE49-F238E27FC236}">
                <a16:creationId xmlns:a16="http://schemas.microsoft.com/office/drawing/2014/main" id="{CD542B68-861B-4C30-90C5-5016FA310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44053" y="1578394"/>
            <a:ext cx="4075070" cy="4642813"/>
          </a:xfrm>
          <a:prstGeom prst="rect">
            <a:avLst/>
          </a:prstGeom>
        </p:spPr>
      </p:pic>
      <p:sp>
        <p:nvSpPr>
          <p:cNvPr id="11" name="Picture Placeholder 2" descr="Placeholder to add picture of information aligning with slide content, displayed on a tablet screen.">
            <a:extLst>
              <a:ext uri="{FF2B5EF4-FFF2-40B4-BE49-F238E27FC236}">
                <a16:creationId xmlns:a16="http://schemas.microsoft.com/office/drawing/2014/main" id="{08B77F00-A11D-0CF2-7AE7-A86D95DA19EA}"/>
              </a:ext>
              <a:ext uri="{C183D7F6-B498-43B3-948B-1728B52AA6E4}">
                <adec:decorative xmlns:adec="http://schemas.microsoft.com/office/drawing/2017/decorative" val="0"/>
              </a:ext>
            </a:extLst>
          </p:cNvPr>
          <p:cNvSpPr>
            <a:spLocks noGrp="1"/>
          </p:cNvSpPr>
          <p:nvPr>
            <p:ph type="pic" sz="quarter" idx="18"/>
          </p:nvPr>
        </p:nvSpPr>
        <p:spPr>
          <a:xfrm>
            <a:off x="7022592" y="1920240"/>
            <a:ext cx="2907792" cy="3749040"/>
          </a:xfrm>
          <a:prstGeom prst="rect">
            <a:avLst/>
          </a:prstGeom>
          <a:noFill/>
          <a:ln>
            <a:noFill/>
          </a:ln>
        </p:spPr>
        <p:txBody>
          <a:bodyPr lIns="91440" tIns="91440" rIns="91440" bIns="91440" anchor="t" anchorCtr="0"/>
          <a:lstStyle>
            <a:lvl1pPr marL="0" indent="0" algn="ctr">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551FF1A3-1160-C4C4-A626-206C16181D21}"/>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9E659B3B-343D-4046-633E-2244C47D9ED4}"/>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5" name="Content Placeholder 20">
            <a:extLst>
              <a:ext uri="{FF2B5EF4-FFF2-40B4-BE49-F238E27FC236}">
                <a16:creationId xmlns:a16="http://schemas.microsoft.com/office/drawing/2014/main" id="{5E6282E1-2EC2-E37A-5839-3290768DE8BE}"/>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571257292"/>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obile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mobile phone screen – click to add title</a:t>
            </a:r>
          </a:p>
        </p:txBody>
      </p:sp>
      <p:pic>
        <p:nvPicPr>
          <p:cNvPr id="4" name="Picture 3">
            <a:extLst>
              <a:ext uri="{FF2B5EF4-FFF2-40B4-BE49-F238E27FC236}">
                <a16:creationId xmlns:a16="http://schemas.microsoft.com/office/drawing/2014/main" id="{4C0811E1-3F8E-2C46-3C75-8CFD0806D4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70657" y="1532674"/>
            <a:ext cx="2797893" cy="4727592"/>
          </a:xfrm>
          <a:prstGeom prst="rect">
            <a:avLst/>
          </a:prstGeom>
        </p:spPr>
      </p:pic>
      <p:sp>
        <p:nvSpPr>
          <p:cNvPr id="3" name="Footer Placeholder 2">
            <a:extLst>
              <a:ext uri="{FF2B5EF4-FFF2-40B4-BE49-F238E27FC236}">
                <a16:creationId xmlns:a16="http://schemas.microsoft.com/office/drawing/2014/main" id="{4DC01B46-EE15-3169-76FA-5E007386196A}"/>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230ED152-8F64-205C-DD05-E8E32791A0E3}"/>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7AAACC6F-A2B2-201C-1143-00C234082089}"/>
              </a:ext>
            </a:extLst>
          </p:cNvPr>
          <p:cNvSpPr>
            <a:spLocks noGrp="1"/>
          </p:cNvSpPr>
          <p:nvPr>
            <p:ph type="pic" sz="quarter" idx="24"/>
          </p:nvPr>
        </p:nvSpPr>
        <p:spPr>
          <a:xfrm>
            <a:off x="7772400" y="1911096"/>
            <a:ext cx="1993392" cy="3803904"/>
          </a:xfrm>
        </p:spPr>
        <p:txBody>
          <a:bodyPr lIns="91440" tIns="91440" rIns="91440" bIns="91440"/>
          <a:lstStyle>
            <a:lvl1pPr>
              <a:defRPr sz="2000"/>
            </a:lvl1pPr>
          </a:lstStyle>
          <a:p>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B92E25EB-FFDE-E9E0-7CEA-6BF2B9F0A6DF}"/>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81694762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4048662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ad Only 3">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CV &amp; team layouts</a:t>
            </a:r>
            <a:endParaRPr lang="en-US" sz="16600">
              <a:solidFill>
                <a:schemeClr val="bg1"/>
              </a:solidFill>
            </a:endParaRPr>
          </a:p>
        </p:txBody>
      </p:sp>
    </p:spTree>
    <p:extLst>
      <p:ext uri="{BB962C8B-B14F-4D97-AF65-F5344CB8AC3E}">
        <p14:creationId xmlns:p14="http://schemas.microsoft.com/office/powerpoint/2010/main" val="3702379852"/>
      </p:ext>
    </p:extLst>
  </p:cSld>
  <p:clrMapOvr>
    <a:masterClrMapping/>
  </p:clrMapOvr>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CV/Resume slide – Layout 1">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CV/Resume slide layout 1 – click to add title</a:t>
            </a:r>
          </a:p>
        </p:txBody>
      </p:sp>
      <p:sp>
        <p:nvSpPr>
          <p:cNvPr id="4" name="Picture placeholder 5" descr="Photograph of Name (person the slide is referencing)">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30350"/>
            <a:ext cx="2281237" cy="2222562"/>
          </a:xfrm>
          <a:prstGeom prst="rect">
            <a:avLst/>
          </a:prstGeom>
        </p:spPr>
        <p:txBody>
          <a:bodyPr>
            <a:noAutofit/>
          </a:bodyPr>
          <a:lstStyle>
            <a:lvl1pPr marL="0" indent="0">
              <a:buNone/>
              <a:defRPr sz="1400"/>
            </a:lvl1pPr>
          </a:lstStyle>
          <a:p>
            <a:r>
              <a:rPr lang="en-US" noProof="0"/>
              <a:t>Click icon to add photo</a:t>
            </a:r>
          </a:p>
        </p:txBody>
      </p:sp>
      <p:sp>
        <p:nvSpPr>
          <p:cNvPr id="6" name="Name last name">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281236" cy="614671"/>
          </a:xfrm>
          <a:prstGeom prst="rect">
            <a:avLst/>
          </a:prstGeom>
        </p:spPr>
        <p:txBody>
          <a:bodyPr lIns="0" tIns="0" rIns="0" bIns="0">
            <a:noAutofit/>
          </a:bodyPr>
          <a:lstStyle>
            <a:lvl1pPr marL="0" indent="0">
              <a:buNone/>
              <a:defRPr sz="1600" b="1">
                <a:latin typeface="+mj-lt"/>
              </a:defRPr>
            </a:lvl1pPr>
            <a:lvl4pPr marL="1371600" indent="0">
              <a:buNone/>
              <a:defRPr/>
            </a:lvl4pPr>
          </a:lstStyle>
          <a:p>
            <a:pPr lvl="0"/>
            <a:r>
              <a:rPr lang="en-US" noProof="0"/>
              <a:t>First and Last name</a:t>
            </a:r>
          </a:p>
        </p:txBody>
      </p:sp>
      <p:sp>
        <p:nvSpPr>
          <p:cNvPr id="9" name="Personal description">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281236" cy="1364641"/>
          </a:xfrm>
          <a:prstGeom prst="rect">
            <a:avLst/>
          </a:prstGeom>
        </p:spPr>
        <p:txBody>
          <a:bodyPr lIns="0" tIns="0" rIns="0" bIns="0">
            <a:noAutofit/>
          </a:bodyPr>
          <a:lstStyle>
            <a:lvl1pPr marL="0" indent="0">
              <a:buNone/>
              <a:defRPr sz="1400" b="0"/>
            </a:lvl1pPr>
            <a:lvl4pPr marL="1371600" indent="0">
              <a:buNone/>
              <a:defRPr/>
            </a:lvl4pPr>
          </a:lstStyle>
          <a:p>
            <a:pPr lvl="0"/>
            <a:r>
              <a:rPr lang="en-US" noProof="0"/>
              <a:t>Short description</a:t>
            </a:r>
          </a:p>
        </p:txBody>
      </p:sp>
      <p:sp>
        <p:nvSpPr>
          <p:cNvPr id="13" name="Training header">
            <a:extLst>
              <a:ext uri="{FF2B5EF4-FFF2-40B4-BE49-F238E27FC236}">
                <a16:creationId xmlns:a16="http://schemas.microsoft.com/office/drawing/2014/main" id="{C58ECA42-F963-A040-A103-87B70E6AEEB5}"/>
              </a:ext>
            </a:extLst>
          </p:cNvPr>
          <p:cNvSpPr>
            <a:spLocks noGrp="1"/>
          </p:cNvSpPr>
          <p:nvPr userDrawn="1">
            <p:ph type="body" sz="quarter" idx="15" hasCustomPrompt="1"/>
          </p:nvPr>
        </p:nvSpPr>
        <p:spPr>
          <a:xfrm>
            <a:off x="3819144" y="1568845"/>
            <a:ext cx="2276856" cy="328613"/>
          </a:xfrm>
          <a:prstGeom prst="rect">
            <a:avLst/>
          </a:prstGeom>
        </p:spPr>
        <p:txBody>
          <a:bodyPr lIns="0" tIns="0" rIns="0" bIns="0">
            <a:noAutofit/>
          </a:bodyPr>
          <a:lstStyle>
            <a:lvl1pPr marL="0" indent="0">
              <a:buNone/>
              <a:defRPr sz="1600" b="1">
                <a:latin typeface="+mj-lt"/>
              </a:defRPr>
            </a:lvl1pPr>
          </a:lstStyle>
          <a:p>
            <a:pPr lvl="0"/>
            <a:r>
              <a:rPr lang="en-US" noProof="0"/>
              <a:t>Training</a:t>
            </a:r>
          </a:p>
        </p:txBody>
      </p:sp>
      <p:sp>
        <p:nvSpPr>
          <p:cNvPr id="16" name="Date 1">
            <a:extLst>
              <a:ext uri="{FF2B5EF4-FFF2-40B4-BE49-F238E27FC236}">
                <a16:creationId xmlns:a16="http://schemas.microsoft.com/office/drawing/2014/main" id="{20095CCD-CD5E-3949-AE61-F6C4C445012D}"/>
              </a:ext>
            </a:extLst>
          </p:cNvPr>
          <p:cNvSpPr>
            <a:spLocks noGrp="1"/>
          </p:cNvSpPr>
          <p:nvPr userDrawn="1">
            <p:ph type="body" sz="quarter" idx="18" hasCustomPrompt="1"/>
          </p:nvPr>
        </p:nvSpPr>
        <p:spPr>
          <a:xfrm>
            <a:off x="3819144" y="2175709"/>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4" name="Description 1">
            <a:extLst>
              <a:ext uri="{FF2B5EF4-FFF2-40B4-BE49-F238E27FC236}">
                <a16:creationId xmlns:a16="http://schemas.microsoft.com/office/drawing/2014/main" id="{AF74C33C-BE80-3E4F-AD16-B853AFB0DC94}"/>
              </a:ext>
            </a:extLst>
          </p:cNvPr>
          <p:cNvSpPr>
            <a:spLocks noGrp="1"/>
          </p:cNvSpPr>
          <p:nvPr userDrawn="1">
            <p:ph type="body" sz="quarter" idx="21" hasCustomPrompt="1"/>
          </p:nvPr>
        </p:nvSpPr>
        <p:spPr>
          <a:xfrm>
            <a:off x="3819144" y="2507105"/>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5" name="Date 2">
            <a:extLst>
              <a:ext uri="{FF2B5EF4-FFF2-40B4-BE49-F238E27FC236}">
                <a16:creationId xmlns:a16="http://schemas.microsoft.com/office/drawing/2014/main" id="{450C4AEB-3215-D247-8707-2CA376BCFA6C}"/>
              </a:ext>
            </a:extLst>
          </p:cNvPr>
          <p:cNvSpPr>
            <a:spLocks noGrp="1"/>
          </p:cNvSpPr>
          <p:nvPr userDrawn="1">
            <p:ph type="body" sz="quarter" idx="22" hasCustomPrompt="1"/>
          </p:nvPr>
        </p:nvSpPr>
        <p:spPr>
          <a:xfrm>
            <a:off x="3819144" y="3574377"/>
            <a:ext cx="2276856" cy="309600"/>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6" name="Description 2">
            <a:extLst>
              <a:ext uri="{FF2B5EF4-FFF2-40B4-BE49-F238E27FC236}">
                <a16:creationId xmlns:a16="http://schemas.microsoft.com/office/drawing/2014/main" id="{8DBD234F-66B6-D24F-8630-18330562C11D}"/>
              </a:ext>
            </a:extLst>
          </p:cNvPr>
          <p:cNvSpPr>
            <a:spLocks noGrp="1"/>
          </p:cNvSpPr>
          <p:nvPr userDrawn="1">
            <p:ph type="body" sz="quarter" idx="23" hasCustomPrompt="1"/>
          </p:nvPr>
        </p:nvSpPr>
        <p:spPr>
          <a:xfrm>
            <a:off x="3819144" y="3905772"/>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7" name="Date 3">
            <a:extLst>
              <a:ext uri="{FF2B5EF4-FFF2-40B4-BE49-F238E27FC236}">
                <a16:creationId xmlns:a16="http://schemas.microsoft.com/office/drawing/2014/main" id="{91D5779F-40F4-114C-8F51-0E0ED5801647}"/>
              </a:ext>
            </a:extLst>
          </p:cNvPr>
          <p:cNvSpPr>
            <a:spLocks noGrp="1"/>
          </p:cNvSpPr>
          <p:nvPr userDrawn="1">
            <p:ph type="body" sz="quarter" idx="24" hasCustomPrompt="1"/>
          </p:nvPr>
        </p:nvSpPr>
        <p:spPr>
          <a:xfrm>
            <a:off x="3819144" y="49701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28" name="Description 3">
            <a:extLst>
              <a:ext uri="{FF2B5EF4-FFF2-40B4-BE49-F238E27FC236}">
                <a16:creationId xmlns:a16="http://schemas.microsoft.com/office/drawing/2014/main" id="{02D4596C-769E-D04E-A5B1-EC681DAEE8E2}"/>
              </a:ext>
            </a:extLst>
          </p:cNvPr>
          <p:cNvSpPr>
            <a:spLocks noGrp="1"/>
          </p:cNvSpPr>
          <p:nvPr userDrawn="1">
            <p:ph type="body" sz="quarter" idx="25" hasCustomPrompt="1"/>
          </p:nvPr>
        </p:nvSpPr>
        <p:spPr>
          <a:xfrm>
            <a:off x="3819144"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4" name="Experience header">
            <a:extLst>
              <a:ext uri="{FF2B5EF4-FFF2-40B4-BE49-F238E27FC236}">
                <a16:creationId xmlns:a16="http://schemas.microsoft.com/office/drawing/2014/main" id="{98004762-0448-1B4A-8FEF-D3D363CEA960}"/>
              </a:ext>
            </a:extLst>
          </p:cNvPr>
          <p:cNvSpPr>
            <a:spLocks noGrp="1"/>
          </p:cNvSpPr>
          <p:nvPr userDrawn="1">
            <p:ph type="body" sz="quarter" idx="16" hasCustomPrompt="1"/>
          </p:nvPr>
        </p:nvSpPr>
        <p:spPr>
          <a:xfrm>
            <a:off x="6496430"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Experience</a:t>
            </a:r>
          </a:p>
        </p:txBody>
      </p:sp>
      <p:sp>
        <p:nvSpPr>
          <p:cNvPr id="40" name="Date 4">
            <a:extLst>
              <a:ext uri="{FF2B5EF4-FFF2-40B4-BE49-F238E27FC236}">
                <a16:creationId xmlns:a16="http://schemas.microsoft.com/office/drawing/2014/main" id="{47888554-5D19-8841-B473-5B61BFF2C10C}"/>
              </a:ext>
            </a:extLst>
          </p:cNvPr>
          <p:cNvSpPr>
            <a:spLocks noGrp="1"/>
          </p:cNvSpPr>
          <p:nvPr userDrawn="1">
            <p:ph type="body" sz="quarter" idx="26" hasCustomPrompt="1"/>
          </p:nvPr>
        </p:nvSpPr>
        <p:spPr>
          <a:xfrm>
            <a:off x="6496430" y="21714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41" name="Description 4">
            <a:extLst>
              <a:ext uri="{FF2B5EF4-FFF2-40B4-BE49-F238E27FC236}">
                <a16:creationId xmlns:a16="http://schemas.microsoft.com/office/drawing/2014/main" id="{3970DAEB-7645-454B-8955-9052575C98F7}"/>
              </a:ext>
            </a:extLst>
          </p:cNvPr>
          <p:cNvSpPr>
            <a:spLocks noGrp="1"/>
          </p:cNvSpPr>
          <p:nvPr userDrawn="1">
            <p:ph type="body" sz="quarter" idx="27" hasCustomPrompt="1"/>
          </p:nvPr>
        </p:nvSpPr>
        <p:spPr>
          <a:xfrm>
            <a:off x="6496430" y="2502801"/>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2" name="Date 5">
            <a:extLst>
              <a:ext uri="{FF2B5EF4-FFF2-40B4-BE49-F238E27FC236}">
                <a16:creationId xmlns:a16="http://schemas.microsoft.com/office/drawing/2014/main" id="{65E9429C-4B9C-2C44-8067-2A7B97747993}"/>
              </a:ext>
            </a:extLst>
          </p:cNvPr>
          <p:cNvSpPr>
            <a:spLocks noGrp="1"/>
          </p:cNvSpPr>
          <p:nvPr userDrawn="1">
            <p:ph type="body" sz="quarter" idx="28" hasCustomPrompt="1"/>
          </p:nvPr>
        </p:nvSpPr>
        <p:spPr>
          <a:xfrm>
            <a:off x="6496430" y="3583521"/>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3" name="Description 5">
            <a:extLst>
              <a:ext uri="{FF2B5EF4-FFF2-40B4-BE49-F238E27FC236}">
                <a16:creationId xmlns:a16="http://schemas.microsoft.com/office/drawing/2014/main" id="{C620E413-434A-AD48-9D92-DFC651AFAD06}"/>
              </a:ext>
            </a:extLst>
          </p:cNvPr>
          <p:cNvSpPr>
            <a:spLocks noGrp="1"/>
          </p:cNvSpPr>
          <p:nvPr userDrawn="1">
            <p:ph type="body" sz="quarter" idx="29" hasCustomPrompt="1"/>
          </p:nvPr>
        </p:nvSpPr>
        <p:spPr>
          <a:xfrm>
            <a:off x="6496430" y="3914917"/>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4" name="Date 6">
            <a:extLst>
              <a:ext uri="{FF2B5EF4-FFF2-40B4-BE49-F238E27FC236}">
                <a16:creationId xmlns:a16="http://schemas.microsoft.com/office/drawing/2014/main" id="{7CF6FBAA-EDE5-FB49-866C-B8EBCF06E86D}"/>
              </a:ext>
            </a:extLst>
          </p:cNvPr>
          <p:cNvSpPr>
            <a:spLocks noGrp="1"/>
          </p:cNvSpPr>
          <p:nvPr userDrawn="1">
            <p:ph type="body" sz="quarter" idx="30" hasCustomPrompt="1"/>
          </p:nvPr>
        </p:nvSpPr>
        <p:spPr>
          <a:xfrm>
            <a:off x="6496430" y="4970105"/>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5" name="Description 6">
            <a:extLst>
              <a:ext uri="{FF2B5EF4-FFF2-40B4-BE49-F238E27FC236}">
                <a16:creationId xmlns:a16="http://schemas.microsoft.com/office/drawing/2014/main" id="{CBAB841A-326D-C24E-9D5D-1F837FD3C32A}"/>
              </a:ext>
            </a:extLst>
          </p:cNvPr>
          <p:cNvSpPr>
            <a:spLocks noGrp="1"/>
          </p:cNvSpPr>
          <p:nvPr userDrawn="1">
            <p:ph type="body" sz="quarter" idx="31" hasCustomPrompt="1"/>
          </p:nvPr>
        </p:nvSpPr>
        <p:spPr>
          <a:xfrm>
            <a:off x="6496430"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5" name="Skills header">
            <a:extLst>
              <a:ext uri="{FF2B5EF4-FFF2-40B4-BE49-F238E27FC236}">
                <a16:creationId xmlns:a16="http://schemas.microsoft.com/office/drawing/2014/main" id="{A8684217-8B73-6846-8964-A3D5A8B8F819}"/>
              </a:ext>
            </a:extLst>
          </p:cNvPr>
          <p:cNvSpPr>
            <a:spLocks noGrp="1"/>
          </p:cNvSpPr>
          <p:nvPr userDrawn="1">
            <p:ph type="body" sz="quarter" idx="17" hasCustomPrompt="1"/>
          </p:nvPr>
        </p:nvSpPr>
        <p:spPr>
          <a:xfrm>
            <a:off x="9146542"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Skills</a:t>
            </a:r>
          </a:p>
        </p:txBody>
      </p:sp>
      <p:sp>
        <p:nvSpPr>
          <p:cNvPr id="47" name="Skill 1">
            <a:extLst>
              <a:ext uri="{FF2B5EF4-FFF2-40B4-BE49-F238E27FC236}">
                <a16:creationId xmlns:a16="http://schemas.microsoft.com/office/drawing/2014/main" id="{243ED50F-FE73-A540-9506-CF3FA6620F75}"/>
              </a:ext>
            </a:extLst>
          </p:cNvPr>
          <p:cNvSpPr>
            <a:spLocks noGrp="1"/>
          </p:cNvSpPr>
          <p:nvPr userDrawn="1">
            <p:ph type="body" sz="quarter" idx="33" hasCustomPrompt="1"/>
          </p:nvPr>
        </p:nvSpPr>
        <p:spPr>
          <a:xfrm>
            <a:off x="9146542" y="2183913"/>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1" name="Rectangle 70">
            <a:extLst>
              <a:ext uri="{FF2B5EF4-FFF2-40B4-BE49-F238E27FC236}">
                <a16:creationId xmlns:a16="http://schemas.microsoft.com/office/drawing/2014/main" id="{A3E2C9B9-D123-9140-9766-89B60B158F43}"/>
              </a:ext>
              <a:ext uri="{C183D7F6-B498-43B3-948B-1728B52AA6E4}">
                <adec:decorative xmlns:adec="http://schemas.microsoft.com/office/drawing/2017/decorative" val="1"/>
              </a:ext>
            </a:extLst>
          </p:cNvPr>
          <p:cNvSpPr>
            <a:spLocks/>
          </p:cNvSpPr>
          <p:nvPr userDrawn="1"/>
        </p:nvSpPr>
        <p:spPr bwMode="gray">
          <a:xfrm>
            <a:off x="9146542" y="2502502"/>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8" name="Skill 2">
            <a:extLst>
              <a:ext uri="{FF2B5EF4-FFF2-40B4-BE49-F238E27FC236}">
                <a16:creationId xmlns:a16="http://schemas.microsoft.com/office/drawing/2014/main" id="{2CCFDE26-46F5-944F-8BF0-84097E7D3521}"/>
              </a:ext>
            </a:extLst>
          </p:cNvPr>
          <p:cNvSpPr>
            <a:spLocks noGrp="1"/>
          </p:cNvSpPr>
          <p:nvPr userDrawn="1">
            <p:ph type="body" sz="quarter" idx="34" hasCustomPrompt="1"/>
          </p:nvPr>
        </p:nvSpPr>
        <p:spPr>
          <a:xfrm>
            <a:off x="9146542" y="2882115"/>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2" name="Rectangle 71">
            <a:extLst>
              <a:ext uri="{FF2B5EF4-FFF2-40B4-BE49-F238E27FC236}">
                <a16:creationId xmlns:a16="http://schemas.microsoft.com/office/drawing/2014/main" id="{B3DD6D09-F468-D841-BF43-54F32E303D62}"/>
              </a:ext>
              <a:ext uri="{C183D7F6-B498-43B3-948B-1728B52AA6E4}">
                <adec:decorative xmlns:adec="http://schemas.microsoft.com/office/drawing/2017/decorative" val="1"/>
              </a:ext>
            </a:extLst>
          </p:cNvPr>
          <p:cNvSpPr>
            <a:spLocks/>
          </p:cNvSpPr>
          <p:nvPr userDrawn="1"/>
        </p:nvSpPr>
        <p:spPr bwMode="gray">
          <a:xfrm>
            <a:off x="9146542" y="320887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9" name="Skill 3">
            <a:extLst>
              <a:ext uri="{FF2B5EF4-FFF2-40B4-BE49-F238E27FC236}">
                <a16:creationId xmlns:a16="http://schemas.microsoft.com/office/drawing/2014/main" id="{FC6B7BD4-1B8A-954F-85B0-4D37B7C641E0}"/>
              </a:ext>
            </a:extLst>
          </p:cNvPr>
          <p:cNvSpPr>
            <a:spLocks noGrp="1"/>
          </p:cNvSpPr>
          <p:nvPr userDrawn="1">
            <p:ph type="body" sz="quarter" idx="35" hasCustomPrompt="1"/>
          </p:nvPr>
        </p:nvSpPr>
        <p:spPr>
          <a:xfrm>
            <a:off x="9146542" y="356744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3" name="Rectangle 72">
            <a:extLst>
              <a:ext uri="{FF2B5EF4-FFF2-40B4-BE49-F238E27FC236}">
                <a16:creationId xmlns:a16="http://schemas.microsoft.com/office/drawing/2014/main" id="{2298873A-8C14-B343-A7CC-7FB17B3A9CBE}"/>
              </a:ext>
              <a:ext uri="{C183D7F6-B498-43B3-948B-1728B52AA6E4}">
                <adec:decorative xmlns:adec="http://schemas.microsoft.com/office/drawing/2017/decorative" val="1"/>
              </a:ext>
            </a:extLst>
          </p:cNvPr>
          <p:cNvSpPr>
            <a:spLocks/>
          </p:cNvSpPr>
          <p:nvPr userDrawn="1"/>
        </p:nvSpPr>
        <p:spPr bwMode="gray">
          <a:xfrm>
            <a:off x="9146542" y="3887637"/>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0" name="Skill 4">
            <a:extLst>
              <a:ext uri="{FF2B5EF4-FFF2-40B4-BE49-F238E27FC236}">
                <a16:creationId xmlns:a16="http://schemas.microsoft.com/office/drawing/2014/main" id="{133898AB-EC8E-4C43-B65F-51B268B0E383}"/>
              </a:ext>
            </a:extLst>
          </p:cNvPr>
          <p:cNvSpPr>
            <a:spLocks noGrp="1"/>
          </p:cNvSpPr>
          <p:nvPr userDrawn="1">
            <p:ph type="body" sz="quarter" idx="36" hasCustomPrompt="1"/>
          </p:nvPr>
        </p:nvSpPr>
        <p:spPr>
          <a:xfrm>
            <a:off x="9146542" y="4270366"/>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4" name="Rectangle 73">
            <a:extLst>
              <a:ext uri="{FF2B5EF4-FFF2-40B4-BE49-F238E27FC236}">
                <a16:creationId xmlns:a16="http://schemas.microsoft.com/office/drawing/2014/main" id="{90A4235C-75A4-A243-B4A1-0BC434FED741}"/>
              </a:ext>
              <a:ext uri="{C183D7F6-B498-43B3-948B-1728B52AA6E4}">
                <adec:decorative xmlns:adec="http://schemas.microsoft.com/office/drawing/2017/decorative" val="1"/>
              </a:ext>
            </a:extLst>
          </p:cNvPr>
          <p:cNvSpPr>
            <a:spLocks/>
          </p:cNvSpPr>
          <p:nvPr userDrawn="1"/>
        </p:nvSpPr>
        <p:spPr bwMode="gray">
          <a:xfrm>
            <a:off x="9146542" y="459394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1" name="Skill 5">
            <a:extLst>
              <a:ext uri="{FF2B5EF4-FFF2-40B4-BE49-F238E27FC236}">
                <a16:creationId xmlns:a16="http://schemas.microsoft.com/office/drawing/2014/main" id="{248D277D-8ACF-F147-B6AA-2FEB83B1B063}"/>
              </a:ext>
            </a:extLst>
          </p:cNvPr>
          <p:cNvSpPr>
            <a:spLocks noGrp="1"/>
          </p:cNvSpPr>
          <p:nvPr userDrawn="1">
            <p:ph type="body" sz="quarter" idx="37" hasCustomPrompt="1"/>
          </p:nvPr>
        </p:nvSpPr>
        <p:spPr>
          <a:xfrm>
            <a:off x="9146542" y="4982068"/>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5" name="Rectangle 74">
            <a:extLst>
              <a:ext uri="{FF2B5EF4-FFF2-40B4-BE49-F238E27FC236}">
                <a16:creationId xmlns:a16="http://schemas.microsoft.com/office/drawing/2014/main" id="{A9CFB8E7-7827-3844-9CD8-99084B3B5665}"/>
              </a:ext>
              <a:ext uri="{C183D7F6-B498-43B3-948B-1728B52AA6E4}">
                <adec:decorative xmlns:adec="http://schemas.microsoft.com/office/drawing/2017/decorative" val="1"/>
              </a:ext>
            </a:extLst>
          </p:cNvPr>
          <p:cNvSpPr>
            <a:spLocks/>
          </p:cNvSpPr>
          <p:nvPr userDrawn="1"/>
        </p:nvSpPr>
        <p:spPr bwMode="gray">
          <a:xfrm>
            <a:off x="9146542" y="5301603"/>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6" name="Skill 6">
            <a:extLst>
              <a:ext uri="{FF2B5EF4-FFF2-40B4-BE49-F238E27FC236}">
                <a16:creationId xmlns:a16="http://schemas.microsoft.com/office/drawing/2014/main" id="{95AD3CFD-2DE9-C943-BA43-8B744BAD8A28}"/>
              </a:ext>
            </a:extLst>
          </p:cNvPr>
          <p:cNvSpPr>
            <a:spLocks noGrp="1"/>
          </p:cNvSpPr>
          <p:nvPr userDrawn="1">
            <p:ph type="body" sz="quarter" idx="32" hasCustomPrompt="1"/>
          </p:nvPr>
        </p:nvSpPr>
        <p:spPr>
          <a:xfrm>
            <a:off x="9146542" y="568906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6" name="Rectangle 75">
            <a:extLst>
              <a:ext uri="{FF2B5EF4-FFF2-40B4-BE49-F238E27FC236}">
                <a16:creationId xmlns:a16="http://schemas.microsoft.com/office/drawing/2014/main" id="{9ADD0EBE-315C-554F-B291-C50A3881353F}"/>
              </a:ext>
              <a:ext uri="{C183D7F6-B498-43B3-948B-1728B52AA6E4}">
                <adec:decorative xmlns:adec="http://schemas.microsoft.com/office/drawing/2017/decorative" val="1"/>
              </a:ext>
            </a:extLst>
          </p:cNvPr>
          <p:cNvSpPr>
            <a:spLocks/>
          </p:cNvSpPr>
          <p:nvPr userDrawn="1"/>
        </p:nvSpPr>
        <p:spPr bwMode="gray">
          <a:xfrm>
            <a:off x="9146542" y="6015718"/>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B33217FD-C179-A7C3-F298-CD2006B9AAC8}"/>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17" name="Slide Number Placeholder 16">
            <a:extLst>
              <a:ext uri="{FF2B5EF4-FFF2-40B4-BE49-F238E27FC236}">
                <a16:creationId xmlns:a16="http://schemas.microsoft.com/office/drawing/2014/main" id="{139F4668-3C2C-FCAD-4589-3629BE2114EA}"/>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7795726"/>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V/Resume slide – Layout 2A">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defRPr>
            </a:lvl1pPr>
          </a:lstStyle>
          <a:p>
            <a:r>
              <a:rPr lang="en-US" noProof="0"/>
              <a:t>CV/Resume layout 2A – click to add name</a:t>
            </a:r>
          </a:p>
        </p:txBody>
      </p:sp>
      <p:sp>
        <p:nvSpPr>
          <p:cNvPr id="19" name="Cornerstone">
            <a:extLst>
              <a:ext uri="{FF2B5EF4-FFF2-40B4-BE49-F238E27FC236}">
                <a16:creationId xmlns:a16="http://schemas.microsoft.com/office/drawing/2014/main" id="{5C45700E-216F-B143-AB3D-B415EEE0460A}"/>
              </a:ext>
              <a:ext uri="{C183D7F6-B498-43B3-948B-1728B52AA6E4}">
                <adec:decorative xmlns:adec="http://schemas.microsoft.com/office/drawing/2017/decorative" val="1"/>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71205"/>
            <a:ext cx="1268099" cy="1268099"/>
          </a:xfrm>
          <a:prstGeom prst="rect">
            <a:avLst/>
          </a:prstGeom>
        </p:spPr>
        <p:txBody>
          <a:bodyPr/>
          <a:lstStyle>
            <a:lvl1pPr marL="0" indent="0">
              <a:buNone/>
              <a:defRPr sz="1400"/>
            </a:lvl1pPr>
          </a:lstStyle>
          <a:p>
            <a:r>
              <a:rPr lang="en-US" noProof="0" dirty="0"/>
              <a:t>Click icon to add photo</a:t>
            </a:r>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2" name="Education heading 9">
            <a:extLst>
              <a:ext uri="{FF2B5EF4-FFF2-40B4-BE49-F238E27FC236}">
                <a16:creationId xmlns:a16="http://schemas.microsoft.com/office/drawing/2014/main" id="{1FD8F504-46E4-155F-8089-722C75F57C44}"/>
              </a:ext>
            </a:extLst>
          </p:cNvPr>
          <p:cNvSpPr>
            <a:spLocks noGrp="1"/>
          </p:cNvSpPr>
          <p:nvPr>
            <p:ph type="body" sz="quarter" idx="24" hasCustomPrompt="1"/>
          </p:nvPr>
        </p:nvSpPr>
        <p:spPr>
          <a:xfrm>
            <a:off x="766618" y="2171195"/>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18174"/>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0482"/>
            <a:ext cx="9115474" cy="173736"/>
          </a:xfrm>
          <a:prstGeom prst="rect">
            <a:avLst/>
          </a:prstGeom>
          <a:noFill/>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12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pic>
        <p:nvPicPr>
          <p:cNvPr id="18" name="CGI Logo">
            <a:extLst>
              <a:ext uri="{FF2B5EF4-FFF2-40B4-BE49-F238E27FC236}">
                <a16:creationId xmlns:a16="http://schemas.microsoft.com/office/drawing/2014/main" id="{8B094C90-E1A2-9948-AB43-B471059D60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
        <p:nvSpPr>
          <p:cNvPr id="9" name="Footer Placeholder 8">
            <a:extLst>
              <a:ext uri="{FF2B5EF4-FFF2-40B4-BE49-F238E27FC236}">
                <a16:creationId xmlns:a16="http://schemas.microsoft.com/office/drawing/2014/main" id="{BDC0B927-1636-F1BA-BE47-8BD02F852C75}"/>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3" name="Slide Number Placeholder 16">
            <a:extLst>
              <a:ext uri="{FF2B5EF4-FFF2-40B4-BE49-F238E27FC236}">
                <a16:creationId xmlns:a16="http://schemas.microsoft.com/office/drawing/2014/main" id="{CE0B31F8-A870-7693-D541-9C870D5181B2}"/>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80722862"/>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V/Resume slide – Layout 2B">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latin typeface="+mj-lt"/>
              </a:defRPr>
            </a:lvl1pPr>
          </a:lstStyle>
          <a:p>
            <a:r>
              <a:rPr lang="en-US" noProof="0"/>
              <a:t>CV/Resume layout 2B – click to add name</a:t>
            </a:r>
          </a:p>
        </p:txBody>
      </p:sp>
      <p:sp>
        <p:nvSpPr>
          <p:cNvPr id="3" name="Cornerstone">
            <a:extLst>
              <a:ext uri="{FF2B5EF4-FFF2-40B4-BE49-F238E27FC236}">
                <a16:creationId xmlns:a16="http://schemas.microsoft.com/office/drawing/2014/main" id="{20503735-E700-A08F-CA56-1716FA65B6B7}"/>
              </a:ext>
              <a:ext uri="{C183D7F6-B498-43B3-948B-1728B52AA6E4}">
                <adec:decorative xmlns:adec="http://schemas.microsoft.com/office/drawing/2017/decorative" val="1"/>
              </a:ext>
            </a:extLst>
          </p:cNvPr>
          <p:cNvSpPr>
            <a:spLocks noChangeAspect="1"/>
          </p:cNvSpPr>
          <p:nvPr userDrawn="1"/>
        </p:nvSpPr>
        <p:spPr bwMode="gray">
          <a:xfrm rot="16200000">
            <a:off x="10119233" y="77093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a:gsLst>
              <a:gs pos="0">
                <a:srgbClr val="FFCDD2"/>
              </a:gs>
              <a:gs pos="33000">
                <a:srgbClr val="FF6A00"/>
              </a:gs>
              <a:gs pos="66000">
                <a:srgbClr val="E31937"/>
              </a:gs>
              <a:gs pos="100000">
                <a:srgbClr val="991F3D"/>
              </a:gs>
            </a:gsLst>
            <a:lin ang="5400000" scaled="0"/>
          </a:gradFill>
        </p:spPr>
        <p:txBody>
          <a:bodyPr vert="horz" wrap="square" lIns="0" tIns="0" rIns="0" bIns="0" rtlCol="0" anchor="t" anchorCtr="0">
            <a:normAutofit/>
          </a:bodyPr>
          <a:lstStyle/>
          <a:p>
            <a:pPr lvl="0"/>
            <a:endParaRPr lang="en-US" noProof="0"/>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770931"/>
            <a:ext cx="1268099" cy="1268099"/>
          </a:xfrm>
          <a:prstGeom prst="rect">
            <a:avLst/>
          </a:prstGeom>
        </p:spPr>
        <p:txBody>
          <a:bodyPr/>
          <a:lstStyle>
            <a:lvl1pPr marL="0" indent="0">
              <a:buNone/>
              <a:defRPr sz="1400"/>
            </a:lvl1pPr>
          </a:lstStyle>
          <a:p>
            <a:r>
              <a:rPr lang="fr-CA" noProof="0"/>
              <a:t>Cliquez sur l'icône pour ajouter une image</a:t>
            </a:r>
            <a:endParaRPr lang="en-US" noProof="0"/>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17" name="Education heading 9">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6272"/>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23251"/>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5559"/>
            <a:ext cx="9115474" cy="173736"/>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8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EEC5DF5F-46C2-4ECF-5DCA-52469D23C82C}"/>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4" name="Slide Number Placeholder 16">
            <a:extLst>
              <a:ext uri="{FF2B5EF4-FFF2-40B4-BE49-F238E27FC236}">
                <a16:creationId xmlns:a16="http://schemas.microsoft.com/office/drawing/2014/main" id="{005CB31B-89C5-283F-C517-9A4F6C810093}"/>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pic>
        <p:nvPicPr>
          <p:cNvPr id="9" name="CGI Logo">
            <a:extLst>
              <a:ext uri="{FF2B5EF4-FFF2-40B4-BE49-F238E27FC236}">
                <a16:creationId xmlns:a16="http://schemas.microsoft.com/office/drawing/2014/main" id="{0901D6D2-00BE-E7A2-05BB-60202B6574E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Tree>
    <p:extLst>
      <p:ext uri="{BB962C8B-B14F-4D97-AF65-F5344CB8AC3E}">
        <p14:creationId xmlns:p14="http://schemas.microsoft.com/office/powerpoint/2010/main" val="4108952717"/>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CV/Resume slide – Continue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1F92AF6-A857-408E-8673-15B7E330B07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CV/Resume continuation slide – click to add name</a:t>
            </a:r>
          </a:p>
        </p:txBody>
      </p:sp>
      <p:sp>
        <p:nvSpPr>
          <p:cNvPr id="9" name="Focus areas header">
            <a:extLst>
              <a:ext uri="{FF2B5EF4-FFF2-40B4-BE49-F238E27FC236}">
                <a16:creationId xmlns:a16="http://schemas.microsoft.com/office/drawing/2014/main" id="{59C86A1D-A4E8-CD4E-A3FF-1266A7F082DD}"/>
              </a:ext>
            </a:extLst>
          </p:cNvPr>
          <p:cNvSpPr>
            <a:spLocks noGrp="1"/>
          </p:cNvSpPr>
          <p:nvPr>
            <p:ph type="body" sz="quarter" idx="24" hasCustomPrompt="1"/>
          </p:nvPr>
        </p:nvSpPr>
        <p:spPr>
          <a:xfrm>
            <a:off x="768232" y="1566229"/>
            <a:ext cx="1279052"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r>
              <a:rPr lang="en-US" sz="1200" b="1" noProof="0">
                <a:solidFill>
                  <a:srgbClr val="5135AA"/>
                </a:solidFill>
                <a:effectLst/>
                <a:latin typeface="Arial" pitchFamily="34" charset="0"/>
              </a:rPr>
              <a:t>Focus areas</a:t>
            </a:r>
            <a:endParaRPr lang="en-US" noProof="0"/>
          </a:p>
        </p:txBody>
      </p:sp>
      <p:sp>
        <p:nvSpPr>
          <p:cNvPr id="5" name="Focus area text placeholder">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5737" y="1828795"/>
            <a:ext cx="1280160" cy="1754377"/>
          </a:xfrm>
          <a:prstGeom prst="rect">
            <a:avLst/>
          </a:prstGeom>
        </p:spPr>
        <p:txBody>
          <a:bodyPr lIns="0" tIns="0" rIns="0" bIns="0"/>
          <a:lstStyle>
            <a:lvl1pPr marL="0" indent="0">
              <a:lnSpc>
                <a:spcPct val="100000"/>
              </a:lnSpc>
              <a:spcBef>
                <a:spcPct val="0"/>
              </a:spcBef>
              <a:spcAft>
                <a:spcPts val="600"/>
              </a:spcAft>
              <a:buNone/>
              <a:defRPr sz="1000" b="0">
                <a:solidFill>
                  <a:schemeClr val="tx1"/>
                </a:solidFill>
              </a:defRPr>
            </a:lvl1pPr>
          </a:lstStyle>
          <a:p>
            <a:pPr lvl="0"/>
            <a:r>
              <a:rPr lang="en-US" noProof="0"/>
              <a:t>Text</a:t>
            </a:r>
          </a:p>
        </p:txBody>
      </p:sp>
      <p:sp>
        <p:nvSpPr>
          <p:cNvPr id="4" name="Languages header">
            <a:extLst>
              <a:ext uri="{FF2B5EF4-FFF2-40B4-BE49-F238E27FC236}">
                <a16:creationId xmlns:a16="http://schemas.microsoft.com/office/drawing/2014/main" id="{AF140CBD-8DB6-6F42-08D9-0838F6A42D07}"/>
              </a:ext>
            </a:extLst>
          </p:cNvPr>
          <p:cNvSpPr>
            <a:spLocks noGrp="1"/>
          </p:cNvSpPr>
          <p:nvPr>
            <p:ph type="body" sz="quarter" idx="28" hasCustomPrompt="1"/>
          </p:nvPr>
        </p:nvSpPr>
        <p:spPr>
          <a:xfrm>
            <a:off x="765737" y="3758179"/>
            <a:ext cx="1280160" cy="184666"/>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Languages</a:t>
            </a:r>
          </a:p>
        </p:txBody>
      </p:sp>
      <p:sp>
        <p:nvSpPr>
          <p:cNvPr id="10" name="Languages placeholder">
            <a:extLst>
              <a:ext uri="{FF2B5EF4-FFF2-40B4-BE49-F238E27FC236}">
                <a16:creationId xmlns:a16="http://schemas.microsoft.com/office/drawing/2014/main" id="{54DA4F4C-4906-9AC6-0890-4345F8BCDD59}"/>
              </a:ext>
            </a:extLst>
          </p:cNvPr>
          <p:cNvSpPr>
            <a:spLocks noGrp="1"/>
          </p:cNvSpPr>
          <p:nvPr>
            <p:ph type="body" sz="quarter" idx="29" hasCustomPrompt="1"/>
          </p:nvPr>
        </p:nvSpPr>
        <p:spPr>
          <a:xfrm>
            <a:off x="767409" y="4020317"/>
            <a:ext cx="1280160" cy="940326"/>
          </a:xfrm>
          <a:prstGeom prst="rect">
            <a:avLst/>
          </a:prstGeom>
        </p:spPr>
        <p:txBody>
          <a:bodyPr lIns="0" tIns="0" rIns="0" bIns="0"/>
          <a:lstStyle>
            <a:lvl1pPr marL="0">
              <a:lnSpc>
                <a:spcPct val="100000"/>
              </a:lnSpc>
              <a:spcBef>
                <a:spcPct val="0"/>
              </a:spcBef>
              <a:spcAft>
                <a:spcPts val="600"/>
              </a:spcAft>
              <a:buNone/>
              <a:defRPr sz="1000" b="0">
                <a:solidFill>
                  <a:schemeClr val="tx1"/>
                </a:solidFill>
              </a:defRPr>
            </a:lvl1pPr>
          </a:lstStyle>
          <a:p>
            <a:pPr lvl="0"/>
            <a:r>
              <a:rPr lang="en-US" noProof="0"/>
              <a:t>Text</a:t>
            </a:r>
          </a:p>
        </p:txBody>
      </p:sp>
      <p:sp>
        <p:nvSpPr>
          <p:cNvPr id="3" name="Other experience heading 7">
            <a:extLst>
              <a:ext uri="{FF2B5EF4-FFF2-40B4-BE49-F238E27FC236}">
                <a16:creationId xmlns:a16="http://schemas.microsoft.com/office/drawing/2014/main" id="{429756FF-67F4-6C80-85D1-5F66552EBB33}"/>
              </a:ext>
            </a:extLst>
          </p:cNvPr>
          <p:cNvSpPr>
            <a:spLocks noGrp="1"/>
          </p:cNvSpPr>
          <p:nvPr>
            <p:ph type="body" sz="quarter" idx="22" hasCustomPrompt="1"/>
          </p:nvPr>
        </p:nvSpPr>
        <p:spPr>
          <a:xfrm>
            <a:off x="2304288" y="1563624"/>
            <a:ext cx="9115474"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Other Experience</a:t>
            </a:r>
            <a:endParaRPr lang="en-US" sz="800" b="1" noProof="0">
              <a:solidFill>
                <a:schemeClr val="accent3"/>
              </a:solidFill>
            </a:endParaRPr>
          </a:p>
        </p:txBody>
      </p:sp>
      <p:sp>
        <p:nvSpPr>
          <p:cNvPr id="11" name="Other experiences placeholder">
            <a:extLst>
              <a:ext uri="{FF2B5EF4-FFF2-40B4-BE49-F238E27FC236}">
                <a16:creationId xmlns:a16="http://schemas.microsoft.com/office/drawing/2014/main" id="{5F8FE79C-1310-0D3D-FCE6-9DAB67EDCDAF}"/>
              </a:ext>
            </a:extLst>
          </p:cNvPr>
          <p:cNvSpPr>
            <a:spLocks noGrp="1"/>
          </p:cNvSpPr>
          <p:nvPr>
            <p:ph type="body" sz="quarter" idx="30" hasCustomPrompt="1"/>
          </p:nvPr>
        </p:nvSpPr>
        <p:spPr>
          <a:xfrm>
            <a:off x="2294263" y="1828795"/>
            <a:ext cx="9116568" cy="4261104"/>
          </a:xfrm>
          <a:prstGeom prst="rect">
            <a:avLst/>
          </a:prstGeom>
          <a:noFill/>
        </p:spPr>
        <p:txBody>
          <a:bodyPr lIns="0" tIns="0" rIns="0" bIns="0" numCol="1"/>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9ED99596-0F8D-5C06-9CBF-8D5373890E4D}"/>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4" name="Slide Number Placeholder 13">
            <a:extLst>
              <a:ext uri="{FF2B5EF4-FFF2-40B4-BE49-F238E27FC236}">
                <a16:creationId xmlns:a16="http://schemas.microsoft.com/office/drawing/2014/main" id="{1AF06330-50E0-3BDE-BEA3-2C15DCF034EE}"/>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36037412"/>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1">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latin typeface="+mj-lt"/>
              </a:defRPr>
            </a:lvl1pPr>
          </a:lstStyle>
          <a:p>
            <a:r>
              <a:rPr lang="en-US" noProof="0"/>
              <a:t>Team slide with 1 individual – click to add title</a:t>
            </a:r>
          </a:p>
        </p:txBody>
      </p:sp>
      <p:sp>
        <p:nvSpPr>
          <p:cNvPr id="2" name="Picture Placeholder 9" descr="Photograph of First and Last name &#10;(person the slide is referencing)">
            <a:extLst>
              <a:ext uri="{FF2B5EF4-FFF2-40B4-BE49-F238E27FC236}">
                <a16:creationId xmlns:a16="http://schemas.microsoft.com/office/drawing/2014/main" id="{231AFE98-6A5E-D4D3-B165-B845C3DD26D1}"/>
              </a:ext>
            </a:extLst>
          </p:cNvPr>
          <p:cNvSpPr>
            <a:spLocks noGrp="1"/>
          </p:cNvSpPr>
          <p:nvPr>
            <p:ph type="pic" sz="quarter" idx="13" hasCustomPrompt="1"/>
          </p:nvPr>
        </p:nvSpPr>
        <p:spPr>
          <a:xfrm>
            <a:off x="1522413" y="2423694"/>
            <a:ext cx="2268538" cy="2268000"/>
          </a:xfrm>
          <a:custGeom>
            <a:avLst/>
            <a:gdLst>
              <a:gd name="connsiteX0" fmla="*/ 0 w 2268538"/>
              <a:gd name="connsiteY0" fmla="*/ 0 h 2268000"/>
              <a:gd name="connsiteX1" fmla="*/ 2268538 w 2268538"/>
              <a:gd name="connsiteY1" fmla="*/ 0 h 2268000"/>
              <a:gd name="connsiteX2" fmla="*/ 2268538 w 2268538"/>
              <a:gd name="connsiteY2" fmla="*/ 2268000 h 2268000"/>
              <a:gd name="connsiteX3" fmla="*/ 763200 w 2268538"/>
              <a:gd name="connsiteY3" fmla="*/ 2268000 h 2268000"/>
              <a:gd name="connsiteX4" fmla="*/ 763200 w 2268538"/>
              <a:gd name="connsiteY4" fmla="*/ 1504800 h 2268000"/>
              <a:gd name="connsiteX5" fmla="*/ 0 w 2268538"/>
              <a:gd name="connsiteY5" fmla="*/ 1504800 h 226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538" h="2268000">
                <a:moveTo>
                  <a:pt x="0" y="0"/>
                </a:moveTo>
                <a:lnTo>
                  <a:pt x="2268538" y="0"/>
                </a:lnTo>
                <a:lnTo>
                  <a:pt x="2268538" y="2268000"/>
                </a:lnTo>
                <a:lnTo>
                  <a:pt x="763200" y="2268000"/>
                </a:lnTo>
                <a:lnTo>
                  <a:pt x="763200" y="1504800"/>
                </a:lnTo>
                <a:lnTo>
                  <a:pt x="0" y="1504800"/>
                </a:lnTo>
                <a:close/>
              </a:path>
            </a:pathLst>
          </a:custGeom>
        </p:spPr>
        <p:txBody>
          <a:bodyPr wrap="square">
            <a:noAutofit/>
          </a:bodyPr>
          <a:lstStyle>
            <a:lvl1pPr marL="0" indent="0" algn="ctr">
              <a:buNone/>
              <a:defRPr sz="1400"/>
            </a:lvl1pPr>
          </a:lstStyle>
          <a:p>
            <a:r>
              <a:rPr lang="en-US" noProof="0"/>
              <a:t>Click on icon to add photo</a:t>
            </a:r>
          </a:p>
        </p:txBody>
      </p:sp>
      <p:sp>
        <p:nvSpPr>
          <p:cNvPr id="5" name="Name placeholder">
            <a:extLst>
              <a:ext uri="{FF2B5EF4-FFF2-40B4-BE49-F238E27FC236}">
                <a16:creationId xmlns:a16="http://schemas.microsoft.com/office/drawing/2014/main" id="{6679637A-741D-5947-2DB7-086DDC016755}"/>
              </a:ext>
            </a:extLst>
          </p:cNvPr>
          <p:cNvSpPr>
            <a:spLocks noGrp="1"/>
          </p:cNvSpPr>
          <p:nvPr>
            <p:ph type="body" sz="quarter" idx="29" hasCustomPrompt="1"/>
          </p:nvPr>
        </p:nvSpPr>
        <p:spPr>
          <a:xfrm>
            <a:off x="4314026" y="2423649"/>
            <a:ext cx="6353973" cy="472710"/>
          </a:xfrm>
          <a:prstGeom prst="rect">
            <a:avLst/>
          </a:prstGeom>
        </p:spPr>
        <p:txBody>
          <a:bodyPr lIns="0" tIns="0" rIns="0" bIns="0" anchor="ctr">
            <a:noAutofit/>
          </a:bodyPr>
          <a:lstStyle>
            <a:lvl1pPr marL="0" indent="0" algn="l">
              <a:spcBef>
                <a:spcPts val="0"/>
              </a:spcBef>
              <a:buNone/>
              <a:defRPr sz="1600" b="1">
                <a:solidFill>
                  <a:schemeClr val="tx1"/>
                </a:solidFill>
                <a:latin typeface="+mj-lt"/>
              </a:defRPr>
            </a:lvl1pPr>
            <a:lvl4pPr marL="1371600" indent="0">
              <a:buNone/>
              <a:defRPr/>
            </a:lvl4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a:t>First and Last name</a:t>
            </a:r>
          </a:p>
        </p:txBody>
      </p:sp>
      <p:sp>
        <p:nvSpPr>
          <p:cNvPr id="6" name="Text placeholder">
            <a:extLst>
              <a:ext uri="{FF2B5EF4-FFF2-40B4-BE49-F238E27FC236}">
                <a16:creationId xmlns:a16="http://schemas.microsoft.com/office/drawing/2014/main" id="{F7A2D79E-F40F-3EAF-8DB2-4BBCB968920B}"/>
              </a:ext>
            </a:extLst>
          </p:cNvPr>
          <p:cNvSpPr>
            <a:spLocks noGrp="1"/>
          </p:cNvSpPr>
          <p:nvPr>
            <p:ph type="body" sz="quarter" idx="30" hasCustomPrompt="1"/>
          </p:nvPr>
        </p:nvSpPr>
        <p:spPr>
          <a:xfrm>
            <a:off x="4314027" y="3056433"/>
            <a:ext cx="6353972" cy="1635215"/>
          </a:xfrm>
          <a:prstGeom prst="rect">
            <a:avLst/>
          </a:prstGeom>
        </p:spPr>
        <p:txBody>
          <a:bodyPr lIns="0" tIns="0" rIns="0" bIns="0">
            <a:noAutofit/>
          </a:bodyPr>
          <a:lstStyle>
            <a:lvl1pPr marL="0" indent="0" algn="l">
              <a:spcBef>
                <a:spcPts val="0"/>
              </a:spcBef>
              <a:buNone/>
              <a:defRPr sz="1600" b="0">
                <a:solidFill>
                  <a:schemeClr val="tx1"/>
                </a:solidFill>
              </a:defRPr>
            </a:lvl1pPr>
            <a:lvl4pPr marL="1371600" indent="0">
              <a:buNone/>
              <a:defRPr/>
            </a:lvl4pPr>
          </a:lstStyle>
          <a:p>
            <a:pPr lvl="0"/>
            <a:r>
              <a:rPr lang="en-US" noProof="0"/>
              <a:t>Job title</a:t>
            </a:r>
          </a:p>
          <a:p>
            <a:pPr lvl="0"/>
            <a:r>
              <a:rPr lang="en-US" noProof="0"/>
              <a:t>Division</a:t>
            </a:r>
          </a:p>
          <a:p>
            <a:pPr lvl="0"/>
            <a:r>
              <a:rPr lang="en-US" noProof="0"/>
              <a:t>Office</a:t>
            </a:r>
          </a:p>
        </p:txBody>
      </p:sp>
      <p:sp>
        <p:nvSpPr>
          <p:cNvPr id="7" name="Cornerstone">
            <a:extLst>
              <a:ext uri="{FF2B5EF4-FFF2-40B4-BE49-F238E27FC236}">
                <a16:creationId xmlns:a16="http://schemas.microsoft.com/office/drawing/2014/main" id="{3FEF4AF0-5102-D72C-A0D3-2C61B18F3D90}"/>
              </a:ext>
              <a:ext uri="{C183D7F6-B498-43B3-948B-1728B52AA6E4}">
                <adec:decorative xmlns:adec="http://schemas.microsoft.com/office/drawing/2017/decorative" val="1"/>
              </a:ext>
            </a:extLst>
          </p:cNvPr>
          <p:cNvSpPr>
            <a:spLocks noChangeAspect="1"/>
          </p:cNvSpPr>
          <p:nvPr userDrawn="1"/>
        </p:nvSpPr>
        <p:spPr bwMode="gray">
          <a:xfrm rot="16200000">
            <a:off x="1522413" y="3924894"/>
            <a:ext cx="766800" cy="766799"/>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 name="Footer Placeholder 2">
            <a:extLst>
              <a:ext uri="{FF2B5EF4-FFF2-40B4-BE49-F238E27FC236}">
                <a16:creationId xmlns:a16="http://schemas.microsoft.com/office/drawing/2014/main" id="{0E106856-5803-3126-21B5-742CEC17F429}"/>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1" name="Slide Number Placeholder 10">
            <a:extLst>
              <a:ext uri="{FF2B5EF4-FFF2-40B4-BE49-F238E27FC236}">
                <a16:creationId xmlns:a16="http://schemas.microsoft.com/office/drawing/2014/main" id="{0F633D6F-3800-D2EE-F82B-3BCFB87E741C}"/>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6762638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 2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A) – click to add title</a:t>
            </a:r>
          </a:p>
        </p:txBody>
      </p:sp>
      <p:grpSp>
        <p:nvGrpSpPr>
          <p:cNvPr id="4" name="Group 3">
            <a:extLst>
              <a:ext uri="{FF2B5EF4-FFF2-40B4-BE49-F238E27FC236}">
                <a16:creationId xmlns:a16="http://schemas.microsoft.com/office/drawing/2014/main" id="{D17F034D-7149-A614-1695-FEAB4805FE2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A519421-BBC9-E265-BC60-0732030545E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061CB1A3-4B69-185D-4EF4-F12A804B76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8" name="Picture placeholder 5" descr="Photograph of First and Last name &#10;(person the slide is referencing)">
            <a:extLst>
              <a:ext uri="{FF2B5EF4-FFF2-40B4-BE49-F238E27FC236}">
                <a16:creationId xmlns:a16="http://schemas.microsoft.com/office/drawing/2014/main" id="{12EC7163-7641-E7F6-4273-34D71DCF4372}"/>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5" name="Text placeholder 5">
            <a:extLst>
              <a:ext uri="{FF2B5EF4-FFF2-40B4-BE49-F238E27FC236}">
                <a16:creationId xmlns:a16="http://schemas.microsoft.com/office/drawing/2014/main" id="{5CAA202A-5196-3008-D768-8C9A0F9DB6EA}"/>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6" name="Text placeholder 5">
            <a:extLst>
              <a:ext uri="{FF2B5EF4-FFF2-40B4-BE49-F238E27FC236}">
                <a16:creationId xmlns:a16="http://schemas.microsoft.com/office/drawing/2014/main" id="{6B3AC22D-2FAC-715A-5263-BCA1A63D69BF}"/>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7" name="Picture placeholder 5" descr="Photograph of First and Last name &#10;(person the slide is referencing)">
            <a:extLst>
              <a:ext uri="{FF2B5EF4-FFF2-40B4-BE49-F238E27FC236}">
                <a16:creationId xmlns:a16="http://schemas.microsoft.com/office/drawing/2014/main" id="{C4D8F0BC-E3E7-4309-8BF4-8FF9C48BADC4}"/>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8" name="Text placeholder 5">
            <a:extLst>
              <a:ext uri="{FF2B5EF4-FFF2-40B4-BE49-F238E27FC236}">
                <a16:creationId xmlns:a16="http://schemas.microsoft.com/office/drawing/2014/main" id="{15B83155-C75C-C6F4-37BD-7930F2097638}"/>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0" name="Text placeholder 5">
            <a:extLst>
              <a:ext uri="{FF2B5EF4-FFF2-40B4-BE49-F238E27FC236}">
                <a16:creationId xmlns:a16="http://schemas.microsoft.com/office/drawing/2014/main" id="{D15A1721-09B8-7D7D-B5E1-52EA7FD69E55}"/>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5D2F76E3-C68E-FACE-879D-228018A9A671}"/>
              </a:ext>
              <a:ext uri="{C183D7F6-B498-43B3-948B-1728B52AA6E4}">
                <adec:decorative xmlns:adec="http://schemas.microsoft.com/office/drawing/2017/decorative" val="1"/>
              </a:ext>
            </a:extLst>
          </p:cNvPr>
          <p:cNvSpPr>
            <a:spLocks noGrp="1"/>
          </p:cNvSpPr>
          <p:nvPr userDrawn="1">
            <p:ph type="ftr" sz="quarter" idx="37"/>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5FB2635F-AE60-4A1F-B4D8-39B721D0525E}"/>
              </a:ext>
              <a:ext uri="{C183D7F6-B498-43B3-948B-1728B52AA6E4}">
                <adec:decorative xmlns:adec="http://schemas.microsoft.com/office/drawing/2017/decorative" val="1"/>
              </a:ext>
            </a:extLst>
          </p:cNvPr>
          <p:cNvSpPr>
            <a:spLocks noGrp="1"/>
          </p:cNvSpPr>
          <p:nvPr userDrawn="1">
            <p:ph type="sldNum" sz="quarter" idx="3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46323688"/>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 2B">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27B934-DD85-9B55-DE17-672E2E708D16}"/>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B) – click to add title</a:t>
            </a:r>
          </a:p>
        </p:txBody>
      </p:sp>
      <p:grpSp>
        <p:nvGrpSpPr>
          <p:cNvPr id="6" name="Group 5">
            <a:extLst>
              <a:ext uri="{FF2B5EF4-FFF2-40B4-BE49-F238E27FC236}">
                <a16:creationId xmlns:a16="http://schemas.microsoft.com/office/drawing/2014/main" id="{C7987D90-C3F5-2B7E-7C35-1164F51996A3}"/>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FA13B3F-B6AF-32A2-DB2A-CE001985D351}"/>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2" name="TextBox 11">
              <a:extLst>
                <a:ext uri="{FF2B5EF4-FFF2-40B4-BE49-F238E27FC236}">
                  <a16:creationId xmlns:a16="http://schemas.microsoft.com/office/drawing/2014/main" id="{DB543F5C-9EF3-CCC2-FA51-6E974CB689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3" name="Picture placeholder 5" descr="Photograph of Name (person the slide is referencing)">
            <a:extLst>
              <a:ext uri="{FF2B5EF4-FFF2-40B4-BE49-F238E27FC236}">
                <a16:creationId xmlns:a16="http://schemas.microsoft.com/office/drawing/2014/main" id="{79F8553C-A3D0-7224-5D0C-66AD11A2B2C7}"/>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4" name="Text placeholder 5">
            <a:extLst>
              <a:ext uri="{FF2B5EF4-FFF2-40B4-BE49-F238E27FC236}">
                <a16:creationId xmlns:a16="http://schemas.microsoft.com/office/drawing/2014/main" id="{09692D77-7355-D933-14D4-8DBE72881BDE}"/>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5" name="Text placeholder 5">
            <a:extLst>
              <a:ext uri="{FF2B5EF4-FFF2-40B4-BE49-F238E27FC236}">
                <a16:creationId xmlns:a16="http://schemas.microsoft.com/office/drawing/2014/main" id="{C1C1727B-B112-4ED5-6A77-DB479A2878A6}"/>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6" name="Picture placeholder 5" descr="Photograph of Name (person the slide is referencing)">
            <a:extLst>
              <a:ext uri="{FF2B5EF4-FFF2-40B4-BE49-F238E27FC236}">
                <a16:creationId xmlns:a16="http://schemas.microsoft.com/office/drawing/2014/main" id="{D650A5C8-835C-0D2C-C826-9957DB37A11E}"/>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7" name="Text placeholder 5">
            <a:extLst>
              <a:ext uri="{FF2B5EF4-FFF2-40B4-BE49-F238E27FC236}">
                <a16:creationId xmlns:a16="http://schemas.microsoft.com/office/drawing/2014/main" id="{FA1F04B9-C968-8379-E3C5-A5067E2D4ADC}"/>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18" name="Text placeholder 5">
            <a:extLst>
              <a:ext uri="{FF2B5EF4-FFF2-40B4-BE49-F238E27FC236}">
                <a16:creationId xmlns:a16="http://schemas.microsoft.com/office/drawing/2014/main" id="{DD348EEE-01C9-D1C1-EA4D-5FA3A00701E7}"/>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2872E95-302C-66FA-6C40-2BBD7D970564}"/>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EAC654C8-21AC-A85D-C564-E231F952ACD5}"/>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268048041"/>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 3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A) – click to add title</a:t>
            </a:r>
          </a:p>
        </p:txBody>
      </p:sp>
      <p:grpSp>
        <p:nvGrpSpPr>
          <p:cNvPr id="8" name="Group 7">
            <a:extLst>
              <a:ext uri="{FF2B5EF4-FFF2-40B4-BE49-F238E27FC236}">
                <a16:creationId xmlns:a16="http://schemas.microsoft.com/office/drawing/2014/main" id="{86149398-F80F-87FC-8242-C9E2BA2A1C26}"/>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10" name="TextBox 9">
              <a:extLst>
                <a:ext uri="{FF2B5EF4-FFF2-40B4-BE49-F238E27FC236}">
                  <a16:creationId xmlns:a16="http://schemas.microsoft.com/office/drawing/2014/main" id="{B00B5B32-D9B0-9B27-C4FA-13F40088B660}"/>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1" name="TextBox 10">
              <a:extLst>
                <a:ext uri="{FF2B5EF4-FFF2-40B4-BE49-F238E27FC236}">
                  <a16:creationId xmlns:a16="http://schemas.microsoft.com/office/drawing/2014/main" id="{ABAF076D-C2D1-A806-7D2A-97FD8B319E23}"/>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20" name="Picture placeholder 5" descr="Photograph of First and Last name &#10;(person the slide is referencing)">
            <a:extLst>
              <a:ext uri="{FF2B5EF4-FFF2-40B4-BE49-F238E27FC236}">
                <a16:creationId xmlns:a16="http://schemas.microsoft.com/office/drawing/2014/main" id="{E09F7703-90ED-00AF-3067-E1A4CABBA8A5}"/>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1" name="Text placeholder 5">
            <a:extLst>
              <a:ext uri="{FF2B5EF4-FFF2-40B4-BE49-F238E27FC236}">
                <a16:creationId xmlns:a16="http://schemas.microsoft.com/office/drawing/2014/main" id="{905BCF0A-2A4E-9CDE-1FF3-A3F38FD5DBF9}"/>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2" name="Text placeholder 5">
            <a:extLst>
              <a:ext uri="{FF2B5EF4-FFF2-40B4-BE49-F238E27FC236}">
                <a16:creationId xmlns:a16="http://schemas.microsoft.com/office/drawing/2014/main" id="{316168BE-32B5-A8EC-586B-CE369689C4D5}"/>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3" name="Picture placeholder 5" descr="Photograph of First and Last name &#10;(person the slide is referencing)">
            <a:extLst>
              <a:ext uri="{FF2B5EF4-FFF2-40B4-BE49-F238E27FC236}">
                <a16:creationId xmlns:a16="http://schemas.microsoft.com/office/drawing/2014/main" id="{FCBF45A8-285D-1449-6DC9-FBA5757D1E2C}"/>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4" name="Text placeholder 5">
            <a:extLst>
              <a:ext uri="{FF2B5EF4-FFF2-40B4-BE49-F238E27FC236}">
                <a16:creationId xmlns:a16="http://schemas.microsoft.com/office/drawing/2014/main" id="{8DF36D87-44A8-CBBD-AD90-39493D55BD93}"/>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7" name="Text placeholder 5">
            <a:extLst>
              <a:ext uri="{FF2B5EF4-FFF2-40B4-BE49-F238E27FC236}">
                <a16:creationId xmlns:a16="http://schemas.microsoft.com/office/drawing/2014/main" id="{7C93CD8F-87F4-8D9A-3701-0AD84D3C9DBA}"/>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8" name="Picture placeholder 5" descr="Photograph of First and Last name &#10;(person the slide is referencing)">
            <a:extLst>
              <a:ext uri="{FF2B5EF4-FFF2-40B4-BE49-F238E27FC236}">
                <a16:creationId xmlns:a16="http://schemas.microsoft.com/office/drawing/2014/main" id="{7DC5D551-905D-0923-7AAC-4160C867D02A}"/>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9" name="Text placeholder 5">
            <a:extLst>
              <a:ext uri="{FF2B5EF4-FFF2-40B4-BE49-F238E27FC236}">
                <a16:creationId xmlns:a16="http://schemas.microsoft.com/office/drawing/2014/main" id="{ED5944CA-F01F-8A47-30C9-BBFD710FF111}"/>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0" name="Text placeholder 5">
            <a:extLst>
              <a:ext uri="{FF2B5EF4-FFF2-40B4-BE49-F238E27FC236}">
                <a16:creationId xmlns:a16="http://schemas.microsoft.com/office/drawing/2014/main" id="{76531A7E-D51B-59B2-6103-980B07801D13}"/>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C3D93CB-7754-3E30-DD83-9BDC0A151345}"/>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D36FF57C-3521-7C73-57FB-6E892812A006}"/>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52863577"/>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 3B">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B) – click to add title</a:t>
            </a:r>
          </a:p>
        </p:txBody>
      </p:sp>
      <p:grpSp>
        <p:nvGrpSpPr>
          <p:cNvPr id="4" name="Group 3">
            <a:extLst>
              <a:ext uri="{FF2B5EF4-FFF2-40B4-BE49-F238E27FC236}">
                <a16:creationId xmlns:a16="http://schemas.microsoft.com/office/drawing/2014/main" id="{D68E27BB-7AB7-CDC3-CFE0-440923FF4845}"/>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1F6CB23-D104-A406-9015-092E7AA24078}"/>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248E3E26-04F2-0B45-9794-6AD7245045E4}"/>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35" name="Picture placeholder 5" descr="Photograph of First and Last name &#10;(person the slide is referencing)">
            <a:extLst>
              <a:ext uri="{FF2B5EF4-FFF2-40B4-BE49-F238E27FC236}">
                <a16:creationId xmlns:a16="http://schemas.microsoft.com/office/drawing/2014/main" id="{3A86A467-D855-8D1E-59EB-90310C8DADC0}"/>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6" name="Text placeholder 5">
            <a:extLst>
              <a:ext uri="{FF2B5EF4-FFF2-40B4-BE49-F238E27FC236}">
                <a16:creationId xmlns:a16="http://schemas.microsoft.com/office/drawing/2014/main" id="{9D486887-C41D-5605-71FF-F9698270EAB5}"/>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7" name="Text placeholder 5">
            <a:extLst>
              <a:ext uri="{FF2B5EF4-FFF2-40B4-BE49-F238E27FC236}">
                <a16:creationId xmlns:a16="http://schemas.microsoft.com/office/drawing/2014/main" id="{6500EE20-5AC6-3657-3DD0-7AD97ED79638}"/>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8" name="Picture placeholder 5" descr="Photograph of First and Last name &#10;(person the slide is referencing)">
            <a:extLst>
              <a:ext uri="{FF2B5EF4-FFF2-40B4-BE49-F238E27FC236}">
                <a16:creationId xmlns:a16="http://schemas.microsoft.com/office/drawing/2014/main" id="{A494526E-4E99-DC68-7E49-D5A978CE9CBB}"/>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9" name="Text placeholder 5">
            <a:extLst>
              <a:ext uri="{FF2B5EF4-FFF2-40B4-BE49-F238E27FC236}">
                <a16:creationId xmlns:a16="http://schemas.microsoft.com/office/drawing/2014/main" id="{B9D673A4-C543-9C26-7E55-8EB17385008B}"/>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0" name="Text placeholder 5">
            <a:extLst>
              <a:ext uri="{FF2B5EF4-FFF2-40B4-BE49-F238E27FC236}">
                <a16:creationId xmlns:a16="http://schemas.microsoft.com/office/drawing/2014/main" id="{185AC4BF-E6BF-D39D-A8E7-2505A33087F6}"/>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41" name="Picture placeholder 5" descr="Photograph of First and Last name &#10;(person the slide is referencing)">
            <a:extLst>
              <a:ext uri="{FF2B5EF4-FFF2-40B4-BE49-F238E27FC236}">
                <a16:creationId xmlns:a16="http://schemas.microsoft.com/office/drawing/2014/main" id="{ADB10A66-6145-1471-4C0C-5D7910FACEE1}"/>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42" name="Text placeholder 5">
            <a:extLst>
              <a:ext uri="{FF2B5EF4-FFF2-40B4-BE49-F238E27FC236}">
                <a16:creationId xmlns:a16="http://schemas.microsoft.com/office/drawing/2014/main" id="{2ED88A52-6A17-2AA0-73AC-0F77A3B7B442}"/>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3" name="Text placeholder 5">
            <a:extLst>
              <a:ext uri="{FF2B5EF4-FFF2-40B4-BE49-F238E27FC236}">
                <a16:creationId xmlns:a16="http://schemas.microsoft.com/office/drawing/2014/main" id="{08B978EE-ED47-502D-A0D5-7392A7960FDE}"/>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94311A63-055C-B023-572C-AF762E30BA31}"/>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F97078C6-BBC5-8D5E-1DBF-9E32207B8A9F}"/>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586648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 4A">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A) – click to add title</a:t>
            </a:r>
          </a:p>
        </p:txBody>
      </p:sp>
      <p:grpSp>
        <p:nvGrpSpPr>
          <p:cNvPr id="4" name="Group 3">
            <a:extLst>
              <a:ext uri="{FF2B5EF4-FFF2-40B4-BE49-F238E27FC236}">
                <a16:creationId xmlns:a16="http://schemas.microsoft.com/office/drawing/2014/main" id="{839BD4E2-CAF1-660B-B621-322151500C37}"/>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78A6216E-2B23-859B-D779-ADD510296439}"/>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3E5F8A29-E0AF-3CF9-5179-EDB040F360EA}"/>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1" descr="Photograph of First and Last name &#10;(person the slide is referencing)">
            <a:extLst>
              <a:ext uri="{FF2B5EF4-FFF2-40B4-BE49-F238E27FC236}">
                <a16:creationId xmlns:a16="http://schemas.microsoft.com/office/drawing/2014/main" id="{61E355BA-E8F2-FA80-1060-127D34E1F29A}"/>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57" name="Name placeholder 1">
            <a:extLst>
              <a:ext uri="{FF2B5EF4-FFF2-40B4-BE49-F238E27FC236}">
                <a16:creationId xmlns:a16="http://schemas.microsoft.com/office/drawing/2014/main" id="{F8BE96B3-364D-CF0B-C4EE-FDD8FD85DB35}"/>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58" name="Title placeholder 1">
            <a:extLst>
              <a:ext uri="{FF2B5EF4-FFF2-40B4-BE49-F238E27FC236}">
                <a16:creationId xmlns:a16="http://schemas.microsoft.com/office/drawing/2014/main" id="{06D7070F-F243-4240-4F93-32021724176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9" name="Picture placeholder 2" descr="Photograph of First and Last name &#10;(person the slide is referencing)">
            <a:extLst>
              <a:ext uri="{FF2B5EF4-FFF2-40B4-BE49-F238E27FC236}">
                <a16:creationId xmlns:a16="http://schemas.microsoft.com/office/drawing/2014/main" id="{3D456D4E-6644-5DF9-A9D7-88C041B42206}"/>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60" name="Name placeholder 2">
            <a:extLst>
              <a:ext uri="{FF2B5EF4-FFF2-40B4-BE49-F238E27FC236}">
                <a16:creationId xmlns:a16="http://schemas.microsoft.com/office/drawing/2014/main" id="{2BD28511-12ED-6273-45AB-79457976718F}"/>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1" name="Title placeholder 2">
            <a:extLst>
              <a:ext uri="{FF2B5EF4-FFF2-40B4-BE49-F238E27FC236}">
                <a16:creationId xmlns:a16="http://schemas.microsoft.com/office/drawing/2014/main" id="{CF8EC483-1935-30ED-F977-D8CFB5ECA5E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2" name="Picture placeholder 3" descr="Photograph of First and Last name &#10;(person the slide is referencing)">
            <a:extLst>
              <a:ext uri="{FF2B5EF4-FFF2-40B4-BE49-F238E27FC236}">
                <a16:creationId xmlns:a16="http://schemas.microsoft.com/office/drawing/2014/main" id="{2951CF9E-670B-FB68-05C9-C84EE6E2B780}"/>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3" name="Name placeholder 3">
            <a:extLst>
              <a:ext uri="{FF2B5EF4-FFF2-40B4-BE49-F238E27FC236}">
                <a16:creationId xmlns:a16="http://schemas.microsoft.com/office/drawing/2014/main" id="{858A0D1D-CB20-FBC4-5A9D-B1286D8A0908}"/>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64" name="Title placeholder 3">
            <a:extLst>
              <a:ext uri="{FF2B5EF4-FFF2-40B4-BE49-F238E27FC236}">
                <a16:creationId xmlns:a16="http://schemas.microsoft.com/office/drawing/2014/main" id="{0E3B37AD-C100-1938-BFC7-82820CCFF2A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5" name="Picture placeholder 4" descr="Photograph of First and Last name &#10;(person the slide is referencing)">
            <a:extLst>
              <a:ext uri="{FF2B5EF4-FFF2-40B4-BE49-F238E27FC236}">
                <a16:creationId xmlns:a16="http://schemas.microsoft.com/office/drawing/2014/main" id="{C4496A7D-273A-76C6-B132-C131F661FA13}"/>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6" name="Name placeholder 4">
            <a:extLst>
              <a:ext uri="{FF2B5EF4-FFF2-40B4-BE49-F238E27FC236}">
                <a16:creationId xmlns:a16="http://schemas.microsoft.com/office/drawing/2014/main" id="{97DBE2D5-E353-851D-37B3-4F25F0EFAF68}"/>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7" name="Text placeholder 4">
            <a:extLst>
              <a:ext uri="{FF2B5EF4-FFF2-40B4-BE49-F238E27FC236}">
                <a16:creationId xmlns:a16="http://schemas.microsoft.com/office/drawing/2014/main" id="{CB7A0617-2753-C524-D31E-9114CDB7112D}"/>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C643F272-716A-1371-7363-CAC9AC80ED7D}"/>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0A3B1690-105B-4E85-4DE8-784706BAA767}"/>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99834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 4B">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B) – click to add title</a:t>
            </a:r>
          </a:p>
        </p:txBody>
      </p:sp>
      <p:grpSp>
        <p:nvGrpSpPr>
          <p:cNvPr id="4" name="Group 3">
            <a:extLst>
              <a:ext uri="{FF2B5EF4-FFF2-40B4-BE49-F238E27FC236}">
                <a16:creationId xmlns:a16="http://schemas.microsoft.com/office/drawing/2014/main" id="{F6BC0E8E-EB61-8CEA-6B3D-89362B4F7469}"/>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574812D-09D8-25C4-10C1-33805E082B2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238EC40-3B5D-575C-3AA5-DC9059DDAD95}"/>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4" name="Picture placeholder 1" descr="Photograph of First and Last name &#10;(person the slide is referencing)">
            <a:extLst>
              <a:ext uri="{FF2B5EF4-FFF2-40B4-BE49-F238E27FC236}">
                <a16:creationId xmlns:a16="http://schemas.microsoft.com/office/drawing/2014/main" id="{BC75D193-B63D-3EB1-5C51-02DFEEF844EC}"/>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2" name="Name placeholder 1">
            <a:extLst>
              <a:ext uri="{FF2B5EF4-FFF2-40B4-BE49-F238E27FC236}">
                <a16:creationId xmlns:a16="http://schemas.microsoft.com/office/drawing/2014/main" id="{21EEAEC1-5542-BE87-4E61-120E5F176CE7}"/>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3" name="Title placeholder 1">
            <a:extLst>
              <a:ext uri="{FF2B5EF4-FFF2-40B4-BE49-F238E27FC236}">
                <a16:creationId xmlns:a16="http://schemas.microsoft.com/office/drawing/2014/main" id="{762E9E9E-5555-BEF0-CFD7-1F514520E61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5" name="Picture placeholder 2" descr="Photograph of First and Last name &#10;(person the slide is referencing)">
            <a:extLst>
              <a:ext uri="{FF2B5EF4-FFF2-40B4-BE49-F238E27FC236}">
                <a16:creationId xmlns:a16="http://schemas.microsoft.com/office/drawing/2014/main" id="{E3A5396A-9C06-97E5-D236-BBECD913A2DB}"/>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5" name="Name placeholder 2">
            <a:extLst>
              <a:ext uri="{FF2B5EF4-FFF2-40B4-BE49-F238E27FC236}">
                <a16:creationId xmlns:a16="http://schemas.microsoft.com/office/drawing/2014/main" id="{C6918BD0-8C15-5CC0-08DA-8AFEA9292F8C}"/>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6" name="Title placeholder 2">
            <a:extLst>
              <a:ext uri="{FF2B5EF4-FFF2-40B4-BE49-F238E27FC236}">
                <a16:creationId xmlns:a16="http://schemas.microsoft.com/office/drawing/2014/main" id="{9C26550F-706D-C4D7-00A0-9965441C179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47" name="Picture placeholder 3" descr="Photograph of First and Last name &#10;(person the slide is referencing)">
            <a:extLst>
              <a:ext uri="{FF2B5EF4-FFF2-40B4-BE49-F238E27FC236}">
                <a16:creationId xmlns:a16="http://schemas.microsoft.com/office/drawing/2014/main" id="{BD11C062-10D2-EF6D-D335-BCA75A030485}"/>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48" name="Name placeholder 3">
            <a:extLst>
              <a:ext uri="{FF2B5EF4-FFF2-40B4-BE49-F238E27FC236}">
                <a16:creationId xmlns:a16="http://schemas.microsoft.com/office/drawing/2014/main" id="{FEF8E10B-95A1-9662-0209-D35B338B2804}"/>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9" name="Title placeholder 3">
            <a:extLst>
              <a:ext uri="{FF2B5EF4-FFF2-40B4-BE49-F238E27FC236}">
                <a16:creationId xmlns:a16="http://schemas.microsoft.com/office/drawing/2014/main" id="{4D3D5982-FC92-05C9-5D34-2E8DD3769AC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0" name="Picture placeholder 4" descr="Photograph of First and Last name &#10;(person the slide is referencing)">
            <a:extLst>
              <a:ext uri="{FF2B5EF4-FFF2-40B4-BE49-F238E27FC236}">
                <a16:creationId xmlns:a16="http://schemas.microsoft.com/office/drawing/2014/main" id="{2D1D6470-DA39-6042-ACD6-36D59EAE5DEB}"/>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51" name="Name placeholder 4">
            <a:extLst>
              <a:ext uri="{FF2B5EF4-FFF2-40B4-BE49-F238E27FC236}">
                <a16:creationId xmlns:a16="http://schemas.microsoft.com/office/drawing/2014/main" id="{DE0955AD-9D5F-CAD4-2F91-4C4DB0D77DA5}"/>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52" name="Text placeholder 4">
            <a:extLst>
              <a:ext uri="{FF2B5EF4-FFF2-40B4-BE49-F238E27FC236}">
                <a16:creationId xmlns:a16="http://schemas.microsoft.com/office/drawing/2014/main" id="{98EBA5D6-58EC-CC31-FCF7-A9CE29BC8BB5}"/>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8C4B056E-C443-96BF-B229-D1D085FFC634}"/>
              </a:ext>
              <a:ext uri="{C183D7F6-B498-43B3-948B-1728B52AA6E4}">
                <adec:decorative xmlns:adec="http://schemas.microsoft.com/office/drawing/2017/decorative" val="1"/>
              </a:ext>
            </a:extLst>
          </p:cNvPr>
          <p:cNvSpPr>
            <a:spLocks noGrp="1"/>
          </p:cNvSpPr>
          <p:nvPr userDrawn="1">
            <p:ph type="ftr" sz="quarter" idx="38"/>
          </p:nvPr>
        </p:nvSpPr>
        <p:spPr>
          <a:xfrm>
            <a:off x="4044193" y="6952791"/>
            <a:ext cx="4114800" cy="137160"/>
          </a:xfrm>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3A8F6EAA-8485-183F-ACBE-90ADE7ED61E6}"/>
              </a:ext>
              <a:ext uri="{C183D7F6-B498-43B3-948B-1728B52AA6E4}">
                <adec:decorative xmlns:adec="http://schemas.microsoft.com/office/drawing/2017/decorative" val="1"/>
              </a:ext>
            </a:extLst>
          </p:cNvPr>
          <p:cNvSpPr>
            <a:spLocks noGrp="1"/>
          </p:cNvSpPr>
          <p:nvPr userDrawn="1">
            <p:ph type="sldNum" sz="quarter" idx="37"/>
          </p:nvPr>
        </p:nvSpPr>
        <p:spPr>
          <a:xfrm>
            <a:off x="11168627" y="6952791"/>
            <a:ext cx="261660" cy="137160"/>
          </a:xfrm>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74012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 5A">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A) – click to add title</a:t>
            </a:r>
          </a:p>
        </p:txBody>
      </p:sp>
      <p:grpSp>
        <p:nvGrpSpPr>
          <p:cNvPr id="5" name="Group 4">
            <a:extLst>
              <a:ext uri="{FF2B5EF4-FFF2-40B4-BE49-F238E27FC236}">
                <a16:creationId xmlns:a16="http://schemas.microsoft.com/office/drawing/2014/main" id="{FCC466B3-D9D9-C596-A9A6-C9E09644E0F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771E5527-7120-C75D-06B8-AC657BDA412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20C290C6-F4A8-D641-4A94-FDE87D8CD662}"/>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B0F3C47A-5AB5-53B9-6AC5-A2E27AE815B6}"/>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lgn="l">
              <a:buFont typeface="Arial" panose="020B0604020202020204" pitchFamily="34" charset="0"/>
              <a:buNone/>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B49A78CD-66DE-0CBE-3D20-56B5205863C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80856E97-52AE-BB00-087A-234E8CFDC856}"/>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96150D64-4A5D-4DE2-4CBE-F9FA7E6A82E4}"/>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3FD9A6D0-97E5-A877-4BAF-633E5BB6D46D}"/>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6BD2A5E7-6DFE-1FFE-9A31-D21A0275566B}"/>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16298009-BE76-12AA-4F4F-AD13EA66C7DE}"/>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FB1474A4-88CB-E3F3-514D-30CD1F1F31FE}"/>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889462A5-3D28-160D-040A-DD72EC9C2C38}"/>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754B2C56-5296-EC90-CB2D-1A7D813479E3}"/>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256CD1C2-6B20-C5C5-840E-DE6FF6124AB7}"/>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3E22EB7D-141F-8622-E318-83557006BB3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CEF03F1-0AA3-145F-5F72-810EF2E8D1E5}"/>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817F331B-E013-C48B-BA60-1764E06E800E}"/>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9EF7E684-CBA0-4EF8-34E2-C41DF82EE405}"/>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FDF5869E-BD7C-9D43-BFC8-40D86794910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9F0B57B8-E00E-D1C4-E5CE-C896D33966F7}"/>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2158264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am - 5B">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B) – click to add title</a:t>
            </a:r>
          </a:p>
        </p:txBody>
      </p:sp>
      <p:grpSp>
        <p:nvGrpSpPr>
          <p:cNvPr id="5" name="Group 4">
            <a:extLst>
              <a:ext uri="{FF2B5EF4-FFF2-40B4-BE49-F238E27FC236}">
                <a16:creationId xmlns:a16="http://schemas.microsoft.com/office/drawing/2014/main" id="{BA5BDC27-183E-779E-713B-C6416E61C65C}"/>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C0018302-992C-63A3-22D4-6AA1AC8E9D8B}"/>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A2662E19-41C8-5C54-2238-4485EAFE8E9F}"/>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459C76BA-4EE1-FE31-FB7B-42B8C97B9445}"/>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942366CA-3D36-9ADB-9F79-D7ECB36D16E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18BA7120-8A1D-7DDB-0181-2135C0FE4C14}"/>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8535FF8A-8144-9AFD-5A3E-6BAE52706799}"/>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D72E923C-701B-A856-A43D-3C2C3954224C}"/>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2D13632A-7BF3-F452-E599-A0A9093A81E7}"/>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47018D75-9E00-8DDD-4314-0DA2A1F40C35}"/>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1F2F4D3A-5E40-B8BD-884A-B60404094F1F}"/>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13924404-7B61-56D4-6D8B-43A23757FD5D}"/>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0CE555FE-DC6A-EE11-B384-C2EEE2679B96}"/>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474467A7-A6D7-2ED3-4F33-966947382A5D}"/>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C2712CF8-AA73-F646-0041-12F445D2375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DEBCB5C-5B70-BE28-6329-04FBC2E49E14}"/>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F61EB877-C8BD-7348-FBB9-39A3D55A0D94}"/>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461FB0C1-1871-C6E7-E127-84BAA7E09EA2}"/>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74021031-42F9-7803-07C5-5ED7C6BA125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0762E3FF-F3C2-F1FF-39B1-EC3FA1A24015}"/>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60346866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am - 10A">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Team slide with 10 individuals (layout A) – click to add title</a:t>
            </a:r>
          </a:p>
        </p:txBody>
      </p:sp>
      <p:grpSp>
        <p:nvGrpSpPr>
          <p:cNvPr id="4" name="Group 3">
            <a:extLst>
              <a:ext uri="{FF2B5EF4-FFF2-40B4-BE49-F238E27FC236}">
                <a16:creationId xmlns:a16="http://schemas.microsoft.com/office/drawing/2014/main" id="{D0F69D0C-6FAF-3370-64ED-BF21B653D5A0}"/>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68AA9B0-634F-E9AD-EFE7-21E29331A5C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35C596F-D7B8-B486-5687-8F8C2CB0C22E}"/>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3" name="Picture placeholder 5" descr="Photograph of First and Last name &#10;(person the slide is referencing)">
            <a:extLst>
              <a:ext uri="{FF2B5EF4-FFF2-40B4-BE49-F238E27FC236}">
                <a16:creationId xmlns:a16="http://schemas.microsoft.com/office/drawing/2014/main" id="{1E9DD10C-39C6-009E-EA85-C0A1F1D9BC1E}"/>
              </a:ext>
            </a:extLst>
          </p:cNvPr>
          <p:cNvSpPr>
            <a:spLocks noGrp="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6" name="Text placeholder 5">
            <a:extLst>
              <a:ext uri="{FF2B5EF4-FFF2-40B4-BE49-F238E27FC236}">
                <a16:creationId xmlns:a16="http://schemas.microsoft.com/office/drawing/2014/main" id="{A529CFD9-179B-0D57-D81E-98D524898A5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7" name="Text placeholder 5">
            <a:extLst>
              <a:ext uri="{FF2B5EF4-FFF2-40B4-BE49-F238E27FC236}">
                <a16:creationId xmlns:a16="http://schemas.microsoft.com/office/drawing/2014/main" id="{D9523B55-398D-A183-44BA-D7978CA2094B}"/>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8" name="Picture placeholder 5" descr="Photograph of First and Last name &#10;(person the slide is referencing)">
            <a:extLst>
              <a:ext uri="{FF2B5EF4-FFF2-40B4-BE49-F238E27FC236}">
                <a16:creationId xmlns:a16="http://schemas.microsoft.com/office/drawing/2014/main" id="{F1F05CC9-60A2-C5F9-614F-CCC20CDAD1AA}"/>
              </a:ext>
            </a:extLst>
          </p:cNvPr>
          <p:cNvSpPr>
            <a:spLocks noGrp="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9" name="Text placeholder 5">
            <a:extLst>
              <a:ext uri="{FF2B5EF4-FFF2-40B4-BE49-F238E27FC236}">
                <a16:creationId xmlns:a16="http://schemas.microsoft.com/office/drawing/2014/main" id="{6562AEC7-DC14-9F64-A58F-57889D653895}"/>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2" name="Text placeholder 5">
            <a:extLst>
              <a:ext uri="{FF2B5EF4-FFF2-40B4-BE49-F238E27FC236}">
                <a16:creationId xmlns:a16="http://schemas.microsoft.com/office/drawing/2014/main" id="{8F3AF9E7-6D1F-FB1D-79D0-018727DEFB0B}"/>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3" name="Picture placeholder 5" descr="Photograph of First and Last name &#10;(person the slide is referencing)">
            <a:extLst>
              <a:ext uri="{FF2B5EF4-FFF2-40B4-BE49-F238E27FC236}">
                <a16:creationId xmlns:a16="http://schemas.microsoft.com/office/drawing/2014/main" id="{A33BCA58-CD54-BBB9-5EEE-53CEC4688C79}"/>
              </a:ext>
            </a:extLst>
          </p:cNvPr>
          <p:cNvSpPr>
            <a:spLocks noGrp="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4" name="Text placeholder 5">
            <a:extLst>
              <a:ext uri="{FF2B5EF4-FFF2-40B4-BE49-F238E27FC236}">
                <a16:creationId xmlns:a16="http://schemas.microsoft.com/office/drawing/2014/main" id="{4E011573-D799-6DA8-5A8F-E217ADA30A1E}"/>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5" name="Text placeholder 5">
            <a:extLst>
              <a:ext uri="{FF2B5EF4-FFF2-40B4-BE49-F238E27FC236}">
                <a16:creationId xmlns:a16="http://schemas.microsoft.com/office/drawing/2014/main" id="{5C26C960-18FD-1ECA-CB1E-E31538F69627}"/>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6" name="Picture placeholder 5" descr="Photograph of First and Last name &#10;(person the slide is referencing)">
            <a:extLst>
              <a:ext uri="{FF2B5EF4-FFF2-40B4-BE49-F238E27FC236}">
                <a16:creationId xmlns:a16="http://schemas.microsoft.com/office/drawing/2014/main" id="{89FBC76F-36CF-AE55-8453-B5C3AF130404}"/>
              </a:ext>
            </a:extLst>
          </p:cNvPr>
          <p:cNvSpPr>
            <a:spLocks noGrp="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9" name="Text placeholder 5">
            <a:extLst>
              <a:ext uri="{FF2B5EF4-FFF2-40B4-BE49-F238E27FC236}">
                <a16:creationId xmlns:a16="http://schemas.microsoft.com/office/drawing/2014/main" id="{7EBFF4F6-8FCF-9D24-59BF-878667B36CFF}"/>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0" name="Text placeholder 5">
            <a:extLst>
              <a:ext uri="{FF2B5EF4-FFF2-40B4-BE49-F238E27FC236}">
                <a16:creationId xmlns:a16="http://schemas.microsoft.com/office/drawing/2014/main" id="{A4E86292-6501-F817-DBF5-84F8B3B5996B}"/>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1" name="Picture placeholder 5" descr="Photograph of First and Last name &#10;(person the slide is referencing)">
            <a:extLst>
              <a:ext uri="{FF2B5EF4-FFF2-40B4-BE49-F238E27FC236}">
                <a16:creationId xmlns:a16="http://schemas.microsoft.com/office/drawing/2014/main" id="{0F916C77-5AD4-5C11-410B-ECF235BD2B43}"/>
              </a:ext>
            </a:extLst>
          </p:cNvPr>
          <p:cNvSpPr>
            <a:spLocks noGrp="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2" name="Text placeholder 5">
            <a:extLst>
              <a:ext uri="{FF2B5EF4-FFF2-40B4-BE49-F238E27FC236}">
                <a16:creationId xmlns:a16="http://schemas.microsoft.com/office/drawing/2014/main" id="{980AF009-89AC-49AD-DCDA-46B857076804}"/>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3" name="Text placeholder 5">
            <a:extLst>
              <a:ext uri="{FF2B5EF4-FFF2-40B4-BE49-F238E27FC236}">
                <a16:creationId xmlns:a16="http://schemas.microsoft.com/office/drawing/2014/main" id="{A6DDA18B-1FE0-E0B9-76D4-0CF941CA2EB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4" name="Picture placeholder 5" descr="Photograph of First and Last name &#10;(person the slide is referencing)">
            <a:extLst>
              <a:ext uri="{FF2B5EF4-FFF2-40B4-BE49-F238E27FC236}">
                <a16:creationId xmlns:a16="http://schemas.microsoft.com/office/drawing/2014/main" id="{45A3B18E-47C9-951B-1F34-B129E1383BF2}"/>
              </a:ext>
            </a:extLst>
          </p:cNvPr>
          <p:cNvSpPr>
            <a:spLocks noGrp="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5" name="Text placeholder 5">
            <a:extLst>
              <a:ext uri="{FF2B5EF4-FFF2-40B4-BE49-F238E27FC236}">
                <a16:creationId xmlns:a16="http://schemas.microsoft.com/office/drawing/2014/main" id="{7C7D0432-6649-B033-7F99-5828767B1D19}"/>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6" name="Text placeholder 5">
            <a:extLst>
              <a:ext uri="{FF2B5EF4-FFF2-40B4-BE49-F238E27FC236}">
                <a16:creationId xmlns:a16="http://schemas.microsoft.com/office/drawing/2014/main" id="{09E68937-7497-3B1C-8978-5218C6146F2D}"/>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7" name="Picture placeholder 5" descr="Photograph of First and Last name &#10;(person the slide is referencing)">
            <a:extLst>
              <a:ext uri="{FF2B5EF4-FFF2-40B4-BE49-F238E27FC236}">
                <a16:creationId xmlns:a16="http://schemas.microsoft.com/office/drawing/2014/main" id="{DB398322-BDC5-7AD1-81AF-003F8196DB66}"/>
              </a:ext>
            </a:extLst>
          </p:cNvPr>
          <p:cNvSpPr>
            <a:spLocks noGrp="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8" name="Text placeholder 5">
            <a:extLst>
              <a:ext uri="{FF2B5EF4-FFF2-40B4-BE49-F238E27FC236}">
                <a16:creationId xmlns:a16="http://schemas.microsoft.com/office/drawing/2014/main" id="{BF345552-43FD-CA3B-CBF3-A60FFDFB5EBF}"/>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9" name="Text placeholder 5">
            <a:extLst>
              <a:ext uri="{FF2B5EF4-FFF2-40B4-BE49-F238E27FC236}">
                <a16:creationId xmlns:a16="http://schemas.microsoft.com/office/drawing/2014/main" id="{1C65CFED-6C08-2238-F0A9-1217AA0E4C63}"/>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0" name="Picture placeholder 5" descr="Photograph of First and Last name &#10;(person the slide is referencing)">
            <a:extLst>
              <a:ext uri="{FF2B5EF4-FFF2-40B4-BE49-F238E27FC236}">
                <a16:creationId xmlns:a16="http://schemas.microsoft.com/office/drawing/2014/main" id="{6C7AE4E1-C7D3-A07E-F3B9-F7CFFC65D496}"/>
              </a:ext>
            </a:extLst>
          </p:cNvPr>
          <p:cNvSpPr>
            <a:spLocks noGrp="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1" name="Text placeholder 5">
            <a:extLst>
              <a:ext uri="{FF2B5EF4-FFF2-40B4-BE49-F238E27FC236}">
                <a16:creationId xmlns:a16="http://schemas.microsoft.com/office/drawing/2014/main" id="{D813AAFA-8DF6-DA12-A665-D2D4727E1AA9}"/>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2" name="Text placeholder 5">
            <a:extLst>
              <a:ext uri="{FF2B5EF4-FFF2-40B4-BE49-F238E27FC236}">
                <a16:creationId xmlns:a16="http://schemas.microsoft.com/office/drawing/2014/main" id="{A7DEF59E-319D-9591-63E8-1B800A80D31C}"/>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3" name="Picture placeholder 5" descr="Photograph of First and Last name &#10;(person the slide is referencing)">
            <a:extLst>
              <a:ext uri="{FF2B5EF4-FFF2-40B4-BE49-F238E27FC236}">
                <a16:creationId xmlns:a16="http://schemas.microsoft.com/office/drawing/2014/main" id="{CA89A590-686C-BEB3-E272-C48BF67718E7}"/>
              </a:ext>
            </a:extLst>
          </p:cNvPr>
          <p:cNvSpPr>
            <a:spLocks noGrp="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4" name="Text placeholder 5">
            <a:extLst>
              <a:ext uri="{FF2B5EF4-FFF2-40B4-BE49-F238E27FC236}">
                <a16:creationId xmlns:a16="http://schemas.microsoft.com/office/drawing/2014/main" id="{62E75F92-DCE3-7CAC-54D5-E223958851CE}"/>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5" name="Text placeholder 5">
            <a:extLst>
              <a:ext uri="{FF2B5EF4-FFF2-40B4-BE49-F238E27FC236}">
                <a16:creationId xmlns:a16="http://schemas.microsoft.com/office/drawing/2014/main" id="{80CDE410-C3B4-49CF-020A-7A4BF252ECD7}"/>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6" name="Picture placeholder 5" descr="Photograph of First and Last name &#10;(person the slide is referencing)">
            <a:extLst>
              <a:ext uri="{FF2B5EF4-FFF2-40B4-BE49-F238E27FC236}">
                <a16:creationId xmlns:a16="http://schemas.microsoft.com/office/drawing/2014/main" id="{4D5B701E-CF83-43D3-53AE-489AE08B2FFA}"/>
              </a:ext>
            </a:extLst>
          </p:cNvPr>
          <p:cNvSpPr>
            <a:spLocks noGrp="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7" name="Text placeholder 5">
            <a:extLst>
              <a:ext uri="{FF2B5EF4-FFF2-40B4-BE49-F238E27FC236}">
                <a16:creationId xmlns:a16="http://schemas.microsoft.com/office/drawing/2014/main" id="{0A08428B-F243-D913-409A-B863F30EBD28}"/>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8" name="Text placeholder 5">
            <a:extLst>
              <a:ext uri="{FF2B5EF4-FFF2-40B4-BE49-F238E27FC236}">
                <a16:creationId xmlns:a16="http://schemas.microsoft.com/office/drawing/2014/main" id="{BE699E39-5A18-3E54-C0F2-67BEB0C064EA}"/>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DAAF0419-6770-892C-3061-9D79FF673D37}"/>
              </a:ext>
              <a:ext uri="{C183D7F6-B498-43B3-948B-1728B52AA6E4}">
                <adec:decorative xmlns:adec="http://schemas.microsoft.com/office/drawing/2017/decorative" val="1"/>
              </a:ext>
            </a:extLst>
          </p:cNvPr>
          <p:cNvSpPr>
            <a:spLocks noGrp="1"/>
          </p:cNvSpPr>
          <p:nvPr userDrawn="1">
            <p:ph type="ftr" sz="quarter" idx="112"/>
          </p:nvPr>
        </p:nvSpPr>
        <p:spPr>
          <a:xfrm>
            <a:off x="4038600" y="7052789"/>
            <a:ext cx="4114800" cy="137160"/>
          </a:xfrm>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31489866"/>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am - 10B">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10 individuals (layout B) – click to add title</a:t>
            </a:r>
          </a:p>
        </p:txBody>
      </p:sp>
      <p:grpSp>
        <p:nvGrpSpPr>
          <p:cNvPr id="4" name="Group 3">
            <a:extLst>
              <a:ext uri="{FF2B5EF4-FFF2-40B4-BE49-F238E27FC236}">
                <a16:creationId xmlns:a16="http://schemas.microsoft.com/office/drawing/2014/main" id="{34E87E92-08FD-A2A7-FE01-239749BBB24B}"/>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7FF2CC3-FE6C-26AE-3D44-9D64095C588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1747A736-F0E2-6BFE-838D-1A61CFF423F1}"/>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5" descr="Photograph of First and Last name &#10;(person the slide is referencing)">
            <a:extLst>
              <a:ext uri="{FF2B5EF4-FFF2-40B4-BE49-F238E27FC236}">
                <a16:creationId xmlns:a16="http://schemas.microsoft.com/office/drawing/2014/main" id="{83BC0750-8119-F69A-32AD-9EE149AA78EE}"/>
              </a:ext>
            </a:extLst>
          </p:cNvPr>
          <p:cNvSpPr>
            <a:spLocks noGrp="1" noChangeAspect="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7" name="Text placeholder 5">
            <a:extLst>
              <a:ext uri="{FF2B5EF4-FFF2-40B4-BE49-F238E27FC236}">
                <a16:creationId xmlns:a16="http://schemas.microsoft.com/office/drawing/2014/main" id="{7D64D81B-2716-CA70-422F-884E93A2D6F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8" name="Text placeholder 5">
            <a:extLst>
              <a:ext uri="{FF2B5EF4-FFF2-40B4-BE49-F238E27FC236}">
                <a16:creationId xmlns:a16="http://schemas.microsoft.com/office/drawing/2014/main" id="{83316E65-6F11-E343-8A89-39DF0398A691}"/>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9" name="Picture placeholder 5" descr="Photograph of First and Last name &#10;(person the slide is referencing)">
            <a:extLst>
              <a:ext uri="{FF2B5EF4-FFF2-40B4-BE49-F238E27FC236}">
                <a16:creationId xmlns:a16="http://schemas.microsoft.com/office/drawing/2014/main" id="{B6F6A509-787F-2E55-CE10-3244E9BE76B5}"/>
              </a:ext>
            </a:extLst>
          </p:cNvPr>
          <p:cNvSpPr>
            <a:spLocks noGrp="1" noChangeAspect="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2" name="Text placeholder 5">
            <a:extLst>
              <a:ext uri="{FF2B5EF4-FFF2-40B4-BE49-F238E27FC236}">
                <a16:creationId xmlns:a16="http://schemas.microsoft.com/office/drawing/2014/main" id="{CDE753D4-C90A-4ECE-95F2-F8DCF776D741}"/>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3" name="Text placeholder 5">
            <a:extLst>
              <a:ext uri="{FF2B5EF4-FFF2-40B4-BE49-F238E27FC236}">
                <a16:creationId xmlns:a16="http://schemas.microsoft.com/office/drawing/2014/main" id="{309FF256-83EC-EBC2-6D73-9980D8317DBE}"/>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4" name="Picture placeholder 5" descr="Photograph of First and Last name &#10;(person the slide is referencing)">
            <a:extLst>
              <a:ext uri="{FF2B5EF4-FFF2-40B4-BE49-F238E27FC236}">
                <a16:creationId xmlns:a16="http://schemas.microsoft.com/office/drawing/2014/main" id="{E2C825AB-350F-ED85-9D83-FE82A247BDDA}"/>
              </a:ext>
            </a:extLst>
          </p:cNvPr>
          <p:cNvSpPr>
            <a:spLocks noGrp="1" noChangeAspect="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5" name="Text placeholder 5">
            <a:extLst>
              <a:ext uri="{FF2B5EF4-FFF2-40B4-BE49-F238E27FC236}">
                <a16:creationId xmlns:a16="http://schemas.microsoft.com/office/drawing/2014/main" id="{799BDA78-7627-7B47-F094-FFA2AEAC66F9}"/>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6" name="Text placeholder 5">
            <a:extLst>
              <a:ext uri="{FF2B5EF4-FFF2-40B4-BE49-F238E27FC236}">
                <a16:creationId xmlns:a16="http://schemas.microsoft.com/office/drawing/2014/main" id="{3AA175F2-EF5E-657C-3C80-8F9327C8550E}"/>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9" name="Picture placeholder 5" descr="Photograph of First and Last name &#10;(person the slide is referencing)">
            <a:extLst>
              <a:ext uri="{FF2B5EF4-FFF2-40B4-BE49-F238E27FC236}">
                <a16:creationId xmlns:a16="http://schemas.microsoft.com/office/drawing/2014/main" id="{709A6B6C-6509-BBC9-3297-29CACF0BFE14}"/>
              </a:ext>
            </a:extLst>
          </p:cNvPr>
          <p:cNvSpPr>
            <a:spLocks noGrp="1" noChangeAspect="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0" name="Text placeholder 5">
            <a:extLst>
              <a:ext uri="{FF2B5EF4-FFF2-40B4-BE49-F238E27FC236}">
                <a16:creationId xmlns:a16="http://schemas.microsoft.com/office/drawing/2014/main" id="{DDD0A537-BA60-B19E-F15B-90DFA13EC599}"/>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1" name="Text placeholder 5">
            <a:extLst>
              <a:ext uri="{FF2B5EF4-FFF2-40B4-BE49-F238E27FC236}">
                <a16:creationId xmlns:a16="http://schemas.microsoft.com/office/drawing/2014/main" id="{41A4BCD7-DE61-50D8-949D-1BF5C0A8B8B8}"/>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2" name="Picture placeholder 5" descr="Photograph of First and Last name &#10;(person the slide is referencing)">
            <a:extLst>
              <a:ext uri="{FF2B5EF4-FFF2-40B4-BE49-F238E27FC236}">
                <a16:creationId xmlns:a16="http://schemas.microsoft.com/office/drawing/2014/main" id="{C32EF674-C494-0ECD-E34F-5A97CB292BEC}"/>
              </a:ext>
            </a:extLst>
          </p:cNvPr>
          <p:cNvSpPr>
            <a:spLocks noGrp="1" noChangeAspect="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3" name="Text placeholder 5">
            <a:extLst>
              <a:ext uri="{FF2B5EF4-FFF2-40B4-BE49-F238E27FC236}">
                <a16:creationId xmlns:a16="http://schemas.microsoft.com/office/drawing/2014/main" id="{8363BD52-39BE-1B60-541E-B66D7854DB9D}"/>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4" name="Text placeholder 5">
            <a:extLst>
              <a:ext uri="{FF2B5EF4-FFF2-40B4-BE49-F238E27FC236}">
                <a16:creationId xmlns:a16="http://schemas.microsoft.com/office/drawing/2014/main" id="{07F67F54-1EAE-B7BA-D267-361C9DC86D4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5" name="Picture placeholder 5" descr="Photograph of First and Last name &#10;(person the slide is referencing)">
            <a:extLst>
              <a:ext uri="{FF2B5EF4-FFF2-40B4-BE49-F238E27FC236}">
                <a16:creationId xmlns:a16="http://schemas.microsoft.com/office/drawing/2014/main" id="{FACCD386-9189-169C-A09C-D21E0F35E7B0}"/>
              </a:ext>
            </a:extLst>
          </p:cNvPr>
          <p:cNvSpPr>
            <a:spLocks noGrp="1" noChangeAspect="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6" name="Text placeholder 5">
            <a:extLst>
              <a:ext uri="{FF2B5EF4-FFF2-40B4-BE49-F238E27FC236}">
                <a16:creationId xmlns:a16="http://schemas.microsoft.com/office/drawing/2014/main" id="{80BF2158-1BF0-047B-6140-2448785BF857}"/>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7" name="Text placeholder 5">
            <a:extLst>
              <a:ext uri="{FF2B5EF4-FFF2-40B4-BE49-F238E27FC236}">
                <a16:creationId xmlns:a16="http://schemas.microsoft.com/office/drawing/2014/main" id="{CA9F9A32-DB73-DB6F-8E19-99F72FFF08E1}"/>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8" name="Picture placeholder 5" descr="Photograph of First and Last name &#10;(person the slide is referencing)">
            <a:extLst>
              <a:ext uri="{FF2B5EF4-FFF2-40B4-BE49-F238E27FC236}">
                <a16:creationId xmlns:a16="http://schemas.microsoft.com/office/drawing/2014/main" id="{5B216939-AB12-50E2-F455-BA1313824F2D}"/>
              </a:ext>
            </a:extLst>
          </p:cNvPr>
          <p:cNvSpPr>
            <a:spLocks noGrp="1" noChangeAspect="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9" name="Text placeholder 5">
            <a:extLst>
              <a:ext uri="{FF2B5EF4-FFF2-40B4-BE49-F238E27FC236}">
                <a16:creationId xmlns:a16="http://schemas.microsoft.com/office/drawing/2014/main" id="{ECFE43AE-9FE8-8126-BE14-3C4AC556CF64}"/>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0" name="Text placeholder 5">
            <a:extLst>
              <a:ext uri="{FF2B5EF4-FFF2-40B4-BE49-F238E27FC236}">
                <a16:creationId xmlns:a16="http://schemas.microsoft.com/office/drawing/2014/main" id="{6112D329-2A43-86AB-4F77-A7DA1F5DF1DC}"/>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1" name="Picture placeholder 5" descr="Photograph of First and Last name &#10;(person the slide is referencing)">
            <a:extLst>
              <a:ext uri="{FF2B5EF4-FFF2-40B4-BE49-F238E27FC236}">
                <a16:creationId xmlns:a16="http://schemas.microsoft.com/office/drawing/2014/main" id="{629949E7-5C9A-5947-5D49-5A69F29D360B}"/>
              </a:ext>
            </a:extLst>
          </p:cNvPr>
          <p:cNvSpPr>
            <a:spLocks noGrp="1" noChangeAspect="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2" name="Text placeholder 5">
            <a:extLst>
              <a:ext uri="{FF2B5EF4-FFF2-40B4-BE49-F238E27FC236}">
                <a16:creationId xmlns:a16="http://schemas.microsoft.com/office/drawing/2014/main" id="{88B2AB9D-9838-55FF-9BBB-8F354D7E56D6}"/>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3" name="Text placeholder 5">
            <a:extLst>
              <a:ext uri="{FF2B5EF4-FFF2-40B4-BE49-F238E27FC236}">
                <a16:creationId xmlns:a16="http://schemas.microsoft.com/office/drawing/2014/main" id="{CCBFB0CF-5CAA-883C-DEAB-43A58245838A}"/>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4" name="Picture placeholder 5" descr="Photograph of First and Last name &#10;(person the slide is referencing)">
            <a:extLst>
              <a:ext uri="{FF2B5EF4-FFF2-40B4-BE49-F238E27FC236}">
                <a16:creationId xmlns:a16="http://schemas.microsoft.com/office/drawing/2014/main" id="{FEFA65D4-7E4E-7D88-BB93-BDAC6A11EEE6}"/>
              </a:ext>
            </a:extLst>
          </p:cNvPr>
          <p:cNvSpPr>
            <a:spLocks noGrp="1" noChangeAspect="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5" name="Text placeholder 5">
            <a:extLst>
              <a:ext uri="{FF2B5EF4-FFF2-40B4-BE49-F238E27FC236}">
                <a16:creationId xmlns:a16="http://schemas.microsoft.com/office/drawing/2014/main" id="{BC089438-BB2E-8CA6-5F91-044332B0A356}"/>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6" name="Text placeholder 5">
            <a:extLst>
              <a:ext uri="{FF2B5EF4-FFF2-40B4-BE49-F238E27FC236}">
                <a16:creationId xmlns:a16="http://schemas.microsoft.com/office/drawing/2014/main" id="{481736D0-57CE-73C1-380A-473D46F2A639}"/>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7" name="Picture placeholder 5" descr="Photograph of First and Last name &#10;(person the slide is referencing)">
            <a:extLst>
              <a:ext uri="{FF2B5EF4-FFF2-40B4-BE49-F238E27FC236}">
                <a16:creationId xmlns:a16="http://schemas.microsoft.com/office/drawing/2014/main" id="{13775789-7F49-8FA8-F6BA-4831AA428A52}"/>
              </a:ext>
            </a:extLst>
          </p:cNvPr>
          <p:cNvSpPr>
            <a:spLocks noGrp="1" noChangeAspect="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8" name="Text placeholder 5">
            <a:extLst>
              <a:ext uri="{FF2B5EF4-FFF2-40B4-BE49-F238E27FC236}">
                <a16:creationId xmlns:a16="http://schemas.microsoft.com/office/drawing/2014/main" id="{83014732-9266-51C6-552D-A2A47DF3B20E}"/>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9" name="Text placeholder 5">
            <a:extLst>
              <a:ext uri="{FF2B5EF4-FFF2-40B4-BE49-F238E27FC236}">
                <a16:creationId xmlns:a16="http://schemas.microsoft.com/office/drawing/2014/main" id="{BE4A8D1D-0817-36C0-DAE7-2C3EFC726A0F}"/>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49E803D8-E642-131F-D1F9-D10BBA53C117}"/>
              </a:ext>
              <a:ext uri="{C183D7F6-B498-43B3-948B-1728B52AA6E4}">
                <adec:decorative xmlns:adec="http://schemas.microsoft.com/office/drawing/2017/decorative" val="1"/>
              </a:ext>
            </a:extLst>
          </p:cNvPr>
          <p:cNvSpPr>
            <a:spLocks noGrp="1"/>
          </p:cNvSpPr>
          <p:nvPr userDrawn="1">
            <p:ph type="ftr" sz="quarter" idx="112"/>
          </p:nvPr>
        </p:nvSpPr>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067810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6200" spc="-30" baseline="0" noProof="0">
                <a:solidFill>
                  <a:schemeClr val="bg1"/>
                </a:solidFill>
              </a:rPr>
              <a:t>Highlight or quote layouts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 split left gradient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a:noFill/>
        </p:spPr>
        <p:txBody>
          <a:bodyPr>
            <a:normAutofit/>
          </a:bodyPr>
          <a:lstStyle>
            <a:lvl1pPr>
              <a:defRPr sz="4800">
                <a:solidFill>
                  <a:schemeClr val="bg1"/>
                </a:solidFill>
              </a:defRPr>
            </a:lvl1pPr>
          </a:lstStyle>
          <a:p>
            <a:pPr lvl="0"/>
            <a:r>
              <a:rPr lang="en-US" noProof="0"/>
              <a:t>Click to add slide title</a:t>
            </a:r>
          </a:p>
        </p:txBody>
      </p:sp>
      <p:sp>
        <p:nvSpPr>
          <p:cNvPr id="12" name="Content Placeholder 11">
            <a:extLst>
              <a:ext uri="{FF2B5EF4-FFF2-40B4-BE49-F238E27FC236}">
                <a16:creationId xmlns:a16="http://schemas.microsoft.com/office/drawing/2014/main" id="{4786F2AF-5358-D866-C5C2-387F0EAF5433}"/>
              </a:ext>
            </a:extLst>
          </p:cNvPr>
          <p:cNvSpPr>
            <a:spLocks noGrp="1"/>
          </p:cNvSpPr>
          <p:nvPr>
            <p:ph sz="quarter" idx="22" hasCustomPrompt="1"/>
          </p:nvPr>
        </p:nvSpPr>
        <p:spPr>
          <a:xfrm>
            <a:off x="6096000" y="768096"/>
            <a:ext cx="5324475" cy="5330952"/>
          </a:xfrm>
          <a:prstGeom prst="rect">
            <a:avLst/>
          </a:prstGeom>
        </p:spPr>
        <p:txBody>
          <a:bodyPr>
            <a:normAutofit/>
          </a:bodyPr>
          <a:lstStyle>
            <a:lvl1pPr marL="0" indent="0">
              <a:buNone/>
              <a:defRPr sz="1800"/>
            </a:lvl1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F9C8AF98-2955-963B-58C0-5FE1B0F82077}"/>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5" name="Slide Number Placeholder 4">
            <a:extLst>
              <a:ext uri="{FF2B5EF4-FFF2-40B4-BE49-F238E27FC236}">
                <a16:creationId xmlns:a16="http://schemas.microsoft.com/office/drawing/2014/main" id="{4157A084-A0DA-A9C2-4C39-36545455D079}"/>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543969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Vertical split left gradient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p:spPr>
        <p:txBody>
          <a:bodyPr>
            <a:normAutofit/>
          </a:bodyPr>
          <a:lstStyle>
            <a:lvl1pPr>
              <a:defRPr sz="4800">
                <a:solidFill>
                  <a:schemeClr val="bg1"/>
                </a:solidFill>
              </a:defRPr>
            </a:lvl1pPr>
          </a:lstStyle>
          <a:p>
            <a:pPr lvl="0"/>
            <a:r>
              <a:rPr lang="en-US" noProof="0"/>
              <a:t>Click to add slide title</a:t>
            </a:r>
          </a:p>
        </p:txBody>
      </p:sp>
      <p:sp>
        <p:nvSpPr>
          <p:cNvPr id="10" name="Picture Placeholder 7">
            <a:extLst>
              <a:ext uri="{FF2B5EF4-FFF2-40B4-BE49-F238E27FC236}">
                <a16:creationId xmlns:a16="http://schemas.microsoft.com/office/drawing/2014/main" id="{D8902546-0BD5-8512-0E9E-01A120BA7869}"/>
              </a:ext>
            </a:extLst>
          </p:cNvPr>
          <p:cNvSpPr>
            <a:spLocks noGrp="1"/>
          </p:cNvSpPr>
          <p:nvPr>
            <p:ph type="pic" sz="quarter" idx="26" hasCustomPrompt="1"/>
          </p:nvPr>
        </p:nvSpPr>
        <p:spPr>
          <a:xfrm>
            <a:off x="6096000" y="768096"/>
            <a:ext cx="5329238" cy="5321808"/>
          </a:xfrm>
          <a:prstGeom prst="rect">
            <a:avLst/>
          </a:prstGeom>
        </p:spPr>
        <p:txBody>
          <a:bodyPr/>
          <a:lstStyle>
            <a:lvl1pPr marL="0" indent="0">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62CD930D-562F-7158-6266-0C7D09523FAD}"/>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5" name="Slide Number Placeholder 4">
            <a:extLst>
              <a:ext uri="{FF2B5EF4-FFF2-40B4-BE49-F238E27FC236}">
                <a16:creationId xmlns:a16="http://schemas.microsoft.com/office/drawing/2014/main" id="{A949E9E9-878C-1EFF-CBDC-17959F11C0F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25088710"/>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6648807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Horizontal split top gradien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4EDF-CC0A-47BA-810E-F78AECA13876}"/>
              </a:ext>
            </a:extLst>
          </p:cNvPr>
          <p:cNvSpPr>
            <a:spLocks noGrp="1"/>
          </p:cNvSpPr>
          <p:nvPr>
            <p:ph type="title" hasCustomPrompt="1"/>
          </p:nvPr>
        </p:nvSpPr>
        <p:spPr>
          <a:xfrm>
            <a:off x="766763" y="682513"/>
            <a:ext cx="10658475" cy="1904770"/>
          </a:xfrm>
        </p:spPr>
        <p:txBody>
          <a:bodyPr>
            <a:noAutofit/>
          </a:bodyPr>
          <a:lstStyle>
            <a:lvl1pPr>
              <a:defRPr sz="2800">
                <a:solidFill>
                  <a:schemeClr val="bg1"/>
                </a:solidFill>
              </a:defRPr>
            </a:lvl1pPr>
          </a:lstStyle>
          <a:p>
            <a:r>
              <a:rPr lang="en-US" noProof="0"/>
              <a:t>Click to add slide title or text. Adjust font size as needed.</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43237"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8" name="Text Placeholder 8">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73588"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7" name="Text Placeholder 9">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382000"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3" name="Footer Placeholder 2">
            <a:extLst>
              <a:ext uri="{FF2B5EF4-FFF2-40B4-BE49-F238E27FC236}">
                <a16:creationId xmlns:a16="http://schemas.microsoft.com/office/drawing/2014/main" id="{57F53EBC-FEBD-E00D-C4D7-27BB9D4120F1}"/>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11" name="Slide Number Placeholder 10">
            <a:extLst>
              <a:ext uri="{FF2B5EF4-FFF2-40B4-BE49-F238E27FC236}">
                <a16:creationId xmlns:a16="http://schemas.microsoft.com/office/drawing/2014/main" id="{EBAAF71B-23CB-7380-DA03-07C63C5EA22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243605371"/>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quote highlight + cornerston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871989" y="765175"/>
            <a:ext cx="4553249" cy="4551892"/>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5189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526234107"/>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quote highlight + imag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096001" y="-1360"/>
            <a:ext cx="6095999"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6111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204593510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quote gradient highlight + background image">
    <p:spTree>
      <p:nvGrpSpPr>
        <p:cNvPr id="1" name=""/>
        <p:cNvGrpSpPr/>
        <p:nvPr/>
      </p:nvGrpSpPr>
      <p:grpSpPr>
        <a:xfrm>
          <a:off x="0" y="0"/>
          <a:ext cx="0" cy="0"/>
          <a:chOff x="0" y="0"/>
          <a:chExt cx="0" cy="0"/>
        </a:xfrm>
      </p:grpSpPr>
      <p:sp>
        <p:nvSpPr>
          <p:cNvPr id="13" name="Title 10">
            <a:extLst>
              <a:ext uri="{FF2B5EF4-FFF2-40B4-BE49-F238E27FC236}">
                <a16:creationId xmlns:a16="http://schemas.microsoft.com/office/drawing/2014/main" id="{AD9D0227-5B54-05EA-03F4-4051C1E7D18F}"/>
              </a:ext>
            </a:extLst>
          </p:cNvPr>
          <p:cNvSpPr>
            <a:spLocks noGrp="1"/>
          </p:cNvSpPr>
          <p:nvPr>
            <p:ph type="title" hasCustomPrompt="1"/>
          </p:nvPr>
        </p:nvSpPr>
        <p:spPr>
          <a:xfrm>
            <a:off x="2558967" y="2339675"/>
            <a:ext cx="7074061" cy="1412112"/>
          </a:xfrm>
          <a:gradFill>
            <a:gsLst>
              <a:gs pos="55000">
                <a:srgbClr val="A82465"/>
              </a:gs>
              <a:gs pos="0">
                <a:srgbClr val="E31937"/>
              </a:gs>
              <a:gs pos="99000">
                <a:srgbClr val="5236AB"/>
              </a:gs>
            </a:gsLst>
            <a:lin ang="10800000" scaled="0"/>
          </a:gradFill>
        </p:spPr>
        <p:txBody>
          <a:bodyPr lIns="180000" tIns="180000" rIns="180000" bIns="180000" anchor="ctr">
            <a:normAutofit/>
          </a:bodyPr>
          <a:lstStyle>
            <a:lvl1pPr algn="ctr">
              <a:defRPr sz="3600">
                <a:solidFill>
                  <a:schemeClr val="bg1"/>
                </a:solidFill>
              </a:defRPr>
            </a:lvl1pPr>
          </a:lstStyle>
          <a:p>
            <a:pPr lvl="0"/>
            <a:r>
              <a:rPr lang="en-US" dirty="0"/>
              <a:t>Placeholder text which should </a:t>
            </a:r>
            <a:br>
              <a:rPr lang="en-US" dirty="0"/>
            </a:br>
            <a:r>
              <a:rPr lang="en-US" dirty="0"/>
              <a:t>only go on 2 lines. </a:t>
            </a:r>
            <a:endParaRPr lang="en-US" noProof="0" dirty="0"/>
          </a:p>
        </p:txBody>
      </p:sp>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1" y="-1360"/>
            <a:ext cx="12192000"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dirty="0"/>
              <a:t>Click icon to add image. Images are available to download from the Brand Source image library  </a:t>
            </a:r>
            <a:r>
              <a:rPr lang="en-US" noProof="0" dirty="0" err="1"/>
              <a:t>brand.cgi.com</a:t>
            </a:r>
            <a:endParaRPr lang="en-US" noProof="0" dirty="0"/>
          </a:p>
        </p:txBody>
      </p:sp>
    </p:spTree>
    <p:extLst>
      <p:ext uri="{BB962C8B-B14F-4D97-AF65-F5344CB8AC3E}">
        <p14:creationId xmlns:p14="http://schemas.microsoft.com/office/powerpoint/2010/main" val="3042135150"/>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quote highlight x1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p>
            <a:r>
              <a:rPr lang="en-US" noProof="0"/>
              <a:t>Content highlight or quote slide (gradient A)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6" name="Text Placeholder 14">
            <a:extLst>
              <a:ext uri="{FF2B5EF4-FFF2-40B4-BE49-F238E27FC236}">
                <a16:creationId xmlns:a16="http://schemas.microsoft.com/office/drawing/2014/main" id="{1A8811CD-8CCC-C15D-A8FD-E627A316CAE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C183E39F-6799-F2B6-31CC-B075FB91CE85}"/>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5387345"/>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quote highlight x1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lvl1pPr>
              <a:defRPr/>
            </a:lvl1pPr>
          </a:lstStyle>
          <a:p>
            <a:r>
              <a:rPr lang="en-US" noProof="0"/>
              <a:t>Content highlight or quote slide (gradient B)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 name="Text Placeholder 16">
            <a:extLst>
              <a:ext uri="{FF2B5EF4-FFF2-40B4-BE49-F238E27FC236}">
                <a16:creationId xmlns:a16="http://schemas.microsoft.com/office/drawing/2014/main" id="{0DB1B5D3-6859-6C6B-E3DF-5DC622276F4C}"/>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4" name="Text Placeholder 14">
            <a:extLst>
              <a:ext uri="{FF2B5EF4-FFF2-40B4-BE49-F238E27FC236}">
                <a16:creationId xmlns:a16="http://schemas.microsoft.com/office/drawing/2014/main" id="{BB791BC8-F0FE-2616-919B-98764F09F15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2A99AD4F-D74A-4820-4319-6DB76168A418}"/>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CD42F6D3-4133-F9EA-4552-E6BFB5CB247C}"/>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74744162"/>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quote highlight x2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A)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100000">
                  <a:srgbClr val="5236AB"/>
                </a:gs>
                <a:gs pos="0">
                  <a:srgbClr val="E31937"/>
                </a:gs>
                <a:gs pos="60000">
                  <a:srgbClr val="A82465"/>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148225666"/>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quote highlight x2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B)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51173522"/>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quote highlight x3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A)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08640807"/>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quote highlight x3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B)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43597519"/>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a:solidFill>
                  <a:schemeClr val="bg1"/>
                </a:solidFill>
              </a:rPr>
              <a:t>Divider layouts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A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6477000" y="2088000"/>
            <a:ext cx="3810000"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6477000" y="4059936"/>
            <a:ext cx="3810000" cy="905256"/>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F1AE6815-8A45-F99C-1904-333632F4440E}"/>
              </a:ext>
              <a:ext uri="{C183D7F6-B498-43B3-948B-1728B52AA6E4}">
                <adec:decorative xmlns:adec="http://schemas.microsoft.com/office/drawing/2017/decorative" val="1"/>
              </a:ext>
            </a:extLst>
          </p:cNvPr>
          <p:cNvSpPr>
            <a:spLocks noGrp="1"/>
          </p:cNvSpPr>
          <p:nvPr>
            <p:ph type="pic" sz="quarter" idx="14" hasCustomPrompt="1"/>
          </p:nvPr>
        </p:nvSpPr>
        <p:spPr>
          <a:xfrm>
            <a:off x="766762" y="765175"/>
            <a:ext cx="10671048" cy="5327650"/>
          </a:xfrm>
          <a:custGeom>
            <a:avLst/>
            <a:gdLst>
              <a:gd name="connsiteX0" fmla="*/ 5329238 w 10671048"/>
              <a:gd name="connsiteY0" fmla="*/ 763587 h 5327650"/>
              <a:gd name="connsiteX1" fmla="*/ 5329238 w 10671048"/>
              <a:gd name="connsiteY1" fmla="*/ 4569222 h 5327650"/>
              <a:gd name="connsiteX2" fmla="*/ 9893133 w 10671048"/>
              <a:gd name="connsiteY2" fmla="*/ 4569222 h 5327650"/>
              <a:gd name="connsiteX3" fmla="*/ 9893133 w 10671048"/>
              <a:gd name="connsiteY3" fmla="*/ 763587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5329238" y="763587"/>
                </a:moveTo>
                <a:lnTo>
                  <a:pt x="5329238" y="4569222"/>
                </a:lnTo>
                <a:lnTo>
                  <a:pt x="9893133" y="4569222"/>
                </a:lnTo>
                <a:lnTo>
                  <a:pt x="9893133" y="763587"/>
                </a:lnTo>
                <a:close/>
                <a:moveTo>
                  <a:pt x="0" y="0"/>
                </a:moveTo>
                <a:lnTo>
                  <a:pt x="10671048" y="0"/>
                </a:lnTo>
                <a:lnTo>
                  <a:pt x="10671048" y="5327650"/>
                </a:lnTo>
                <a:lnTo>
                  <a:pt x="0" y="5327650"/>
                </a:lnTo>
                <a:close/>
              </a:path>
            </a:pathLst>
          </a:custGeom>
        </p:spPr>
        <p:txBody>
          <a:bodyPr wrap="square">
            <a:noAutofit/>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6096000" y="1528762"/>
            <a:ext cx="4572000" cy="117087"/>
          </a:xfrm>
          <a:prstGeom prst="rect">
            <a:avLst/>
          </a:prstGeom>
          <a:gradFill>
            <a:gsLst>
              <a:gs pos="60000">
                <a:srgbClr val="A82465"/>
              </a:gs>
              <a:gs pos="0">
                <a:srgbClr val="E31937"/>
              </a:gs>
              <a:gs pos="100000">
                <a:srgbClr val="5236AB"/>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ED650254-1B0A-F928-CE1E-0FC2FC32A2F3}"/>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17" name="Slide Number Placeholder 16">
            <a:extLst>
              <a:ext uri="{FF2B5EF4-FFF2-40B4-BE49-F238E27FC236}">
                <a16:creationId xmlns:a16="http://schemas.microsoft.com/office/drawing/2014/main" id="{0A5518B4-A5E0-02ED-0A2C-41BAAE12CE5D}"/>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3168070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B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1912142" y="2088000"/>
            <a:ext cx="3802858"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1912142" y="4063851"/>
            <a:ext cx="3802857" cy="905257"/>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11EC659F-4DD1-D9DE-261B-10246EEE847C}"/>
              </a:ext>
              <a:ext uri="{C183D7F6-B498-43B3-948B-1728B52AA6E4}">
                <adec:decorative xmlns:adec="http://schemas.microsoft.com/office/drawing/2017/decorative" val="1"/>
              </a:ext>
            </a:extLst>
          </p:cNvPr>
          <p:cNvSpPr>
            <a:spLocks noGrp="1"/>
          </p:cNvSpPr>
          <p:nvPr>
            <p:ph type="pic" sz="quarter" idx="14" hasCustomPrompt="1"/>
          </p:nvPr>
        </p:nvSpPr>
        <p:spPr>
          <a:xfrm>
            <a:off x="762027" y="765175"/>
            <a:ext cx="10671048" cy="5327650"/>
          </a:xfrm>
          <a:custGeom>
            <a:avLst/>
            <a:gdLst>
              <a:gd name="connsiteX0" fmla="*/ 769115 w 10671048"/>
              <a:gd name="connsiteY0" fmla="*/ 761419 h 5327650"/>
              <a:gd name="connsiteX1" fmla="*/ 769115 w 10671048"/>
              <a:gd name="connsiteY1" fmla="*/ 4562873 h 5327650"/>
              <a:gd name="connsiteX2" fmla="*/ 5333972 w 10671048"/>
              <a:gd name="connsiteY2" fmla="*/ 4562873 h 5327650"/>
              <a:gd name="connsiteX3" fmla="*/ 5333972 w 10671048"/>
              <a:gd name="connsiteY3" fmla="*/ 761419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769115" y="761419"/>
                </a:moveTo>
                <a:lnTo>
                  <a:pt x="769115" y="4562873"/>
                </a:lnTo>
                <a:lnTo>
                  <a:pt x="5333972" y="4562873"/>
                </a:lnTo>
                <a:lnTo>
                  <a:pt x="5333972" y="761419"/>
                </a:lnTo>
                <a:close/>
                <a:moveTo>
                  <a:pt x="0" y="0"/>
                </a:moveTo>
                <a:lnTo>
                  <a:pt x="10671048" y="0"/>
                </a:lnTo>
                <a:lnTo>
                  <a:pt x="10671048" y="5327650"/>
                </a:lnTo>
                <a:lnTo>
                  <a:pt x="0" y="5327650"/>
                </a:lnTo>
                <a:close/>
              </a:path>
            </a:pathLst>
          </a:custGeom>
        </p:spPr>
        <p:txBody>
          <a:bodyPr wrap="square">
            <a:noAutofit/>
          </a:bodyPr>
          <a:lstStyle>
            <a:lvl1pPr marL="0" indent="0">
              <a:buFont typeface="Arial" panose="020B0604020202020204" pitchFamily="34" charse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1531143" y="1526593"/>
            <a:ext cx="4564857" cy="117087"/>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0C83EDC1-A4B2-4587-8881-13D92EBF26F1}"/>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8" name="Slide Number Placeholder 7">
            <a:extLst>
              <a:ext uri="{FF2B5EF4-FFF2-40B4-BE49-F238E27FC236}">
                <a16:creationId xmlns:a16="http://schemas.microsoft.com/office/drawing/2014/main" id="{3BA559EC-71D7-D38C-E651-02ABB03A47D6}"/>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893810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 </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D2588DA8-BB1F-017C-4B48-DD35E9D7204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059168B5-3C81-D649-A62C-3E51DDE9147E}"/>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6164710"/>
      </p:ext>
    </p:extLst>
  </p:cSld>
  <p:clrMapOvr>
    <a:masterClrMapping/>
  </p:clrMapOvr>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header B">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75106692-C87C-3807-E526-517D6A1F536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6D464952-1AE7-42B0-8B85-9881A9CDCA45}"/>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00525240"/>
      </p:ext>
    </p:extLst>
  </p:cSld>
  <p:clrMapOvr>
    <a:masterClrMapping/>
  </p:clrMapOvr>
  <p:transition/>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header A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25" name="Picture 24">
            <a:extLst>
              <a:ext uri="{FF2B5EF4-FFF2-40B4-BE49-F238E27FC236}">
                <a16:creationId xmlns:a16="http://schemas.microsoft.com/office/drawing/2014/main" id="{85DC4374-E81E-9AC6-B5B6-928E2E87F2F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AC493637-F6CE-4459-CCA3-59DD38DA66EE}"/>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DD5E60A9-0732-5033-81CC-B1E4E20B600A}"/>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9807827"/>
      </p:ext>
    </p:extLst>
  </p:cSld>
  <p:clrMapOvr>
    <a:masterClrMapping/>
  </p:clrMapOvr>
  <p:transition/>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header B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68960216"/>
      </p:ext>
    </p:extLst>
  </p:cSld>
  <p:clrMapOvr>
    <a:masterClrMapping/>
  </p:clrMapOvr>
  <p:transition/>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header gray - Cornerston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DDCE2-9F0E-46D3-455B-D0CFFE77DED9}"/>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286"/>
          <a:stretch/>
        </p:blipFill>
        <p:spPr>
          <a:xfrm>
            <a:off x="5943600" y="1"/>
            <a:ext cx="6248400" cy="6017241"/>
          </a:xfrm>
          <a:prstGeom prst="rect">
            <a:avLst/>
          </a:prstGeom>
        </p:spPr>
      </p:pic>
      <p:sp>
        <p:nvSpPr>
          <p:cNvPr id="2" name="Footer Placeholder 1">
            <a:extLst>
              <a:ext uri="{FF2B5EF4-FFF2-40B4-BE49-F238E27FC236}">
                <a16:creationId xmlns:a16="http://schemas.microsoft.com/office/drawing/2014/main" id="{055C288E-42E3-955B-BE6D-43C5EAF9E39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10B65D35-FD44-3A23-5085-583B5C51FD60}"/>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3691103152"/>
      </p:ext>
    </p:extLst>
  </p:cSld>
  <p:clrMapOvr>
    <a:masterClrMapping/>
  </p:clrMapOvr>
  <p:transition/>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header white - Cornerston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Read Only 6">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Closing layouts</a:t>
            </a:r>
            <a:endParaRPr lang="en-US" sz="16600">
              <a:solidFill>
                <a:schemeClr val="bg1"/>
              </a:solidFill>
            </a:endParaRPr>
          </a:p>
        </p:txBody>
      </p:sp>
    </p:spTree>
    <p:extLst>
      <p:ext uri="{BB962C8B-B14F-4D97-AF65-F5344CB8AC3E}">
        <p14:creationId xmlns:p14="http://schemas.microsoft.com/office/powerpoint/2010/main" val="678054219"/>
      </p:ext>
    </p:extLst>
  </p:cSld>
  <p:clrMapOvr>
    <a:masterClrMapping/>
  </p:clrMapOvr>
  <p:transition/>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slide A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7FD0C541-2265-F894-DDB6-03F495E227E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3148463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B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FFCDD2"/>
              </a:gs>
              <a:gs pos="33000">
                <a:srgbClr val="FF6A00"/>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0757972F-F2B7-2039-F70F-0D0BC2FC3E6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3942756"/>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A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A) – click to add title</a:t>
            </a:r>
          </a:p>
        </p:txBody>
      </p:sp>
      <p:grpSp>
        <p:nvGrpSpPr>
          <p:cNvPr id="3" name="Group 2">
            <a:extLst>
              <a:ext uri="{FF2B5EF4-FFF2-40B4-BE49-F238E27FC236}">
                <a16:creationId xmlns:a16="http://schemas.microsoft.com/office/drawing/2014/main" id="{3F95883B-41B1-4F38-1D0A-9E5ECCDB003A}"/>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E31937"/>
                </a:gs>
                <a:gs pos="60000">
                  <a:srgbClr val="A82465"/>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337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6690"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9D21F2AF-DC20-C31D-0076-307B3CAB238D}"/>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553AAAF4-091F-0FC5-BBD9-9037C660D57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37494046"/>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losing slide B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B) – click to add title</a:t>
            </a:r>
          </a:p>
        </p:txBody>
      </p:sp>
      <p:grpSp>
        <p:nvGrpSpPr>
          <p:cNvPr id="3" name="Group 2">
            <a:extLst>
              <a:ext uri="{FF2B5EF4-FFF2-40B4-BE49-F238E27FC236}">
                <a16:creationId xmlns:a16="http://schemas.microsoft.com/office/drawing/2014/main" id="{4F8F9319-F47E-5209-D96C-8C63C97A1C5E}"/>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058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389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EB7ECD07-7F27-577F-6C51-E0DCA72AAC3A}"/>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6A348394-CEAC-2608-D2C7-1C6D9E8624A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13202458"/>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 A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77223" y="770482"/>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A)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5236AB"/>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7D65D96C-0287-1622-2E72-64E2F7F4656C}"/>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534E1B12-770D-3077-3F0A-B9B746C3A430}"/>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58491376"/>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slide B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68096" y="768096"/>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B)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B3DAC949-1442-A46E-72FA-37EF84DEBA82}"/>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CF61C4D7-E521-3636-FC43-E3A3C928D333}"/>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4997735"/>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Ready-to-use slides</a:t>
            </a:r>
            <a:endParaRPr lang="en-US" sz="1660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amp;A - Cornerston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12111"/>
            <a:ext cx="6090151" cy="2226506"/>
          </a:xfrm>
        </p:spPr>
        <p:txBody>
          <a:bodyPr>
            <a:noAutofit/>
          </a:bodyPr>
          <a:lstStyle>
            <a:lvl1pPr>
              <a:defRPr sz="4800">
                <a:solidFill>
                  <a:schemeClr val="tx1"/>
                </a:solidFill>
              </a:defRPr>
            </a:lvl1pPr>
          </a:lstStyle>
          <a:p>
            <a:r>
              <a:rPr lang="en-US" noProof="0"/>
              <a:t>Q&amp;A</a:t>
            </a:r>
          </a:p>
        </p:txBody>
      </p:sp>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393280198"/>
      </p:ext>
    </p:extLst>
  </p:cSld>
  <p:clrMapOvr>
    <a:masterClrMapping/>
  </p:clrMapOvr>
  <p:transition/>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losing slide A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36292"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chemeClr val="accent1"/>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0A416AD6-6C56-B972-2AB5-EF9AC998FC78}"/>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A520050-78C8-D59C-A36C-DCAFD6D16DDF}"/>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C1D36EEA-528E-E267-D6EC-07BC9DCF7DC0}"/>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6114906"/>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B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84460317"/>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 Preset About CGI">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60A1F69-B5CC-5702-52E4-2ADAE4CEA12F}"/>
              </a:ext>
            </a:extLst>
          </p:cNvPr>
          <p:cNvSpPr>
            <a:spLocks noGrp="1"/>
          </p:cNvSpPr>
          <p:nvPr>
            <p:ph type="title" hasCustomPrompt="1"/>
          </p:nvPr>
        </p:nvSpPr>
        <p:spPr>
          <a:xfrm>
            <a:off x="821072" y="-1203159"/>
            <a:ext cx="10658475" cy="1148295"/>
          </a:xfrm>
        </p:spPr>
        <p:txBody>
          <a:bodyPr>
            <a:noAutofit/>
          </a:bodyPr>
          <a:lstStyle>
            <a:lvl1pPr>
              <a:defRPr sz="1200" b="0">
                <a:solidFill>
                  <a:srgbClr val="E6E6E6"/>
                </a:solidFill>
              </a:defRPr>
            </a:lvl1pPr>
          </a:lstStyle>
          <a:p>
            <a:pPr algn="l"/>
            <a:r>
              <a:rPr lang="en-US" b="0" noProof="0">
                <a:solidFill>
                  <a:srgbClr val="E6E6E6"/>
                </a:solidFill>
              </a:rPr>
              <a:t>About CGI </a:t>
            </a:r>
            <a:br>
              <a:rPr lang="en-US" b="0" noProof="0">
                <a:solidFill>
                  <a:srgbClr val="E6E6E6"/>
                </a:solidFill>
              </a:rPr>
            </a:br>
            <a:r>
              <a:rPr lang="en-US" b="0" noProof="0">
                <a:solidFill>
                  <a:srgbClr val="E6E6E6"/>
                </a:solidFill>
              </a:rPr>
              <a:t>Insights you can act on</a:t>
            </a:r>
            <a:br>
              <a:rPr lang="en-US" b="0" noProof="0">
                <a:solidFill>
                  <a:srgbClr val="E6E6E6"/>
                </a:solidFill>
              </a:rPr>
            </a:br>
            <a:r>
              <a:rPr lang="en-US" b="0" noProof="0">
                <a:solidFill>
                  <a:srgbClr val="E6E6E6"/>
                </a:solidFill>
              </a:rPr>
              <a:t>Founded in 1976, CGI is among the largest IT and business consulting services firms in the world.</a:t>
            </a:r>
            <a:br>
              <a:rPr lang="en-US" b="0" noProof="0">
                <a:solidFill>
                  <a:srgbClr val="E6E6E6"/>
                </a:solidFill>
              </a:rPr>
            </a:br>
            <a:r>
              <a:rPr lang="en-US" b="0" noProof="0">
                <a:solidFill>
                  <a:srgbClr val="E6E6E6"/>
                </a:solidFill>
              </a:rPr>
              <a:t>We are insights-driven and outcomes-based to help accelerate returns on your investments. Across hundreds of locations worldwide, we provide comprehensive, scalable and sustainable IT and business consulting services that are informed globally and delivered locally.</a:t>
            </a:r>
            <a:br>
              <a:rPr lang="en-US" b="0" noProof="0">
                <a:solidFill>
                  <a:srgbClr val="E6E6E6"/>
                </a:solidFill>
              </a:rPr>
            </a:br>
            <a:r>
              <a:rPr lang="en-US" b="0" noProof="0">
                <a:solidFill>
                  <a:srgbClr val="E6E6E6"/>
                </a:solidFill>
              </a:rPr>
              <a:t>cgi.com</a:t>
            </a:r>
            <a:br>
              <a:rPr lang="en-US" b="0" noProof="0">
                <a:solidFill>
                  <a:srgbClr val="E6E6E6"/>
                </a:solidFill>
              </a:rPr>
            </a:br>
            <a:endParaRPr lang="en-US" b="0" noProof="0">
              <a:solidFill>
                <a:srgbClr val="E6E6E6"/>
              </a:solidFill>
            </a:endParaRPr>
          </a:p>
        </p:txBody>
      </p:sp>
      <p:sp>
        <p:nvSpPr>
          <p:cNvPr id="2" name="TextBox 1">
            <a:extLst>
              <a:ext uri="{FF2B5EF4-FFF2-40B4-BE49-F238E27FC236}">
                <a16:creationId xmlns:a16="http://schemas.microsoft.com/office/drawing/2014/main" id="{4B3C3E2A-4A56-B0A7-0B73-15E80F6D3BDB}"/>
              </a:ext>
            </a:extLst>
          </p:cNvPr>
          <p:cNvSpPr txBox="1"/>
          <p:nvPr userDrawn="1"/>
        </p:nvSpPr>
        <p:spPr>
          <a:xfrm>
            <a:off x="766763" y="3282696"/>
            <a:ext cx="4608576" cy="320040"/>
          </a:xfrm>
          <a:prstGeom prst="rect">
            <a:avLst/>
          </a:prstGeom>
        </p:spPr>
        <p:txBody>
          <a:bodyPr vert="horz" wrap="square" lIns="0" tIns="0" rIns="0" bIns="0" rtlCol="0" anchor="t" anchorCtr="0">
            <a:normAutofit/>
          </a:bodyPr>
          <a:lstStyle/>
          <a:p>
            <a:pPr algn="l"/>
            <a:r>
              <a:rPr lang="en-US" b="1" noProof="0">
                <a:solidFill>
                  <a:srgbClr val="E31937"/>
                </a:solidFill>
              </a:rPr>
              <a:t>About CGI</a:t>
            </a:r>
          </a:p>
        </p:txBody>
      </p:sp>
      <p:sp>
        <p:nvSpPr>
          <p:cNvPr id="8" name="TextBox 7">
            <a:extLst>
              <a:ext uri="{FF2B5EF4-FFF2-40B4-BE49-F238E27FC236}">
                <a16:creationId xmlns:a16="http://schemas.microsoft.com/office/drawing/2014/main" id="{7B2627C1-E12E-A20D-EBCC-1D0135C82DE2}"/>
              </a:ext>
            </a:extLst>
          </p:cNvPr>
          <p:cNvSpPr txBox="1"/>
          <p:nvPr userDrawn="1"/>
        </p:nvSpPr>
        <p:spPr>
          <a:xfrm>
            <a:off x="766762" y="3858768"/>
            <a:ext cx="4608513" cy="2231136"/>
          </a:xfrm>
          <a:prstGeom prst="rect">
            <a:avLst/>
          </a:prstGeom>
        </p:spPr>
        <p:txBody>
          <a:bodyPr vert="horz" wrap="square" lIns="0" tIns="0" rIns="0" bIns="0" rtlCol="0" anchor="t" anchorCtr="0">
            <a:normAutofit/>
          </a:bodyPr>
          <a:lstStyle/>
          <a:p>
            <a:pPr>
              <a:lnSpc>
                <a:spcPct val="110000"/>
              </a:lnSpc>
              <a:spcBef>
                <a:spcPts val="500"/>
              </a:spcBef>
            </a:pPr>
            <a:r>
              <a:rPr lang="en-US" sz="1200" b="1" noProof="0" dirty="0"/>
              <a:t>Insights you can act on</a:t>
            </a:r>
          </a:p>
          <a:p>
            <a:pPr>
              <a:lnSpc>
                <a:spcPct val="110000"/>
              </a:lnSpc>
              <a:spcBef>
                <a:spcPts val="500"/>
              </a:spcBef>
              <a:spcAft>
                <a:spcPts val="600"/>
              </a:spcAft>
            </a:pPr>
            <a:r>
              <a:rPr lang="en-US" sz="1200" noProof="0" dirty="0"/>
              <a:t>Founded in 1976, CGI is among the largest IT and business consulting services firms in the world.</a:t>
            </a:r>
          </a:p>
          <a:p>
            <a:pPr marL="0" marR="0" indent="0" algn="l" defTabSz="914400" rtl="0" eaLnBrk="1" fontAlgn="auto" latinLnBrk="0" hangingPunct="1">
              <a:lnSpc>
                <a:spcPct val="110000"/>
              </a:lnSpc>
              <a:spcBef>
                <a:spcPts val="500"/>
              </a:spcBef>
              <a:spcAft>
                <a:spcPts val="600"/>
              </a:spcAft>
              <a:buClrTx/>
              <a:buSzTx/>
              <a:buFontTx/>
              <a:buNone/>
              <a:tabLst/>
              <a:defRPr/>
            </a:pP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and delivered locally.</a:t>
            </a:r>
          </a:p>
          <a:p>
            <a:pPr>
              <a:lnSpc>
                <a:spcPct val="110000"/>
              </a:lnSpc>
              <a:spcBef>
                <a:spcPts val="500"/>
              </a:spcBef>
              <a:spcAft>
                <a:spcPts val="600"/>
              </a:spcAft>
            </a:pPr>
            <a:r>
              <a:rPr lang="en-US" sz="1200" b="1" noProof="0" dirty="0" err="1"/>
              <a:t>cgi.com</a:t>
            </a:r>
            <a:endParaRPr lang="en-US" sz="1200" b="1" noProof="0" dirty="0"/>
          </a:p>
        </p:txBody>
      </p:sp>
      <p:pic>
        <p:nvPicPr>
          <p:cNvPr id="7" name="Image 6" descr="CGI Inc. logo">
            <a:extLst>
              <a:ext uri="{FF2B5EF4-FFF2-40B4-BE49-F238E27FC236}">
                <a16:creationId xmlns:a16="http://schemas.microsoft.com/office/drawing/2014/main" id="{626F09B8-6289-D048-8199-4C52FCE264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95BF8B7B-FCFC-45CF-773C-C0190909605C}"/>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4BB9D9E-BEEE-51E3-062F-07D099B91776}"/>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5" name="Slide Number Placeholder 7">
            <a:extLst>
              <a:ext uri="{FF2B5EF4-FFF2-40B4-BE49-F238E27FC236}">
                <a16:creationId xmlns:a16="http://schemas.microsoft.com/office/drawing/2014/main" id="{B5806568-20EF-02F7-9776-193BEBDD3B43}"/>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83648596"/>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theme" Target="../theme/theme1.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endParaRPr lang="en-US" noProof="0"/>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2026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‹n°›</a:t>
            </a:fld>
            <a:endParaRPr lang="en-US" sz="900" noProof="0"/>
          </a:p>
          <a:p>
            <a:pPr algn="l"/>
            <a:endParaRPr lang="en-US" sz="900" noProof="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2" r:id="rId2"/>
    <p:sldLayoutId id="2147484273" r:id="rId3"/>
    <p:sldLayoutId id="2147484274" r:id="rId4"/>
    <p:sldLayoutId id="2147484329" r:id="rId5"/>
    <p:sldLayoutId id="2147484334" r:id="rId6"/>
    <p:sldLayoutId id="2147484086" r:id="rId7"/>
    <p:sldLayoutId id="2147484275" r:id="rId8"/>
    <p:sldLayoutId id="2147484229" r:id="rId9"/>
    <p:sldLayoutId id="2147484243" r:id="rId10"/>
    <p:sldLayoutId id="2147484234" r:id="rId11"/>
    <p:sldLayoutId id="2147484319" r:id="rId12"/>
    <p:sldLayoutId id="2147484148" r:id="rId13"/>
    <p:sldLayoutId id="2147484157" r:id="rId14"/>
    <p:sldLayoutId id="2147484158" r:id="rId15"/>
    <p:sldLayoutId id="2147484183" r:id="rId16"/>
    <p:sldLayoutId id="2147484160" r:id="rId17"/>
    <p:sldLayoutId id="2147484161" r:id="rId18"/>
    <p:sldLayoutId id="2147484244" r:id="rId19"/>
    <p:sldLayoutId id="2147484164" r:id="rId20"/>
    <p:sldLayoutId id="2147484156" r:id="rId21"/>
    <p:sldLayoutId id="2147484168" r:id="rId22"/>
    <p:sldLayoutId id="2147484163" r:id="rId23"/>
    <p:sldLayoutId id="2147484170" r:id="rId24"/>
    <p:sldLayoutId id="2147484172" r:id="rId25"/>
    <p:sldLayoutId id="2147484184" r:id="rId26"/>
    <p:sldLayoutId id="2147484151" r:id="rId27"/>
    <p:sldLayoutId id="2147484152" r:id="rId28"/>
    <p:sldLayoutId id="2147484155" r:id="rId29"/>
    <p:sldLayoutId id="2147484150" r:id="rId30"/>
    <p:sldLayoutId id="2147484153" r:id="rId31"/>
    <p:sldLayoutId id="2147484154" r:id="rId32"/>
    <p:sldLayoutId id="2147484179" r:id="rId33"/>
    <p:sldLayoutId id="2147484180" r:id="rId34"/>
    <p:sldLayoutId id="2147484181" r:id="rId35"/>
    <p:sldLayoutId id="2147484182" r:id="rId36"/>
    <p:sldLayoutId id="2147484162" r:id="rId37"/>
    <p:sldLayoutId id="2147484320" r:id="rId38"/>
    <p:sldLayoutId id="2147484173" r:id="rId39"/>
    <p:sldLayoutId id="2147484174" r:id="rId40"/>
    <p:sldLayoutId id="2147484271" r:id="rId41"/>
    <p:sldLayoutId id="2147484175" r:id="rId42"/>
    <p:sldLayoutId id="2147484073" r:id="rId43"/>
    <p:sldLayoutId id="2147484246" r:id="rId44"/>
    <p:sldLayoutId id="2147484316" r:id="rId45"/>
    <p:sldLayoutId id="2147484079" r:id="rId46"/>
    <p:sldLayoutId id="2147484247" r:id="rId47"/>
    <p:sldLayoutId id="2147484080" r:id="rId48"/>
    <p:sldLayoutId id="2147484248" r:id="rId49"/>
    <p:sldLayoutId id="2147484081" r:id="rId50"/>
    <p:sldLayoutId id="2147484249" r:id="rId51"/>
    <p:sldLayoutId id="2147484082" r:id="rId52"/>
    <p:sldLayoutId id="2147484267" r:id="rId53"/>
    <p:sldLayoutId id="2147484321" r:id="rId54"/>
    <p:sldLayoutId id="2147484260" r:id="rId55"/>
    <p:sldLayoutId id="2147484265" r:id="rId56"/>
    <p:sldLayoutId id="2147484261" r:id="rId57"/>
    <p:sldLayoutId id="2147484044" r:id="rId58"/>
    <p:sldLayoutId id="2147484331" r:id="rId59"/>
    <p:sldLayoutId id="2147484332" r:id="rId60"/>
    <p:sldLayoutId id="2147484333" r:id="rId61"/>
    <p:sldLayoutId id="2147484226" r:id="rId62"/>
    <p:sldLayoutId id="2147484262" r:id="rId63"/>
    <p:sldLayoutId id="2147484324" r:id="rId64"/>
    <p:sldLayoutId id="2147484263" r:id="rId65"/>
    <p:sldLayoutId id="2147484325" r:id="rId66"/>
    <p:sldLayoutId id="2147484264" r:id="rId67"/>
    <p:sldLayoutId id="2147484317" r:id="rId68"/>
    <p:sldLayoutId id="2147484146" r:id="rId69"/>
    <p:sldLayoutId id="2147484145" r:id="rId70"/>
    <p:sldLayoutId id="2147484219" r:id="rId71"/>
    <p:sldLayoutId id="2147484255" r:id="rId72"/>
    <p:sldLayoutId id="2147484256" r:id="rId73"/>
    <p:sldLayoutId id="2147484257" r:id="rId74"/>
    <p:sldLayoutId id="2147484266" r:id="rId75"/>
    <p:sldLayoutId id="2147484259" r:id="rId76"/>
    <p:sldLayoutId id="2147484322" r:id="rId77"/>
    <p:sldLayoutId id="2147484268" r:id="rId78"/>
    <p:sldLayoutId id="2147484270" r:id="rId79"/>
    <p:sldLayoutId id="2147484239" r:id="rId80"/>
    <p:sldLayoutId id="2147484251" r:id="rId81"/>
    <p:sldLayoutId id="2147484240" r:id="rId82"/>
    <p:sldLayoutId id="2147484253" r:id="rId83"/>
    <p:sldLayoutId id="2147484323" r:id="rId84"/>
    <p:sldLayoutId id="2147484326" r:id="rId85"/>
    <p:sldLayoutId id="2147484241" r:id="rId86"/>
    <p:sldLayoutId id="2147484252" r:id="rId87"/>
    <p:sldLayoutId id="2147484242" r:id="rId88"/>
    <p:sldLayoutId id="2147484327" r:id="rId89"/>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brand.cgi.com/content/index/guid/image_library" TargetMode="External"/><Relationship Id="rId3" Type="http://schemas.openxmlformats.org/officeDocument/2006/relationships/hyperlink" Target="https://brand.cgi.com/site/index" TargetMode="External"/><Relationship Id="rId7" Type="http://schemas.openxmlformats.org/officeDocument/2006/relationships/hyperlink" Target="https://brand.cgi.com/content/index/guid/powerpoint_presentations" TargetMode="External"/><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hyperlink" Target="https://brand.cgi.com/content/index/guid/charts_diagrams?parent=14" TargetMode="External"/><Relationship Id="rId5" Type="http://schemas.openxmlformats.org/officeDocument/2006/relationships/hyperlink" Target="https://brand.cgi.com/content/index/guid/templates?parent=52&amp;search_term=%22Timesaver%20template%22&amp;list_size=24&amp;sort_order=most_recent" TargetMode="External"/><Relationship Id="rId10" Type="http://schemas.openxmlformats.org/officeDocument/2006/relationships/image" Target="../media/image22.png"/><Relationship Id="rId4" Type="http://schemas.openxmlformats.org/officeDocument/2006/relationships/hyperlink" Target="https://brand.cgi.com/content/index/guid/templates?parent=52&amp;search_term=%22Standard%20Powerpoint%22&amp;list_size=24&amp;sort_order=most_recent" TargetMode="External"/><Relationship Id="rId9" Type="http://schemas.openxmlformats.org/officeDocument/2006/relationships/hyperlink" Target="https://brand.cgi.com/content/index/guid/positioning?parent=377#anchor4"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hyperlink" Target="https://support.microsoft.com/en-us/office/make-your-powerpoint-presentations-accessible-to-people-with-disabilities-2db7fbc8-278a-416e-afc8-6d7a35447121" TargetMode="External"/><Relationship Id="rId3" Type="http://schemas.openxmlformats.org/officeDocument/2006/relationships/hyperlink" Target="https://brand.cgi.com/content/index/guid/accessibility_overview?parent=374" TargetMode="External"/><Relationship Id="rId7" Type="http://schemas.openxmlformats.org/officeDocument/2006/relationships/hyperlink" Target="https://support.microsoft.com/en-us/office/make-your-presentation-work-with-a-screen-reader-57dedbcb-ec62-4646-bb46-0f3a74985c67?ns=powerpnt&amp;version=90&amp;ui=en-us&amp;rs=en-us&amp;ad=us"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hyperlink" Target="https://support.microsoft.com/en-us/office/improve-accessibility-with-the-accessibility-checker-a16f6de0-2f39-4a2b-8bd8-5ad801426c7f#PickTab=Windows" TargetMode="External"/><Relationship Id="rId5" Type="http://schemas.openxmlformats.org/officeDocument/2006/relationships/image" Target="../media/image26.png"/><Relationship Id="rId4" Type="http://schemas.openxmlformats.org/officeDocument/2006/relationships/hyperlink" Target="https://brand.cgi.com/" TargetMode="External"/><Relationship Id="rId9" Type="http://schemas.openxmlformats.org/officeDocument/2006/relationships/hyperlink" Target="https://support.microsoft.com/en-us/office/make-your-presentation-easier-for-people-to-see-and-understand-ef3ea2a6-14e9-40df-91d9-8283e04a2fb0#PickTab=Window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brand.cgi.com/content/index/guid/color?parent=14" TargetMode="External"/><Relationship Id="rId2" Type="http://schemas.openxmlformats.org/officeDocument/2006/relationships/notesSlide" Target="../notesSlides/notesSlide4.xml"/><Relationship Id="rId1" Type="http://schemas.openxmlformats.org/officeDocument/2006/relationships/slideLayout" Target="../slideLayouts/slideLayout37.xml"/><Relationship Id="rId6" Type="http://schemas.openxmlformats.org/officeDocument/2006/relationships/image" Target="../media/image27.png"/><Relationship Id="rId5" Type="http://schemas.openxmlformats.org/officeDocument/2006/relationships/hyperlink" Target="https://support.microsoft.com/en-us/office/use-the-format-painter-4bb415a9-d4e4-42b7-b579-170adc594e40?ns=powerpnt&amp;version=90&amp;ui=en-us&amp;rs=en-us&amp;ad=us" TargetMode="External"/><Relationship Id="rId4" Type="http://schemas.openxmlformats.org/officeDocument/2006/relationships/hyperlink" Target="https://brand.cgi.com/content/index/guid/charts_diagrams?parent=1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7.xml"/><Relationship Id="rId4" Type="http://schemas.openxmlformats.org/officeDocument/2006/relationships/image" Target="../media/image30.svg"/></Relationships>
</file>

<file path=ppt/slides/_rels/slide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37.xml"/><Relationship Id="rId5" Type="http://schemas.openxmlformats.org/officeDocument/2006/relationships/image" Target="../media/image32.sv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37.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hyperlink" Target="https://brand.cgi.com/content/index/guid/image_library?parent=52"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hyperlink" Target="https://brand.cgi.com/content/index/guid/image_library?parent=52"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hyperlink" Target="https://brand.cgi.com/content/index/guid/image_library?parent=52"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hyperlink" Target="https://brand.cgi.com/content/index/guid/image_library?parent=52"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hyperlink" Target="https://brand.cgi.com/content/index/guid/image_library?parent=52"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brand.cgi.com/content/index/guid/image_library?parent=52" TargetMode="External"/><Relationship Id="rId2" Type="http://schemas.openxmlformats.org/officeDocument/2006/relationships/image" Target="../media/image41.jpe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hyperlink" Target="https://brand.cgi.com/content/index/guid/templates?parent=52&amp;search_term=timesaver&amp;list_size=24&amp;sort_order=alpha_order"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hyperlink" Target="https://brand.cgi.com/site/index" TargetMode="External"/><Relationship Id="rId2" Type="http://schemas.openxmlformats.org/officeDocument/2006/relationships/hyperlink" Target="https://brand.cgi.com/content/index/guid/image_library?parent=52" TargetMode="External"/><Relationship Id="rId1" Type="http://schemas.openxmlformats.org/officeDocument/2006/relationships/slideLayout" Target="../slideLayouts/slideLayout34.xml"/><Relationship Id="rId4" Type="http://schemas.openxmlformats.org/officeDocument/2006/relationships/image" Target="../media/image43.jpeg"/></Relationships>
</file>

<file path=ppt/slides/_rels/slide22.xml.rels><?xml version="1.0" encoding="UTF-8" standalone="yes"?>
<Relationships xmlns="http://schemas.openxmlformats.org/package/2006/relationships"><Relationship Id="rId3" Type="http://schemas.openxmlformats.org/officeDocument/2006/relationships/hyperlink" Target="https://brand.cgi.com/content/index/guid/image_library?parent=52" TargetMode="External"/><Relationship Id="rId2" Type="http://schemas.openxmlformats.org/officeDocument/2006/relationships/image" Target="../media/image44.jpeg"/><Relationship Id="rId1" Type="http://schemas.openxmlformats.org/officeDocument/2006/relationships/slideLayout" Target="../slideLayouts/slideLayout27.xml"/><Relationship Id="rId4" Type="http://schemas.openxmlformats.org/officeDocument/2006/relationships/hyperlink" Target="https://brand.cgi.com/site/index"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brand.cgi.com/content/index/guid/image_library?parent=52" TargetMode="External"/><Relationship Id="rId2" Type="http://schemas.openxmlformats.org/officeDocument/2006/relationships/notesSlide" Target="../notesSlides/notesSlide6.xml"/><Relationship Id="rId1" Type="http://schemas.openxmlformats.org/officeDocument/2006/relationships/slideLayout" Target="../slideLayouts/slideLayout29.xml"/><Relationship Id="rId5" Type="http://schemas.openxmlformats.org/officeDocument/2006/relationships/image" Target="../media/image45.jpeg"/><Relationship Id="rId4" Type="http://schemas.openxmlformats.org/officeDocument/2006/relationships/hyperlink" Target="https://brand.cgi.com/site/index"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xml"/><Relationship Id="rId1" Type="http://schemas.openxmlformats.org/officeDocument/2006/relationships/slideLayout" Target="../slideLayouts/slideLayout30.xml"/><Relationship Id="rId5" Type="http://schemas.openxmlformats.org/officeDocument/2006/relationships/hyperlink" Target="https://brand.cgi.com/site/index" TargetMode="External"/><Relationship Id="rId4" Type="http://schemas.openxmlformats.org/officeDocument/2006/relationships/hyperlink" Target="https://brand.cgi.com/content/index/guid/image_library?parent=52"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brand.cgi.com/content/index/guid/image_library?parent=52" TargetMode="External"/><Relationship Id="rId2" Type="http://schemas.openxmlformats.org/officeDocument/2006/relationships/notesSlide" Target="../notesSlides/notesSlide8.xml"/><Relationship Id="rId1" Type="http://schemas.openxmlformats.org/officeDocument/2006/relationships/slideLayout" Target="../slideLayouts/slideLayout32.xml"/><Relationship Id="rId5" Type="http://schemas.openxmlformats.org/officeDocument/2006/relationships/image" Target="../media/image47.jpeg"/><Relationship Id="rId4" Type="http://schemas.openxmlformats.org/officeDocument/2006/relationships/hyperlink" Target="https://brand.cgi.com/site/index" TargetMode="Externa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7.xml"/><Relationship Id="rId5" Type="http://schemas.openxmlformats.org/officeDocument/2006/relationships/hyperlink" Target="https://brand.cgi.com/content/index/guid/charts_diagrams?parent=14" TargetMode="External"/><Relationship Id="rId4" Type="http://schemas.openxmlformats.org/officeDocument/2006/relationships/hyperlink" Target="https://brand.cgi.com/content/index/guid/templates?parent=52&amp;search_term=timesaver&amp;list_size=24&amp;sort_order=alpha_order" TargetMode="Externa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7.xml"/><Relationship Id="rId5" Type="http://schemas.openxmlformats.org/officeDocument/2006/relationships/hyperlink" Target="https://brand.cgi.com/content/index/guid/charts_diagrams?parent=14" TargetMode="External"/><Relationship Id="rId4" Type="http://schemas.openxmlformats.org/officeDocument/2006/relationships/hyperlink" Target="https://brand.cgi.com/content/index/guid/templates?parent=52&amp;search_term=timesaver&amp;list_size=24&amp;sort_order=alpha_order"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brand.cgi.com/content/index/guid/templates?parent=52&amp;search_term=timesaver&amp;list_size=24&amp;sort_order=alpha_order" TargetMode="External"/><Relationship Id="rId2" Type="http://schemas.openxmlformats.org/officeDocument/2006/relationships/chart" Target="../charts/chart3.xml"/><Relationship Id="rId1" Type="http://schemas.openxmlformats.org/officeDocument/2006/relationships/slideLayout" Target="../slideLayouts/slideLayout37.xml"/><Relationship Id="rId4" Type="http://schemas.openxmlformats.org/officeDocument/2006/relationships/hyperlink" Target="https://brand.cgi.com/content/index/guid/charts_diagrams?parent=1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hyperlink" Target="https://brand.cgi.com/content/index/guid/image_library?parent=52" TargetMode="External"/><Relationship Id="rId2" Type="http://schemas.openxmlformats.org/officeDocument/2006/relationships/image" Target="../media/image48.jpeg"/><Relationship Id="rId1" Type="http://schemas.openxmlformats.org/officeDocument/2006/relationships/slideLayout" Target="../slideLayouts/slideLayout69.xml"/><Relationship Id="rId4" Type="http://schemas.openxmlformats.org/officeDocument/2006/relationships/hyperlink" Target="https://brand.cgi.com/site/index"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1.xml"/><Relationship Id="rId1" Type="http://schemas.openxmlformats.org/officeDocument/2006/relationships/slideLayout" Target="../slideLayouts/slideLayout70.xml"/><Relationship Id="rId5" Type="http://schemas.openxmlformats.org/officeDocument/2006/relationships/hyperlink" Target="https://brand.cgi.com/site/index" TargetMode="External"/><Relationship Id="rId4" Type="http://schemas.openxmlformats.org/officeDocument/2006/relationships/hyperlink" Target="https://brand.cgi.com/content/index/guid/image_library?parent=52"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5.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7.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1.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E859F390-FBE2-6883-1A31-EB10F38C116A}"/>
              </a:ext>
            </a:extLst>
          </p:cNvPr>
          <p:cNvSpPr>
            <a:spLocks noGrp="1"/>
          </p:cNvSpPr>
          <p:nvPr>
            <p:ph type="title"/>
          </p:nvPr>
        </p:nvSpPr>
        <p:spPr>
          <a:xfrm>
            <a:off x="768096" y="705600"/>
            <a:ext cx="4672584" cy="2907792"/>
          </a:xfrm>
        </p:spPr>
        <p:txBody>
          <a:bodyPr/>
          <a:lstStyle/>
          <a:p>
            <a:r>
              <a:rPr lang="en-US"/>
              <a:t>Standard Presentation Template</a:t>
            </a:r>
          </a:p>
        </p:txBody>
      </p:sp>
      <p:sp>
        <p:nvSpPr>
          <p:cNvPr id="3" name="Text Placeholder 2">
            <a:extLst>
              <a:ext uri="{FF2B5EF4-FFF2-40B4-BE49-F238E27FC236}">
                <a16:creationId xmlns:a16="http://schemas.microsoft.com/office/drawing/2014/main" id="{8370344E-4C05-767D-1089-30E57918AF57}"/>
              </a:ext>
            </a:extLst>
          </p:cNvPr>
          <p:cNvSpPr>
            <a:spLocks noGrp="1"/>
          </p:cNvSpPr>
          <p:nvPr>
            <p:ph type="body" sz="quarter" idx="14"/>
          </p:nvPr>
        </p:nvSpPr>
        <p:spPr>
          <a:xfrm>
            <a:off x="766763" y="4173805"/>
            <a:ext cx="4698710" cy="765270"/>
          </a:xfrm>
        </p:spPr>
        <p:txBody>
          <a:bodyPr/>
          <a:lstStyle/>
          <a:p>
            <a:r>
              <a:rPr lang="en-CA" dirty="0"/>
              <a:t>January 2026</a:t>
            </a:r>
            <a:endParaRPr lang="en-US" dirty="0"/>
          </a:p>
        </p:txBody>
      </p:sp>
      <p:pic>
        <p:nvPicPr>
          <p:cNvPr id="6" name="Picture Placeholder 5">
            <a:extLst>
              <a:ext uri="{FF2B5EF4-FFF2-40B4-BE49-F238E27FC236}">
                <a16:creationId xmlns:a16="http://schemas.microsoft.com/office/drawing/2014/main" id="{D08668FE-93FD-124C-3EFE-5577A452613A}"/>
              </a:ext>
              <a:ext uri="{C183D7F6-B498-43B3-948B-1728B52AA6E4}">
                <adec:decorative xmlns:adec="http://schemas.microsoft.com/office/drawing/2017/decorative" val="1"/>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a:stretch/>
        </p:blipFill>
        <p:spPr>
          <a:xfrm>
            <a:off x="6097588" y="765175"/>
            <a:ext cx="5330952" cy="5330952"/>
          </a:xfrm>
        </p:spPr>
      </p:pic>
    </p:spTree>
    <p:extLst>
      <p:ext uri="{BB962C8B-B14F-4D97-AF65-F5344CB8AC3E}">
        <p14:creationId xmlns:p14="http://schemas.microsoft.com/office/powerpoint/2010/main" val="182987902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a:xfrm>
            <a:off x="766763" y="619403"/>
            <a:ext cx="4965192" cy="1273192"/>
          </a:xfrm>
          <a:noFill/>
        </p:spPr>
        <p:txBody>
          <a:bodyPr/>
          <a:lstStyle/>
          <a:p>
            <a:r>
              <a:rPr lang="en-US" sz="2400" noProof="0">
                <a:hlinkClick r:id="rId3"/>
              </a:rPr>
              <a:t>Brand Source</a:t>
            </a:r>
            <a:r>
              <a:rPr lang="en-US" sz="2400" noProof="0"/>
              <a:t> is your single source for everything related to the brand and branded PowerPoints!</a:t>
            </a:r>
          </a:p>
        </p:txBody>
      </p:sp>
      <p:sp>
        <p:nvSpPr>
          <p:cNvPr id="6" name="Text Placeholder 5"/>
          <p:cNvSpPr>
            <a:spLocks noGrp="1"/>
          </p:cNvSpPr>
          <p:nvPr>
            <p:ph sz="quarter" idx="17"/>
          </p:nvPr>
        </p:nvSpPr>
        <p:spPr>
          <a:xfrm>
            <a:off x="766763" y="2139696"/>
            <a:ext cx="4965192" cy="3950208"/>
          </a:xfrm>
        </p:spPr>
        <p:txBody>
          <a:bodyPr/>
          <a:lstStyle/>
          <a:p>
            <a:pPr>
              <a:spcAft>
                <a:spcPts val="1200"/>
              </a:spcAft>
            </a:pPr>
            <a:r>
              <a:rPr lang="en-US" sz="1800" noProof="0"/>
              <a:t>Always use the latest </a:t>
            </a:r>
            <a:r>
              <a:rPr lang="en-US" sz="1800" noProof="0">
                <a:hlinkClick r:id="rId4"/>
              </a:rPr>
              <a:t>Standard PowerPoint presentation template</a:t>
            </a:r>
            <a:r>
              <a:rPr lang="en-US" sz="1800" noProof="0"/>
              <a:t> to prepare your presentation</a:t>
            </a:r>
            <a:r>
              <a:rPr lang="en-US" sz="1800"/>
              <a:t>.</a:t>
            </a:r>
            <a:endParaRPr lang="en-US" sz="1800" noProof="0"/>
          </a:p>
          <a:p>
            <a:pPr>
              <a:spcAft>
                <a:spcPts val="600"/>
              </a:spcAft>
            </a:pPr>
            <a:r>
              <a:rPr lang="en-US" sz="1800" b="1" noProof="0"/>
              <a:t>Quick links</a:t>
            </a:r>
          </a:p>
          <a:p>
            <a:pPr marL="285750" indent="-285750">
              <a:buFont typeface="Arial" panose="020B0604020202020204" pitchFamily="34" charset="0"/>
              <a:buChar char="•"/>
            </a:pPr>
            <a:r>
              <a:rPr lang="en-US" sz="1600" noProof="0">
                <a:hlinkClick r:id="rId5"/>
              </a:rPr>
              <a:t>PowerPoint Timesaver</a:t>
            </a:r>
            <a:r>
              <a:rPr lang="en-US" sz="1600" noProof="0"/>
              <a:t> with </a:t>
            </a:r>
            <a:r>
              <a:rPr lang="en-US" sz="1600"/>
              <a:t>400</a:t>
            </a:r>
            <a:r>
              <a:rPr lang="en-US" sz="1600" noProof="0"/>
              <a:t>+ slide designs, </a:t>
            </a:r>
            <a:br>
              <a:rPr lang="en-US" sz="1600" noProof="0"/>
            </a:br>
            <a:r>
              <a:rPr lang="en-US" sz="1600" noProof="0"/>
              <a:t>diagrams and icons</a:t>
            </a:r>
          </a:p>
          <a:p>
            <a:pPr marL="285750" indent="-285750">
              <a:buFont typeface="Arial" panose="020B0604020202020204" pitchFamily="34" charset="0"/>
              <a:buChar char="•"/>
            </a:pPr>
            <a:r>
              <a:rPr lang="en-US" sz="1600" noProof="0">
                <a:hlinkClick r:id="rId6"/>
              </a:rPr>
              <a:t>Charts and diagrams</a:t>
            </a:r>
            <a:endParaRPr lang="en-US" sz="1600" noProof="0"/>
          </a:p>
          <a:p>
            <a:pPr marL="285750" indent="-285750">
              <a:buFont typeface="Arial" panose="020B0604020202020204" pitchFamily="34" charset="0"/>
              <a:buChar char="•"/>
            </a:pPr>
            <a:r>
              <a:rPr lang="en-US" sz="1600" noProof="0">
                <a:hlinkClick r:id="rId7"/>
              </a:rPr>
              <a:t>PowerPoint content, design and formatting tips</a:t>
            </a:r>
            <a:endParaRPr lang="en-US" sz="1600" noProof="0"/>
          </a:p>
          <a:p>
            <a:pPr marL="285750" indent="-285750">
              <a:buFont typeface="Arial" panose="020B0604020202020204" pitchFamily="34" charset="0"/>
              <a:buChar char="•"/>
            </a:pPr>
            <a:r>
              <a:rPr lang="en-US" sz="1600" noProof="0">
                <a:hlinkClick r:id="rId8"/>
              </a:rPr>
              <a:t>Image library</a:t>
            </a:r>
            <a:endParaRPr lang="en-US" sz="1600" noProof="0"/>
          </a:p>
          <a:p>
            <a:pPr marL="285750" indent="-285750">
              <a:buFont typeface="Arial" panose="020B0604020202020204" pitchFamily="34" charset="0"/>
              <a:buChar char="•"/>
            </a:pPr>
            <a:r>
              <a:rPr lang="en-US" sz="1600" noProof="0">
                <a:hlinkClick r:id="rId9"/>
              </a:rPr>
              <a:t>Company overview presentation</a:t>
            </a:r>
            <a:endParaRPr lang="en-US" sz="1600" noProof="0"/>
          </a:p>
        </p:txBody>
      </p:sp>
      <p:pic>
        <p:nvPicPr>
          <p:cNvPr id="10" name="Picture Placeholder 9" descr="Brand Source homepage">
            <a:extLst>
              <a:ext uri="{C183D7F6-B498-43B3-948B-1728B52AA6E4}">
                <adec:decorative xmlns:adec="http://schemas.microsoft.com/office/drawing/2017/decorative" val="0"/>
              </a:ext>
            </a:extLst>
          </p:cNvPr>
          <p:cNvPicPr>
            <a:picLocks noGrp="1" noChangeAspect="1"/>
          </p:cNvPicPr>
          <p:nvPr>
            <p:ph type="pic" sz="quarter" idx="18"/>
          </p:nvPr>
        </p:nvPicPr>
        <p:blipFill>
          <a:blip r:embed="rId10" cstate="screen">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30876388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BCA-8D38-84E7-6CA7-A046C1954049}"/>
              </a:ext>
            </a:extLst>
          </p:cNvPr>
          <p:cNvSpPr>
            <a:spLocks noGrp="1"/>
          </p:cNvSpPr>
          <p:nvPr>
            <p:ph type="title"/>
          </p:nvPr>
        </p:nvSpPr>
        <p:spPr>
          <a:xfrm>
            <a:off x="766765" y="619403"/>
            <a:ext cx="3805236" cy="2508110"/>
          </a:xfrm>
        </p:spPr>
        <p:txBody>
          <a:bodyPr/>
          <a:lstStyle/>
          <a:p>
            <a:r>
              <a:rPr lang="en-US" sz="3000"/>
              <a:t>You can now access our templates directly from PowerPoint</a:t>
            </a:r>
          </a:p>
        </p:txBody>
      </p:sp>
      <p:sp>
        <p:nvSpPr>
          <p:cNvPr id="8" name="Content Placeholder 7">
            <a:extLst>
              <a:ext uri="{FF2B5EF4-FFF2-40B4-BE49-F238E27FC236}">
                <a16:creationId xmlns:a16="http://schemas.microsoft.com/office/drawing/2014/main" id="{A57D8EE0-48FE-6CEC-E97E-A2C972C15273}"/>
              </a:ext>
            </a:extLst>
          </p:cNvPr>
          <p:cNvSpPr>
            <a:spLocks noGrp="1"/>
          </p:cNvSpPr>
          <p:nvPr>
            <p:ph sz="quarter" idx="17"/>
          </p:nvPr>
        </p:nvSpPr>
        <p:spPr>
          <a:xfrm>
            <a:off x="766765" y="2427514"/>
            <a:ext cx="3805236" cy="3062599"/>
          </a:xfrm>
        </p:spPr>
        <p:txBody>
          <a:bodyPr anchor="ctr"/>
          <a:lstStyle/>
          <a:p>
            <a:pPr marL="342900" indent="-342900">
              <a:spcBef>
                <a:spcPts val="1200"/>
              </a:spcBef>
              <a:buFont typeface="+mj-lt"/>
              <a:buAutoNum type="arabicPeriod"/>
            </a:pPr>
            <a:r>
              <a:rPr lang="en-US" sz="1600" b="0"/>
              <a:t>Open PowerPoint</a:t>
            </a:r>
          </a:p>
          <a:p>
            <a:pPr marL="342900" indent="-342900">
              <a:spcBef>
                <a:spcPts val="1200"/>
              </a:spcBef>
              <a:buFont typeface="+mj-lt"/>
              <a:buAutoNum type="arabicPeriod"/>
            </a:pPr>
            <a:r>
              <a:rPr lang="en-US" sz="1600" b="0"/>
              <a:t>Click on </a:t>
            </a:r>
            <a:r>
              <a:rPr lang="en-US" sz="1600" b="1"/>
              <a:t>File</a:t>
            </a:r>
            <a:r>
              <a:rPr lang="en-US" sz="1600" b="0"/>
              <a:t>, then </a:t>
            </a:r>
            <a:r>
              <a:rPr lang="en-US" sz="1600" b="1"/>
              <a:t>New</a:t>
            </a:r>
          </a:p>
          <a:p>
            <a:pPr marL="342900" indent="-342900">
              <a:spcBef>
                <a:spcPts val="1200"/>
              </a:spcBef>
              <a:buFont typeface="+mj-lt"/>
              <a:buAutoNum type="arabicPeriod"/>
            </a:pPr>
            <a:r>
              <a:rPr lang="en-US" sz="1600" b="0"/>
              <a:t>Click on </a:t>
            </a:r>
            <a:r>
              <a:rPr lang="en-US" sz="1600" b="1"/>
              <a:t>CGI</a:t>
            </a:r>
          </a:p>
          <a:p>
            <a:pPr marL="342900" indent="-342900">
              <a:spcBef>
                <a:spcPts val="1200"/>
              </a:spcBef>
              <a:buFont typeface="+mj-lt"/>
              <a:buAutoNum type="arabicPeriod"/>
            </a:pPr>
            <a:r>
              <a:rPr lang="en-US" sz="1600" b="0"/>
              <a:t>Select the PowerPoint template you would like to use</a:t>
            </a:r>
          </a:p>
          <a:p>
            <a:pPr>
              <a:spcBef>
                <a:spcPts val="1800"/>
              </a:spcBef>
            </a:pPr>
            <a:r>
              <a:rPr lang="en-US" sz="1600" b="1"/>
              <a:t>Tip: </a:t>
            </a:r>
            <a:r>
              <a:rPr lang="en-US" sz="1600" b="0"/>
              <a:t>Select the pin to pin the templates you use the most!</a:t>
            </a:r>
          </a:p>
        </p:txBody>
      </p:sp>
      <p:grpSp>
        <p:nvGrpSpPr>
          <p:cNvPr id="13" name="Group 12">
            <a:extLst>
              <a:ext uri="{FF2B5EF4-FFF2-40B4-BE49-F238E27FC236}">
                <a16:creationId xmlns:a16="http://schemas.microsoft.com/office/drawing/2014/main" id="{75D2CFCE-2193-120B-B0AB-14EA4198110A}"/>
              </a:ext>
              <a:ext uri="{C183D7F6-B498-43B3-948B-1728B52AA6E4}">
                <adec:decorative xmlns:adec="http://schemas.microsoft.com/office/drawing/2017/decorative" val="1"/>
              </a:ext>
            </a:extLst>
          </p:cNvPr>
          <p:cNvGrpSpPr/>
          <p:nvPr/>
        </p:nvGrpSpPr>
        <p:grpSpPr>
          <a:xfrm>
            <a:off x="5334000" y="765175"/>
            <a:ext cx="6091238" cy="4724938"/>
            <a:chOff x="5079999" y="778055"/>
            <a:chExt cx="6336295" cy="4915027"/>
          </a:xfrm>
        </p:grpSpPr>
        <p:pic>
          <p:nvPicPr>
            <p:cNvPr id="29" name="Picture 28" descr="Microsoft PowerPoint screenshot providing the view after clicking File, then New.">
              <a:extLst>
                <a:ext uri="{FF2B5EF4-FFF2-40B4-BE49-F238E27FC236}">
                  <a16:creationId xmlns:a16="http://schemas.microsoft.com/office/drawing/2014/main" id="{FFF98E12-95B4-F3C8-A1FE-696E84C7A5B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079999" y="778055"/>
              <a:ext cx="6336295" cy="4915027"/>
            </a:xfrm>
            <a:prstGeom prst="roundRect">
              <a:avLst>
                <a:gd name="adj" fmla="val 0"/>
              </a:avLst>
            </a:prstGeom>
            <a:effectLst>
              <a:outerShdw blurRad="50800" dist="38100" dir="2700000" algn="tl" rotWithShape="0">
                <a:prstClr val="black">
                  <a:alpha val="40000"/>
                </a:prstClr>
              </a:outerShdw>
            </a:effectLst>
          </p:spPr>
        </p:pic>
        <p:sp>
          <p:nvSpPr>
            <p:cNvPr id="31" name="TextBox 30">
              <a:extLst>
                <a:ext uri="{FF2B5EF4-FFF2-40B4-BE49-F238E27FC236}">
                  <a16:creationId xmlns:a16="http://schemas.microsoft.com/office/drawing/2014/main" id="{18F54013-5E02-B5A1-F6E2-5742E31600A9}"/>
                </a:ext>
              </a:extLst>
            </p:cNvPr>
            <p:cNvSpPr txBox="1"/>
            <p:nvPr/>
          </p:nvSpPr>
          <p:spPr>
            <a:xfrm>
              <a:off x="9271913" y="5197309"/>
              <a:ext cx="1499919" cy="292440"/>
            </a:xfrm>
            <a:prstGeom prst="rect">
              <a:avLst/>
            </a:prstGeom>
            <a:solidFill>
              <a:srgbClr val="F3F3F3"/>
            </a:solidFill>
          </p:spPr>
          <p:txBody>
            <a:bodyPr vert="horz" wrap="square" lIns="0" tIns="0" rIns="0" bIns="0" rtlCol="0" anchor="t" anchorCtr="0">
              <a:normAutofit/>
            </a:bodyPr>
            <a:lstStyle/>
            <a:p>
              <a:pPr algn="l"/>
              <a:r>
                <a:rPr lang="en-US" sz="900" b="1" spc="-20">
                  <a:solidFill>
                    <a:srgbClr val="252525"/>
                  </a:solidFill>
                  <a:latin typeface="Segoe UI" panose="020B0502040204020203" pitchFamily="34" charset="0"/>
                  <a:ea typeface="Segoe UI Black" panose="020B0A02040204020203" pitchFamily="34" charset="0"/>
                  <a:cs typeface="Segoe UI" panose="020B0502040204020203" pitchFamily="34" charset="0"/>
                </a:rPr>
                <a:t>EN-CGI-Standard-presentation-template…</a:t>
              </a:r>
            </a:p>
          </p:txBody>
        </p:sp>
        <p:sp>
          <p:nvSpPr>
            <p:cNvPr id="32" name="TextBox 31">
              <a:extLst>
                <a:ext uri="{FF2B5EF4-FFF2-40B4-BE49-F238E27FC236}">
                  <a16:creationId xmlns:a16="http://schemas.microsoft.com/office/drawing/2014/main" id="{358A08C5-5133-C5D1-42ED-93FBBE76086A}"/>
                </a:ext>
              </a:extLst>
            </p:cNvPr>
            <p:cNvSpPr txBox="1"/>
            <p:nvPr/>
          </p:nvSpPr>
          <p:spPr>
            <a:xfrm>
              <a:off x="7127532" y="5197309"/>
              <a:ext cx="1499919" cy="292440"/>
            </a:xfrm>
            <a:prstGeom prst="rect">
              <a:avLst/>
            </a:prstGeom>
            <a:solidFill>
              <a:srgbClr val="F3F3F3"/>
            </a:solidFill>
          </p:spPr>
          <p:txBody>
            <a:bodyPr vert="horz" wrap="square" lIns="0" tIns="0" rIns="0" bIns="0" rtlCol="0" anchor="t" anchorCtr="0">
              <a:normAutofit/>
            </a:bodyPr>
            <a:lstStyle/>
            <a:p>
              <a:pPr algn="l"/>
              <a:r>
                <a:rPr lang="en-US" sz="900" b="1" spc="-20">
                  <a:solidFill>
                    <a:srgbClr val="252525"/>
                  </a:solidFill>
                  <a:latin typeface="Segoe UI" panose="020B0502040204020203" pitchFamily="34" charset="0"/>
                  <a:ea typeface="Segoe UI Black" panose="020B0A02040204020203" pitchFamily="34" charset="0"/>
                  <a:cs typeface="Segoe UI" panose="020B0502040204020203" pitchFamily="34" charset="0"/>
                </a:rPr>
                <a:t>EN-CGI-Timesaver-template…</a:t>
              </a:r>
            </a:p>
          </p:txBody>
        </p:sp>
        <p:sp>
          <p:nvSpPr>
            <p:cNvPr id="26" name="TextBox 25">
              <a:extLst>
                <a:ext uri="{FF2B5EF4-FFF2-40B4-BE49-F238E27FC236}">
                  <a16:creationId xmlns:a16="http://schemas.microsoft.com/office/drawing/2014/main" id="{D6850054-A903-2475-B0A7-2C90A7D596CC}"/>
                </a:ext>
              </a:extLst>
            </p:cNvPr>
            <p:cNvSpPr txBox="1"/>
            <p:nvPr/>
          </p:nvSpPr>
          <p:spPr>
            <a:xfrm>
              <a:off x="9296015" y="2726726"/>
              <a:ext cx="1499919" cy="292440"/>
            </a:xfrm>
            <a:prstGeom prst="rect">
              <a:avLst/>
            </a:prstGeom>
            <a:solidFill>
              <a:srgbClr val="D2D2D2"/>
            </a:solidFill>
          </p:spPr>
          <p:txBody>
            <a:bodyPr vert="horz" wrap="square" lIns="0" tIns="0" rIns="0" bIns="0" rtlCol="0" anchor="t" anchorCtr="0">
              <a:normAutofit/>
            </a:bodyPr>
            <a:lstStyle/>
            <a:p>
              <a:pPr algn="l"/>
              <a:r>
                <a:rPr lang="en-US" sz="900" b="1" spc="-20">
                  <a:solidFill>
                    <a:srgbClr val="252525"/>
                  </a:solidFill>
                  <a:latin typeface="Segoe UI" panose="020B0502040204020203" pitchFamily="34" charset="0"/>
                  <a:ea typeface="Segoe UI Black" panose="020B0A02040204020203" pitchFamily="34" charset="0"/>
                  <a:cs typeface="Segoe UI" panose="020B0502040204020203" pitchFamily="34" charset="0"/>
                </a:rPr>
                <a:t>EN-CGI-Timesaver-template…</a:t>
              </a:r>
            </a:p>
          </p:txBody>
        </p:sp>
        <p:pic>
          <p:nvPicPr>
            <p:cNvPr id="6" name="Picture 5">
              <a:extLst>
                <a:ext uri="{FF2B5EF4-FFF2-40B4-BE49-F238E27FC236}">
                  <a16:creationId xmlns:a16="http://schemas.microsoft.com/office/drawing/2014/main" id="{369CBB18-ABE1-68B2-C535-4D08A680264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077550" y="3997542"/>
              <a:ext cx="1986314" cy="1115999"/>
            </a:xfrm>
            <a:prstGeom prst="rect">
              <a:avLst/>
            </a:prstGeom>
            <a:ln>
              <a:solidFill>
                <a:schemeClr val="bg1">
                  <a:lumMod val="75000"/>
                </a:schemeClr>
              </a:solidFill>
            </a:ln>
          </p:spPr>
        </p:pic>
        <p:pic>
          <p:nvPicPr>
            <p:cNvPr id="10" name="Picture 9">
              <a:extLst>
                <a:ext uri="{FF2B5EF4-FFF2-40B4-BE49-F238E27FC236}">
                  <a16:creationId xmlns:a16="http://schemas.microsoft.com/office/drawing/2014/main" id="{115CA2AE-DA60-A3C3-8DE4-AA4F695A04E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884231" y="3997785"/>
              <a:ext cx="1985450" cy="1115514"/>
            </a:xfrm>
            <a:prstGeom prst="rect">
              <a:avLst/>
            </a:prstGeom>
            <a:ln>
              <a:solidFill>
                <a:schemeClr val="bg1">
                  <a:lumMod val="75000"/>
                </a:schemeClr>
              </a:solidFill>
            </a:ln>
          </p:spPr>
        </p:pic>
        <p:pic>
          <p:nvPicPr>
            <p:cNvPr id="12" name="Picture 11">
              <a:extLst>
                <a:ext uri="{FF2B5EF4-FFF2-40B4-BE49-F238E27FC236}">
                  <a16:creationId xmlns:a16="http://schemas.microsoft.com/office/drawing/2014/main" id="{A0DA6536-59B9-2252-C062-EED96BB711A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077104" y="1519391"/>
              <a:ext cx="1985450" cy="1115514"/>
            </a:xfrm>
            <a:prstGeom prst="rect">
              <a:avLst/>
            </a:prstGeom>
            <a:ln>
              <a:solidFill>
                <a:schemeClr val="bg1">
                  <a:lumMod val="75000"/>
                </a:schemeClr>
              </a:solidFill>
            </a:ln>
          </p:spPr>
        </p:pic>
      </p:grpSp>
    </p:spTree>
    <p:extLst>
      <p:ext uri="{BB962C8B-B14F-4D97-AF65-F5344CB8AC3E}">
        <p14:creationId xmlns:p14="http://schemas.microsoft.com/office/powerpoint/2010/main" val="216856802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1706-8DC0-5886-2EA9-281B6B9E87BB}"/>
              </a:ext>
            </a:extLst>
          </p:cNvPr>
          <p:cNvSpPr>
            <a:spLocks noGrp="1"/>
          </p:cNvSpPr>
          <p:nvPr>
            <p:ph type="title"/>
          </p:nvPr>
        </p:nvSpPr>
        <p:spPr>
          <a:xfrm>
            <a:off x="766763" y="682514"/>
            <a:ext cx="10658475" cy="532765"/>
          </a:xfrm>
          <a:noFill/>
        </p:spPr>
        <p:txBody>
          <a:bodyPr/>
          <a:lstStyle/>
          <a:p>
            <a:r>
              <a:rPr lang="en-US" noProof="0"/>
              <a:t>Advancing accessibility</a:t>
            </a:r>
          </a:p>
        </p:txBody>
      </p:sp>
      <p:sp>
        <p:nvSpPr>
          <p:cNvPr id="3" name="Content Placeholder 2">
            <a:extLst>
              <a:ext uri="{FF2B5EF4-FFF2-40B4-BE49-F238E27FC236}">
                <a16:creationId xmlns:a16="http://schemas.microsoft.com/office/drawing/2014/main" id="{4AE3E130-FADA-6A3A-BDB3-12C6C3ACF0D5}"/>
              </a:ext>
            </a:extLst>
          </p:cNvPr>
          <p:cNvSpPr>
            <a:spLocks noGrp="1"/>
          </p:cNvSpPr>
          <p:nvPr>
            <p:ph sz="quarter" idx="17"/>
          </p:nvPr>
        </p:nvSpPr>
        <p:spPr>
          <a:xfrm>
            <a:off x="766763" y="1527176"/>
            <a:ext cx="6853237" cy="4565650"/>
          </a:xfrm>
        </p:spPr>
        <p:txBody>
          <a:bodyPr/>
          <a:lstStyle/>
          <a:p>
            <a:r>
              <a:rPr lang="en-US" sz="1400">
                <a:ea typeface="Calibri" panose="020F0502020204030204" pitchFamily="34" charset="0"/>
              </a:rPr>
              <a:t>As part of our commitment to </a:t>
            </a:r>
            <a:r>
              <a:rPr lang="en-US" sz="1400">
                <a:effectLst/>
                <a:ea typeface="Calibri" panose="020F0502020204030204" pitchFamily="34" charset="0"/>
              </a:rPr>
              <a:t>diversity, equity and inclusion, we are working to embrace digital accessibility principles. </a:t>
            </a:r>
            <a:r>
              <a:rPr lang="en-US" sz="1400" noProof="0"/>
              <a:t>This template has been updated with accessibility improvements, and the journey will continue. </a:t>
            </a:r>
            <a:endParaRPr lang="en-US" sz="1400"/>
          </a:p>
          <a:p>
            <a:pPr marL="0" lvl="1" indent="0">
              <a:buNone/>
            </a:pPr>
            <a:r>
              <a:rPr lang="en-US" sz="1400">
                <a:latin typeface="+mn-lt"/>
              </a:rPr>
              <a:t>Ensuring </a:t>
            </a:r>
            <a:r>
              <a:rPr lang="en-US" sz="1400" noProof="0">
                <a:latin typeface="+mn-lt"/>
              </a:rPr>
              <a:t>accessibility needs your help</a:t>
            </a:r>
            <a:r>
              <a:rPr lang="en-US" sz="1400">
                <a:latin typeface="+mn-lt"/>
              </a:rPr>
              <a:t>. Visit the </a:t>
            </a:r>
            <a:r>
              <a:rPr lang="en-US" sz="1400">
                <a:latin typeface="+mn-lt"/>
                <a:hlinkClick r:id="rId3"/>
              </a:rPr>
              <a:t>Digital accessibility</a:t>
            </a:r>
            <a:r>
              <a:rPr lang="en-US" sz="1400">
                <a:latin typeface="+mn-lt"/>
              </a:rPr>
              <a:t> section on </a:t>
            </a:r>
            <a:r>
              <a:rPr lang="en-US" sz="1400">
                <a:latin typeface="+mn-lt"/>
                <a:hlinkClick r:id="rId4"/>
              </a:rPr>
              <a:t>Brand Source</a:t>
            </a:r>
            <a:r>
              <a:rPr lang="en-US" sz="1400">
                <a:latin typeface="+mn-lt"/>
              </a:rPr>
              <a:t> and follow these tips: </a:t>
            </a:r>
          </a:p>
          <a:p>
            <a:pPr marL="0" lvl="1" indent="0">
              <a:buNone/>
            </a:pPr>
            <a:endParaRPr lang="en-US" sz="1400">
              <a:highlight>
                <a:srgbClr val="FFFF00"/>
              </a:highlight>
              <a:latin typeface="+mn-lt"/>
            </a:endParaRPr>
          </a:p>
          <a:p>
            <a:pPr marL="0" lvl="1" indent="0">
              <a:buNone/>
            </a:pPr>
            <a:r>
              <a:rPr lang="en-US" sz="1400"/>
              <a:t>Use t</a:t>
            </a:r>
            <a:r>
              <a:rPr lang="en-US" sz="1400" noProof="0"/>
              <a:t>he built-in </a:t>
            </a:r>
            <a:r>
              <a:rPr lang="en-US" sz="1400" b="1" noProof="0"/>
              <a:t>Microsoft Accessibility Checker </a:t>
            </a:r>
            <a:r>
              <a:rPr lang="en-US" sz="1400" noProof="0"/>
              <a:t>to perform a high-level check. </a:t>
            </a:r>
            <a:br>
              <a:rPr lang="en-US" sz="1400" noProof="0"/>
            </a:br>
            <a:r>
              <a:rPr lang="en-US" sz="1400" noProof="0"/>
              <a:t>In the top ribbon, click on the Review tab &gt; Check Accessibility. </a:t>
            </a:r>
          </a:p>
          <a:p>
            <a:endParaRPr lang="en-US" sz="1400" noProof="0"/>
          </a:p>
          <a:p>
            <a:endParaRPr lang="en-US" sz="1400" noProof="0"/>
          </a:p>
          <a:p>
            <a:endParaRPr lang="en-US" sz="1400"/>
          </a:p>
          <a:p>
            <a:endParaRPr lang="en-US" sz="1400" noProof="0"/>
          </a:p>
          <a:p>
            <a:br>
              <a:rPr lang="en-US" sz="1400" noProof="0"/>
            </a:br>
            <a:r>
              <a:rPr lang="en-US" sz="1400" noProof="0"/>
              <a:t>The tool will flag elements that are not accessible and guide you through required updates, e.g., add alternative text for images, update the reading order, add unique slide titles, and more. </a:t>
            </a:r>
          </a:p>
          <a:p>
            <a:r>
              <a:rPr lang="en-US" sz="1400" noProof="0"/>
              <a:t>Also be sure to </a:t>
            </a:r>
            <a:r>
              <a:rPr lang="en-US" sz="1400" b="1" noProof="0"/>
              <a:t>use document titles </a:t>
            </a:r>
            <a:r>
              <a:rPr lang="en-US" sz="1400"/>
              <a:t>that</a:t>
            </a:r>
            <a:r>
              <a:rPr lang="en-US" sz="1400" noProof="0"/>
              <a:t> inform users of the document’s purpose. </a:t>
            </a:r>
            <a:br>
              <a:rPr lang="en-US" sz="1400" noProof="0"/>
            </a:br>
            <a:r>
              <a:rPr lang="en-US" sz="1400" noProof="0"/>
              <a:t>To update titles, in the top ribbon, navigate to and select File &gt; Info &gt; Properties. </a:t>
            </a:r>
            <a:br>
              <a:rPr lang="en-US" sz="1400" noProof="0"/>
            </a:br>
            <a:r>
              <a:rPr lang="en-US" sz="1400" noProof="0"/>
              <a:t>Enter a meaningful phrase in the Title field.</a:t>
            </a:r>
          </a:p>
        </p:txBody>
      </p:sp>
      <p:grpSp>
        <p:nvGrpSpPr>
          <p:cNvPr id="13" name="Group 12" descr="Microsoft PowerPoint Review tab highlighting the Check Accessibility feature.">
            <a:extLst>
              <a:ext uri="{FF2B5EF4-FFF2-40B4-BE49-F238E27FC236}">
                <a16:creationId xmlns:a16="http://schemas.microsoft.com/office/drawing/2014/main" id="{6378E22D-1CC5-4799-DD41-9EBAD2F1FB3C}"/>
              </a:ext>
            </a:extLst>
          </p:cNvPr>
          <p:cNvGrpSpPr/>
          <p:nvPr/>
        </p:nvGrpSpPr>
        <p:grpSpPr>
          <a:xfrm>
            <a:off x="766762" y="3614146"/>
            <a:ext cx="5329238" cy="867319"/>
            <a:chOff x="766762" y="3808411"/>
            <a:chExt cx="5966234" cy="938193"/>
          </a:xfrm>
        </p:grpSpPr>
        <p:pic>
          <p:nvPicPr>
            <p:cNvPr id="9" name="Picture 8">
              <a:extLst>
                <a:ext uri="{FF2B5EF4-FFF2-40B4-BE49-F238E27FC236}">
                  <a16:creationId xmlns:a16="http://schemas.microsoft.com/office/drawing/2014/main" id="{E1BE833A-7253-375D-5E1D-9DCAFC57F22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66762" y="3808411"/>
              <a:ext cx="5966234" cy="938193"/>
            </a:xfrm>
            <a:prstGeom prst="rect">
              <a:avLst/>
            </a:prstGeom>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F0DB559F-8410-2671-C1AC-476AC9AEE371}"/>
                </a:ext>
              </a:extLst>
            </p:cNvPr>
            <p:cNvSpPr/>
            <p:nvPr/>
          </p:nvSpPr>
          <p:spPr bwMode="gray">
            <a:xfrm>
              <a:off x="1734671" y="4067735"/>
              <a:ext cx="813547" cy="678869"/>
            </a:xfrm>
            <a:prstGeom prst="rect">
              <a:avLst/>
            </a:prstGeom>
            <a:noFill/>
            <a:ln w="28575" algn="ctr">
              <a:solidFill>
                <a:srgbClr val="E31937"/>
              </a:solidFill>
              <a:miter lim="800000"/>
              <a:headEnd/>
              <a:tailEnd/>
            </a:ln>
            <a:effectLst/>
          </p:spPr>
          <p:txBody>
            <a:bodyPr lIns="63500" tIns="0" rIns="64800" bIns="0" rtlCol="0" anchor="ctr"/>
            <a:lstStyle/>
            <a:p>
              <a:pPr algn="ctr">
                <a:spcBef>
                  <a:spcPct val="0"/>
                </a:spcBef>
                <a:buClrTx/>
                <a:buSzPct val="90000"/>
              </a:pPr>
              <a:endParaRPr lang="en-CA" sz="1600" b="1">
                <a:solidFill>
                  <a:schemeClr val="bg1"/>
                </a:solidFill>
                <a:cs typeface="Arial" pitchFamily="34" charset="0"/>
              </a:endParaRPr>
            </a:p>
          </p:txBody>
        </p:sp>
        <p:sp>
          <p:nvSpPr>
            <p:cNvPr id="12" name="Rectangle 11">
              <a:extLst>
                <a:ext uri="{FF2B5EF4-FFF2-40B4-BE49-F238E27FC236}">
                  <a16:creationId xmlns:a16="http://schemas.microsoft.com/office/drawing/2014/main" id="{72A741BB-948E-90E3-A298-7174B6444F30}"/>
                </a:ext>
              </a:extLst>
            </p:cNvPr>
            <p:cNvSpPr/>
            <p:nvPr/>
          </p:nvSpPr>
          <p:spPr bwMode="gray">
            <a:xfrm>
              <a:off x="6017559" y="3812242"/>
              <a:ext cx="490817" cy="255494"/>
            </a:xfrm>
            <a:prstGeom prst="rect">
              <a:avLst/>
            </a:prstGeom>
            <a:noFill/>
            <a:ln w="28575" algn="ctr">
              <a:solidFill>
                <a:srgbClr val="E31937"/>
              </a:solidFill>
              <a:miter lim="800000"/>
              <a:headEnd/>
              <a:tailEnd/>
            </a:ln>
            <a:effectLst/>
          </p:spPr>
          <p:txBody>
            <a:bodyPr lIns="63500" tIns="0" rIns="64800" bIns="0" rtlCol="0" anchor="ctr"/>
            <a:lstStyle/>
            <a:p>
              <a:pPr algn="ctr">
                <a:spcBef>
                  <a:spcPct val="0"/>
                </a:spcBef>
                <a:buClrTx/>
                <a:buSzPct val="90000"/>
              </a:pPr>
              <a:endParaRPr lang="en-CA" sz="1600" b="1">
                <a:solidFill>
                  <a:schemeClr val="bg1"/>
                </a:solidFill>
                <a:cs typeface="Arial" pitchFamily="34" charset="0"/>
              </a:endParaRPr>
            </a:p>
          </p:txBody>
        </p:sp>
      </p:grpSp>
      <p:grpSp>
        <p:nvGrpSpPr>
          <p:cNvPr id="7" name="Group 6" descr="Additional accessibility resources available from Microsoft. Also available in the slide notes.&#10;">
            <a:extLst>
              <a:ext uri="{FF2B5EF4-FFF2-40B4-BE49-F238E27FC236}">
                <a16:creationId xmlns:a16="http://schemas.microsoft.com/office/drawing/2014/main" id="{36154B8E-AD10-D6EB-E567-A0D05A321D30}"/>
              </a:ext>
            </a:extLst>
          </p:cNvPr>
          <p:cNvGrpSpPr/>
          <p:nvPr/>
        </p:nvGrpSpPr>
        <p:grpSpPr>
          <a:xfrm>
            <a:off x="8382000" y="1523999"/>
            <a:ext cx="3043238" cy="4568825"/>
            <a:chOff x="8382000" y="1523999"/>
            <a:chExt cx="3043238" cy="4568825"/>
          </a:xfrm>
        </p:grpSpPr>
        <p:sp>
          <p:nvSpPr>
            <p:cNvPr id="10" name="TextBox 9" descr="Additional accessibility resources available from Microsoft. Also available in the slide notes.&#10;">
              <a:extLst>
                <a:ext uri="{FF2B5EF4-FFF2-40B4-BE49-F238E27FC236}">
                  <a16:creationId xmlns:a16="http://schemas.microsoft.com/office/drawing/2014/main" id="{27352CEB-8275-79E2-EF49-2C2C3FAA4888}"/>
                </a:ext>
              </a:extLst>
            </p:cNvPr>
            <p:cNvSpPr txBox="1"/>
            <p:nvPr/>
          </p:nvSpPr>
          <p:spPr>
            <a:xfrm>
              <a:off x="8382000" y="1523999"/>
              <a:ext cx="3043238" cy="4568825"/>
            </a:xfrm>
            <a:prstGeom prst="rect">
              <a:avLst/>
            </a:prstGeom>
            <a:solidFill>
              <a:schemeClr val="bg1"/>
            </a:solidFill>
            <a:ln w="28575">
              <a:no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180000" tIns="0" rIns="180000" bIns="0" anchor="ctr"/>
            <a:lstStyle>
              <a:defPPr>
                <a:defRPr lang="en-US"/>
              </a:defPPr>
              <a:lvl1pPr indent="0" algn="ctr">
                <a:spcBef>
                  <a:spcPct val="0"/>
                </a:spcBef>
                <a:buSzPct val="90000"/>
                <a:buFont typeface="Arial" pitchFamily="34" charset="0"/>
                <a:buNone/>
                <a:defRPr sz="1400" b="1"/>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a:t>Please also consult these additional accessibility resources from Microsoft:</a:t>
              </a:r>
              <a:br>
                <a:rPr lang="en-US" b="0"/>
              </a:br>
              <a:endParaRPr lang="en-US" b="0"/>
            </a:p>
            <a:p>
              <a:pPr marL="285750" indent="-285750" algn="l">
                <a:buFont typeface="Arial" panose="020B0604020202020204" pitchFamily="34" charset="0"/>
                <a:buChar char="•"/>
              </a:pPr>
              <a:r>
                <a:rPr lang="en-US" b="0"/>
                <a:t>Improve accessibility with </a:t>
              </a:r>
              <a:br>
                <a:rPr lang="en-US" b="0"/>
              </a:br>
              <a:r>
                <a:rPr lang="en-US" b="0"/>
                <a:t>the </a:t>
              </a:r>
              <a:r>
                <a:rPr lang="en-US" b="0">
                  <a:hlinkClick r:id="rId6"/>
                </a:rPr>
                <a:t>Accessibility Checker</a:t>
              </a:r>
              <a:br>
                <a:rPr lang="en-US" b="0"/>
              </a:br>
              <a:endParaRPr lang="en-US" b="0"/>
            </a:p>
            <a:p>
              <a:pPr marL="285750" indent="-285750" algn="l">
                <a:buFont typeface="Arial" panose="020B0604020202020204" pitchFamily="34" charset="0"/>
                <a:buChar char="•"/>
              </a:pPr>
              <a:r>
                <a:rPr lang="en-US" b="0"/>
                <a:t>Make your presentation </a:t>
              </a:r>
              <a:br>
                <a:rPr lang="en-US" b="0"/>
              </a:br>
              <a:r>
                <a:rPr lang="en-US" b="0"/>
                <a:t>work with a </a:t>
              </a:r>
              <a:r>
                <a:rPr lang="en-US" b="0">
                  <a:hlinkClick r:id="rId7"/>
                </a:rPr>
                <a:t>screen reader</a:t>
              </a:r>
              <a:br>
                <a:rPr lang="en-US" b="0"/>
              </a:br>
              <a:endParaRPr lang="en-US" b="0"/>
            </a:p>
            <a:p>
              <a:pPr marL="285750" indent="-285750" algn="l">
                <a:buFont typeface="Arial" panose="020B0604020202020204" pitchFamily="34" charset="0"/>
                <a:buChar char="•"/>
              </a:pPr>
              <a:r>
                <a:rPr lang="en-US" b="0"/>
                <a:t>Make your </a:t>
              </a:r>
              <a:r>
                <a:rPr lang="en-US" b="0">
                  <a:hlinkClick r:id="rId8"/>
                </a:rPr>
                <a:t>PowerPoint presentations accessible </a:t>
              </a:r>
              <a:br>
                <a:rPr lang="en-US" b="0"/>
              </a:br>
              <a:r>
                <a:rPr lang="en-US" b="0"/>
                <a:t>to people with disabilities</a:t>
              </a:r>
              <a:br>
                <a:rPr lang="en-US" b="0"/>
              </a:br>
              <a:endParaRPr lang="en-US" b="0"/>
            </a:p>
            <a:p>
              <a:pPr marL="285750" indent="-285750" algn="l">
                <a:buFont typeface="Arial" panose="020B0604020202020204" pitchFamily="34" charset="0"/>
                <a:buChar char="•"/>
              </a:pPr>
              <a:r>
                <a:rPr lang="en-US" b="0"/>
                <a:t>Make your </a:t>
              </a:r>
              <a:r>
                <a:rPr lang="en-US" b="0">
                  <a:hlinkClick r:id="rId9"/>
                </a:rPr>
                <a:t>presentation </a:t>
              </a:r>
              <a:br>
                <a:rPr lang="en-US" b="0">
                  <a:hlinkClick r:id="rId9"/>
                </a:rPr>
              </a:br>
              <a:r>
                <a:rPr lang="en-US" b="0">
                  <a:hlinkClick r:id="rId9"/>
                </a:rPr>
                <a:t>easier for people</a:t>
              </a:r>
              <a:r>
                <a:rPr lang="en-US" b="0"/>
                <a:t> to see </a:t>
              </a:r>
              <a:br>
                <a:rPr lang="en-US" b="0"/>
              </a:br>
              <a:r>
                <a:rPr lang="en-US" b="0"/>
                <a:t>and understand</a:t>
              </a:r>
            </a:p>
          </p:txBody>
        </p:sp>
        <p:sp>
          <p:nvSpPr>
            <p:cNvPr id="6" name="Rectangle 5">
              <a:extLst>
                <a:ext uri="{FF2B5EF4-FFF2-40B4-BE49-F238E27FC236}">
                  <a16:creationId xmlns:a16="http://schemas.microsoft.com/office/drawing/2014/main" id="{E3AED7EB-6CEF-06E4-97FF-A41BCE823C95}"/>
                </a:ext>
              </a:extLst>
            </p:cNvPr>
            <p:cNvSpPr/>
            <p:nvPr/>
          </p:nvSpPr>
          <p:spPr bwMode="gray">
            <a:xfrm>
              <a:off x="8382000" y="1523999"/>
              <a:ext cx="3042694" cy="84544"/>
            </a:xfrm>
            <a:prstGeom prst="rect">
              <a:avLst/>
            </a:prstGeom>
            <a:gradFill>
              <a:gsLst>
                <a:gs pos="0">
                  <a:srgbClr val="991F3D"/>
                </a:gs>
                <a:gs pos="33000">
                  <a:srgbClr val="E31937"/>
                </a:gs>
                <a:gs pos="66000">
                  <a:srgbClr val="FF6A00"/>
                </a:gs>
                <a:gs pos="100000">
                  <a:srgbClr val="FFCDD2"/>
                </a:gs>
              </a:gsLst>
              <a:lin ang="0" scaled="0"/>
            </a:gradFill>
            <a:ln w="9525" algn="ctr">
              <a:noFill/>
              <a:miter lim="800000"/>
              <a:headEnd/>
              <a:tailEnd/>
            </a:ln>
            <a:effectLst/>
          </p:spPr>
          <p:txBody>
            <a:bodyPr lIns="63500" tIns="0" rIns="64800" bIns="0" rtlCol="0" anchor="ctr"/>
            <a:lstStyle/>
            <a:p>
              <a:pPr algn="ctr">
                <a:spcBef>
                  <a:spcPct val="0"/>
                </a:spcBef>
                <a:buClrTx/>
                <a:buSzPct val="90000"/>
              </a:pPr>
              <a:endParaRPr lang="en-CA" sz="1600" b="1">
                <a:solidFill>
                  <a:schemeClr val="bg1"/>
                </a:solidFill>
                <a:cs typeface="Arial" pitchFamily="34" charset="0"/>
              </a:endParaRPr>
            </a:p>
          </p:txBody>
        </p:sp>
      </p:grpSp>
    </p:spTree>
    <p:extLst>
      <p:ext uri="{BB962C8B-B14F-4D97-AF65-F5344CB8AC3E}">
        <p14:creationId xmlns:p14="http://schemas.microsoft.com/office/powerpoint/2010/main" val="368407100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7204605-B49E-6843-9CD9-CC0C5D0C5E96}"/>
              </a:ext>
            </a:extLst>
          </p:cNvPr>
          <p:cNvSpPr>
            <a:spLocks noGrp="1"/>
          </p:cNvSpPr>
          <p:nvPr>
            <p:ph type="title"/>
          </p:nvPr>
        </p:nvSpPr>
        <p:spPr>
          <a:xfrm>
            <a:off x="765737" y="684000"/>
            <a:ext cx="10659501" cy="531097"/>
          </a:xfrm>
          <a:noFill/>
        </p:spPr>
        <p:txBody>
          <a:bodyPr/>
          <a:lstStyle/>
          <a:p>
            <a:r>
              <a:rPr lang="en-US"/>
              <a:t>CGI colors</a:t>
            </a:r>
          </a:p>
        </p:txBody>
      </p:sp>
      <p:sp>
        <p:nvSpPr>
          <p:cNvPr id="2" name="Text Placeholder 3">
            <a:extLst>
              <a:ext uri="{FF2B5EF4-FFF2-40B4-BE49-F238E27FC236}">
                <a16:creationId xmlns:a16="http://schemas.microsoft.com/office/drawing/2014/main" id="{315619F4-9897-C11B-D828-8CBA88190F48}"/>
              </a:ext>
            </a:extLst>
          </p:cNvPr>
          <p:cNvSpPr txBox="1">
            <a:spLocks/>
          </p:cNvSpPr>
          <p:nvPr/>
        </p:nvSpPr>
        <p:spPr>
          <a:xfrm>
            <a:off x="759206" y="1225577"/>
            <a:ext cx="3851431" cy="337265"/>
          </a:xfrm>
          <a:prstGeom prst="rect">
            <a:avLst/>
          </a:prstGeom>
        </p:spPr>
        <p:txBody>
          <a:bodyPr lIns="0" tIns="0" rIns="0" bIns="0">
            <a:normAutofit/>
          </a:bodyPr>
          <a:lstStyle>
            <a:lvl1pPr marL="0" indent="0" algn="l" defTabSz="914400" rtl="0" eaLnBrk="1" latinLnBrk="0" hangingPunct="1">
              <a:spcBef>
                <a:spcPts val="500"/>
              </a:spcBef>
              <a:buClr>
                <a:schemeClr val="tx1"/>
              </a:buClr>
              <a:buSzPct val="110000"/>
              <a:buFont typeface="Arial" panose="020B0604020202020204" pitchFamily="34" charset="0"/>
              <a:buNone/>
              <a:defRPr sz="2000" kern="1200">
                <a:solidFill>
                  <a:schemeClr val="tx1"/>
                </a:solidFill>
                <a:latin typeface="Arial" pitchFamily="34" charset="0"/>
                <a:ea typeface="+mn-ea"/>
                <a:cs typeface="+mn-cs"/>
              </a:defRPr>
            </a:lvl1pPr>
            <a:lvl2pPr marL="263525" indent="-263525" algn="l" defTabSz="914400" rtl="0" eaLnBrk="1" latinLnBrk="0" hangingPunct="1">
              <a:spcBef>
                <a:spcPts val="500"/>
              </a:spcBef>
              <a:buClr>
                <a:schemeClr val="tx1"/>
              </a:buClr>
              <a:buSzPct val="110000"/>
              <a:buFont typeface="Arial" pitchFamily="34" charset="0"/>
              <a:buChar char="•"/>
              <a:defRPr sz="2000" kern="1200" baseline="0">
                <a:solidFill>
                  <a:schemeClr val="tx1"/>
                </a:solidFill>
                <a:latin typeface="Arial" pitchFamily="34" charset="0"/>
                <a:ea typeface="+mn-ea"/>
                <a:cs typeface="+mn-cs"/>
              </a:defRPr>
            </a:lvl2pPr>
            <a:lvl3pPr marL="536575" indent="-273050" algn="l" defTabSz="914400" rtl="0" eaLnBrk="1" latinLnBrk="0" hangingPunct="1">
              <a:spcBef>
                <a:spcPts val="500"/>
              </a:spcBef>
              <a:buClr>
                <a:schemeClr val="tx1"/>
              </a:buClr>
              <a:buSzPct val="100000"/>
              <a:buFont typeface="Calibri" panose="020F0502020204030204" pitchFamily="34" charset="0"/>
              <a:buChar char="–"/>
              <a:defRPr sz="1800" kern="1200">
                <a:solidFill>
                  <a:schemeClr val="tx1"/>
                </a:solidFill>
                <a:latin typeface="Arial" pitchFamily="34" charset="0"/>
                <a:ea typeface="+mn-ea"/>
                <a:cs typeface="+mn-cs"/>
              </a:defRPr>
            </a:lvl3pPr>
            <a:lvl4pPr marL="811213" indent="-274638" algn="l" defTabSz="914400" rtl="0" eaLnBrk="1" latinLnBrk="0" hangingPunct="1">
              <a:spcBef>
                <a:spcPts val="500"/>
              </a:spcBef>
              <a:buClr>
                <a:schemeClr val="tx1"/>
              </a:buClr>
              <a:buSzPct val="110000"/>
              <a:buFont typeface="Wingdings" pitchFamily="2" charset="2"/>
              <a:buChar char="§"/>
              <a:defRPr sz="1600" kern="1200">
                <a:solidFill>
                  <a:schemeClr val="tx1"/>
                </a:solidFill>
                <a:latin typeface="Arial" pitchFamily="34" charset="0"/>
                <a:ea typeface="+mn-ea"/>
                <a:cs typeface="+mn-cs"/>
              </a:defRPr>
            </a:lvl4pPr>
            <a:lvl5pPr marL="1074738" indent="-263525" algn="l" defTabSz="914400" rtl="0" eaLnBrk="1" latinLnBrk="0" hangingPunct="1">
              <a:spcBef>
                <a:spcPts val="500"/>
              </a:spcBef>
              <a:buClr>
                <a:schemeClr val="tx1"/>
              </a:buClr>
              <a:buSzPct val="110000"/>
              <a:buFont typeface="Courier New" panose="02070309020205020404" pitchFamily="49" charset="0"/>
              <a:buChar char="o"/>
              <a:defRPr sz="1400" kern="1200">
                <a:solidFill>
                  <a:schemeClr val="tx1"/>
                </a:solidFill>
                <a:latin typeface="Arial" pitchFamily="34" charset="0"/>
                <a:ea typeface="+mn-ea"/>
                <a:cs typeface="+mn-cs"/>
              </a:defRPr>
            </a:lvl5pPr>
            <a:lvl6pPr marL="1136650" indent="-215900" algn="l" defTabSz="914400" rtl="0" eaLnBrk="1" latinLnBrk="0" hangingPunct="1">
              <a:spcBef>
                <a:spcPts val="500"/>
              </a:spcBef>
              <a:buClr>
                <a:schemeClr val="accent1"/>
              </a:buClr>
              <a:buFont typeface="Verdana" pitchFamily="34" charset="0"/>
              <a:buChar char="•"/>
              <a:defRPr sz="1400" kern="1200" baseline="0">
                <a:solidFill>
                  <a:schemeClr val="tx1"/>
                </a:solidFill>
                <a:latin typeface="+mn-lt"/>
                <a:ea typeface="+mn-ea"/>
                <a:cs typeface="+mn-cs"/>
              </a:defRPr>
            </a:lvl6pPr>
            <a:lvl7pPr marL="1343025" indent="-228600" algn="l" defTabSz="914400" rtl="0" eaLnBrk="1" latinLnBrk="0" hangingPunct="1">
              <a:spcBef>
                <a:spcPts val="500"/>
              </a:spcBef>
              <a:buClr>
                <a:schemeClr val="tx1">
                  <a:lumMod val="60000"/>
                  <a:lumOff val="40000"/>
                </a:schemeClr>
              </a:buClr>
              <a:buFont typeface="Verdana" pitchFamily="34" charset="0"/>
              <a:buChar char="•"/>
              <a:defRPr sz="14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atin typeface="+mj-lt"/>
              </a:rPr>
              <a:t>Primary colors</a:t>
            </a:r>
          </a:p>
        </p:txBody>
      </p:sp>
      <p:sp>
        <p:nvSpPr>
          <p:cNvPr id="9" name="Rectangle 8">
            <a:extLst>
              <a:ext uri="{FF2B5EF4-FFF2-40B4-BE49-F238E27FC236}">
                <a16:creationId xmlns:a16="http://schemas.microsoft.com/office/drawing/2014/main" id="{B43DD4EB-4A92-25E3-27D5-4B5C64246754}"/>
              </a:ext>
            </a:extLst>
          </p:cNvPr>
          <p:cNvSpPr/>
          <p:nvPr/>
        </p:nvSpPr>
        <p:spPr>
          <a:xfrm>
            <a:off x="766719" y="1561843"/>
            <a:ext cx="10697545" cy="169277"/>
          </a:xfrm>
          <a:prstGeom prst="rect">
            <a:avLst/>
          </a:prstGeom>
        </p:spPr>
        <p:txBody>
          <a:bodyPr wrap="square" lIns="0" tIns="0" rIns="0" bIns="0">
            <a:spAutoFit/>
          </a:bodyPr>
          <a:lstStyle/>
          <a:p>
            <a:r>
              <a:rPr lang="en-US" sz="1100"/>
              <a:t>Access the full </a:t>
            </a:r>
            <a:r>
              <a:rPr lang="en-US" sz="1100">
                <a:hlinkClick r:id="rId3"/>
              </a:rPr>
              <a:t>color principles </a:t>
            </a:r>
            <a:r>
              <a:rPr lang="en-US" sz="1100"/>
              <a:t>on Brand Source. </a:t>
            </a:r>
          </a:p>
        </p:txBody>
      </p:sp>
      <p:sp>
        <p:nvSpPr>
          <p:cNvPr id="32" name="Rectangle 31">
            <a:extLst>
              <a:ext uri="{FF2B5EF4-FFF2-40B4-BE49-F238E27FC236}">
                <a16:creationId xmlns:a16="http://schemas.microsoft.com/office/drawing/2014/main" id="{8AFA82AB-5334-57DA-A9DA-A31F2D3048E7}"/>
              </a:ext>
            </a:extLst>
          </p:cNvPr>
          <p:cNvSpPr>
            <a:spLocks/>
          </p:cNvSpPr>
          <p:nvPr/>
        </p:nvSpPr>
        <p:spPr bwMode="gray">
          <a:xfrm>
            <a:off x="766763" y="1841026"/>
            <a:ext cx="1728000" cy="648000"/>
          </a:xfrm>
          <a:prstGeom prst="rect">
            <a:avLst/>
          </a:prstGeom>
          <a:solidFill>
            <a:srgbClr val="E31937"/>
          </a:solidFill>
          <a:ln w="9525" algn="ctr">
            <a:solidFill>
              <a:srgbClr val="E31937"/>
            </a:solidFill>
            <a:miter lim="800000"/>
            <a:headEnd/>
            <a:tailEnd/>
          </a:ln>
          <a:effectLst/>
        </p:spPr>
        <p:txBody>
          <a:bodyPr lIns="72000" tIns="72000" rIns="72000" bIns="54000" rtlCol="0" anchor="ctr"/>
          <a:lstStyle/>
          <a:p>
            <a:pPr>
              <a:lnSpc>
                <a:spcPct val="90000"/>
              </a:lnSpc>
              <a:spcAft>
                <a:spcPts val="500"/>
              </a:spcAft>
            </a:pPr>
            <a:r>
              <a:rPr lang="en-US" sz="1000" b="1">
                <a:solidFill>
                  <a:schemeClr val="bg1"/>
                </a:solidFill>
                <a:latin typeface="+mj-lt"/>
              </a:rPr>
              <a:t>RED</a:t>
            </a:r>
          </a:p>
          <a:p>
            <a:pPr>
              <a:lnSpc>
                <a:spcPct val="90000"/>
              </a:lnSpc>
            </a:pPr>
            <a:r>
              <a:rPr lang="en-US" sz="800">
                <a:solidFill>
                  <a:schemeClr val="bg1"/>
                </a:solidFill>
              </a:rPr>
              <a:t>R227 G25 B55 </a:t>
            </a:r>
          </a:p>
          <a:p>
            <a:pPr>
              <a:lnSpc>
                <a:spcPct val="90000"/>
              </a:lnSpc>
            </a:pPr>
            <a:r>
              <a:rPr lang="en-US" sz="800" b="1">
                <a:solidFill>
                  <a:schemeClr val="bg1"/>
                </a:solidFill>
              </a:rPr>
              <a:t>HEX</a:t>
            </a:r>
            <a:r>
              <a:rPr lang="en-US" sz="800">
                <a:solidFill>
                  <a:schemeClr val="bg1"/>
                </a:solidFill>
              </a:rPr>
              <a:t> #e31937</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29" name="Rectangle 28">
            <a:extLst>
              <a:ext uri="{FF2B5EF4-FFF2-40B4-BE49-F238E27FC236}">
                <a16:creationId xmlns:a16="http://schemas.microsoft.com/office/drawing/2014/main" id="{FBC99CD4-759A-6377-7F91-D63055A2E439}"/>
              </a:ext>
            </a:extLst>
          </p:cNvPr>
          <p:cNvSpPr>
            <a:spLocks/>
          </p:cNvSpPr>
          <p:nvPr/>
        </p:nvSpPr>
        <p:spPr bwMode="gray">
          <a:xfrm>
            <a:off x="2557176" y="1841026"/>
            <a:ext cx="1728000" cy="648000"/>
          </a:xfrm>
          <a:prstGeom prst="rect">
            <a:avLst/>
          </a:prstGeom>
          <a:solidFill>
            <a:srgbClr val="5236AB"/>
          </a:solidFill>
          <a:ln w="9525" algn="ctr">
            <a:solidFill>
              <a:srgbClr val="5236AB"/>
            </a:solidFill>
            <a:miter lim="800000"/>
            <a:headEnd/>
            <a:tailEnd/>
          </a:ln>
          <a:effectLst/>
        </p:spPr>
        <p:txBody>
          <a:bodyPr lIns="72000" tIns="72000" rIns="72000" bIns="54000" rtlCol="0" anchor="ctr"/>
          <a:lstStyle/>
          <a:p>
            <a:pPr>
              <a:lnSpc>
                <a:spcPct val="90000"/>
              </a:lnSpc>
              <a:spcAft>
                <a:spcPts val="500"/>
              </a:spcAft>
            </a:pPr>
            <a:r>
              <a:rPr lang="en-US" sz="1000" b="1">
                <a:solidFill>
                  <a:schemeClr val="bg1"/>
                </a:solidFill>
                <a:latin typeface="+mj-lt"/>
              </a:rPr>
              <a:t>PURPLE</a:t>
            </a:r>
            <a:endParaRPr lang="en-US" sz="800" b="1">
              <a:solidFill>
                <a:schemeClr val="bg1"/>
              </a:solidFill>
              <a:latin typeface="+mj-lt"/>
            </a:endParaRPr>
          </a:p>
          <a:p>
            <a:pPr>
              <a:lnSpc>
                <a:spcPct val="90000"/>
              </a:lnSpc>
            </a:pPr>
            <a:r>
              <a:rPr lang="en-US" sz="800">
                <a:solidFill>
                  <a:schemeClr val="bg1"/>
                </a:solidFill>
              </a:rPr>
              <a:t>R82 G54 B171 </a:t>
            </a:r>
          </a:p>
          <a:p>
            <a:pPr>
              <a:lnSpc>
                <a:spcPct val="90000"/>
              </a:lnSpc>
            </a:pPr>
            <a:r>
              <a:rPr lang="en-US" sz="800" b="1">
                <a:solidFill>
                  <a:schemeClr val="bg1"/>
                </a:solidFill>
              </a:rPr>
              <a:t>HEX</a:t>
            </a:r>
            <a:r>
              <a:rPr lang="en-US" sz="800">
                <a:solidFill>
                  <a:schemeClr val="bg1"/>
                </a:solidFill>
              </a:rPr>
              <a:t> #5236ab</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34" name="Rectangle 33">
            <a:extLst>
              <a:ext uri="{FF2B5EF4-FFF2-40B4-BE49-F238E27FC236}">
                <a16:creationId xmlns:a16="http://schemas.microsoft.com/office/drawing/2014/main" id="{701DE170-F1B1-C511-7E99-7D1F8F4AC46F}"/>
              </a:ext>
            </a:extLst>
          </p:cNvPr>
          <p:cNvSpPr>
            <a:spLocks/>
          </p:cNvSpPr>
          <p:nvPr/>
        </p:nvSpPr>
        <p:spPr bwMode="gray">
          <a:xfrm>
            <a:off x="4347589" y="1841026"/>
            <a:ext cx="1728000" cy="648000"/>
          </a:xfrm>
          <a:prstGeom prst="rect">
            <a:avLst/>
          </a:prstGeom>
          <a:solidFill>
            <a:srgbClr val="FFFFFF"/>
          </a:solidFill>
          <a:ln w="9525" algn="ctr">
            <a:solidFill>
              <a:schemeClr val="tx1">
                <a:lumMod val="50000"/>
                <a:lumOff val="50000"/>
              </a:schemeClr>
            </a:solidFill>
            <a:miter lim="800000"/>
            <a:headEnd/>
            <a:tailEnd/>
          </a:ln>
          <a:effectLst/>
        </p:spPr>
        <p:txBody>
          <a:bodyPr lIns="72000" tIns="72000" rIns="72000" bIns="54000" rtlCol="0" anchor="ctr"/>
          <a:lstStyle/>
          <a:p>
            <a:pPr>
              <a:lnSpc>
                <a:spcPct val="90000"/>
              </a:lnSpc>
              <a:spcAft>
                <a:spcPts val="500"/>
              </a:spcAft>
            </a:pPr>
            <a:r>
              <a:rPr lang="en-US" sz="1000" b="1">
                <a:latin typeface="+mj-lt"/>
              </a:rPr>
              <a:t>WHITE</a:t>
            </a:r>
            <a:endParaRPr lang="en-US" sz="800" b="1">
              <a:latin typeface="+mj-lt"/>
            </a:endParaRPr>
          </a:p>
          <a:p>
            <a:pPr>
              <a:lnSpc>
                <a:spcPct val="90000"/>
              </a:lnSpc>
            </a:pPr>
            <a:r>
              <a:rPr lang="en-US" sz="800"/>
              <a:t>R255 G255 B255 </a:t>
            </a:r>
          </a:p>
          <a:p>
            <a:pPr>
              <a:lnSpc>
                <a:spcPct val="90000"/>
              </a:lnSpc>
            </a:pPr>
            <a:r>
              <a:rPr lang="en-US" sz="800" b="1"/>
              <a:t>HEX </a:t>
            </a:r>
            <a:r>
              <a:rPr lang="en-US" sz="800"/>
              <a:t>#ffffff </a:t>
            </a:r>
          </a:p>
          <a:p>
            <a:pPr marL="99450" indent="-99450">
              <a:lnSpc>
                <a:spcPct val="90000"/>
              </a:lnSpc>
              <a:spcBef>
                <a:spcPts val="200"/>
              </a:spcBef>
              <a:buFont typeface=".Hiragino Kaku Gothic Interface W3"/>
              <a:buChar char="◉"/>
            </a:pPr>
            <a:r>
              <a:rPr lang="en-US" sz="700">
                <a:effectLst/>
              </a:rPr>
              <a:t>Use black text</a:t>
            </a:r>
            <a:endParaRPr lang="en-US" sz="600">
              <a:effectLst/>
            </a:endParaRPr>
          </a:p>
        </p:txBody>
      </p:sp>
      <p:sp>
        <p:nvSpPr>
          <p:cNvPr id="35" name="Rectangle 34">
            <a:extLst>
              <a:ext uri="{FF2B5EF4-FFF2-40B4-BE49-F238E27FC236}">
                <a16:creationId xmlns:a16="http://schemas.microsoft.com/office/drawing/2014/main" id="{465688B3-54B4-6BCB-E13F-E04A4A05009B}"/>
              </a:ext>
            </a:extLst>
          </p:cNvPr>
          <p:cNvSpPr>
            <a:spLocks/>
          </p:cNvSpPr>
          <p:nvPr/>
        </p:nvSpPr>
        <p:spPr bwMode="gray">
          <a:xfrm>
            <a:off x="6138002" y="1841026"/>
            <a:ext cx="1728000" cy="648000"/>
          </a:xfrm>
          <a:prstGeom prst="rect">
            <a:avLst/>
          </a:prstGeom>
          <a:solidFill>
            <a:srgbClr val="000000"/>
          </a:solidFill>
          <a:ln w="9525" algn="ctr">
            <a:noFill/>
            <a:miter lim="800000"/>
            <a:headEnd/>
            <a:tailEnd/>
          </a:ln>
          <a:effectLst/>
        </p:spPr>
        <p:txBody>
          <a:bodyPr lIns="72000" tIns="72000" rIns="72000" bIns="54000" rtlCol="0" anchor="ctr"/>
          <a:lstStyle/>
          <a:p>
            <a:pPr>
              <a:lnSpc>
                <a:spcPct val="90000"/>
              </a:lnSpc>
              <a:spcAft>
                <a:spcPts val="500"/>
              </a:spcAft>
            </a:pPr>
            <a:r>
              <a:rPr lang="en-US" sz="1000" b="1">
                <a:solidFill>
                  <a:schemeClr val="bg1"/>
                </a:solidFill>
                <a:latin typeface="+mj-lt"/>
              </a:rPr>
              <a:t>BLACK</a:t>
            </a:r>
          </a:p>
          <a:p>
            <a:pPr>
              <a:lnSpc>
                <a:spcPct val="90000"/>
              </a:lnSpc>
            </a:pPr>
            <a:r>
              <a:rPr lang="en-US" sz="800">
                <a:solidFill>
                  <a:schemeClr val="bg1"/>
                </a:solidFill>
              </a:rPr>
              <a:t>R0 G0 B0 </a:t>
            </a:r>
          </a:p>
          <a:p>
            <a:pPr>
              <a:lnSpc>
                <a:spcPct val="90000"/>
              </a:lnSpc>
            </a:pPr>
            <a:r>
              <a:rPr lang="en-US" sz="800" b="1">
                <a:solidFill>
                  <a:schemeClr val="bg1"/>
                </a:solidFill>
              </a:rPr>
              <a:t>HEX</a:t>
            </a:r>
            <a:r>
              <a:rPr lang="en-US" sz="800">
                <a:solidFill>
                  <a:schemeClr val="bg1"/>
                </a:solidFill>
              </a:rPr>
              <a:t> #000000</a:t>
            </a:r>
          </a:p>
          <a:p>
            <a:pPr marL="99450" indent="-99450">
              <a:lnSpc>
                <a:spcPct val="90000"/>
              </a:lnSpc>
              <a:spcBef>
                <a:spcPts val="200"/>
              </a:spcBef>
              <a:buFont typeface=".Hiragino Kaku Gothic Interface W3"/>
              <a:buChar char="◉"/>
            </a:pPr>
            <a:r>
              <a:rPr lang="en-US" sz="700">
                <a:solidFill>
                  <a:schemeClr val="bg1"/>
                </a:solidFill>
              </a:rPr>
              <a:t>Use white text</a:t>
            </a:r>
            <a:endParaRPr lang="en-US" sz="700">
              <a:solidFill>
                <a:schemeClr val="bg1"/>
              </a:solidFill>
              <a:effectLst/>
            </a:endParaRPr>
          </a:p>
        </p:txBody>
      </p:sp>
      <p:sp>
        <p:nvSpPr>
          <p:cNvPr id="76" name="Rectangle 75">
            <a:extLst>
              <a:ext uri="{FF2B5EF4-FFF2-40B4-BE49-F238E27FC236}">
                <a16:creationId xmlns:a16="http://schemas.microsoft.com/office/drawing/2014/main" id="{CB52AAA2-CA72-C423-24B7-CC8F25EEA06F}"/>
              </a:ext>
            </a:extLst>
          </p:cNvPr>
          <p:cNvSpPr>
            <a:spLocks/>
          </p:cNvSpPr>
          <p:nvPr/>
        </p:nvSpPr>
        <p:spPr bwMode="gray">
          <a:xfrm>
            <a:off x="7928415" y="1841026"/>
            <a:ext cx="1728000" cy="648000"/>
          </a:xfrm>
          <a:prstGeom prst="rect">
            <a:avLst/>
          </a:prstGeom>
          <a:gradFill>
            <a:gsLst>
              <a:gs pos="0">
                <a:srgbClr val="E31937"/>
              </a:gs>
              <a:gs pos="100000">
                <a:srgbClr val="5236AB"/>
              </a:gs>
              <a:gs pos="60000">
                <a:srgbClr val="A82465"/>
              </a:gs>
            </a:gsLst>
            <a:lin ang="10800000" scaled="0"/>
          </a:gradFill>
          <a:ln w="9525" algn="ctr">
            <a:gradFill>
              <a:gsLst>
                <a:gs pos="0">
                  <a:srgbClr val="E31937"/>
                </a:gs>
                <a:gs pos="60000">
                  <a:srgbClr val="A82465"/>
                </a:gs>
                <a:gs pos="100000">
                  <a:srgbClr val="5236AB"/>
                </a:gs>
              </a:gsLst>
              <a:lin ang="10800000" scaled="0"/>
            </a:gradFill>
            <a:miter lim="800000"/>
            <a:headEnd/>
            <a:tailEnd/>
          </a:ln>
          <a:effectLst/>
        </p:spPr>
        <p:txBody>
          <a:bodyPr lIns="72000" tIns="64800" rIns="72000" bIns="54000" rtlCol="0" anchor="t"/>
          <a:lstStyle/>
          <a:p>
            <a:pPr>
              <a:lnSpc>
                <a:spcPct val="90000"/>
              </a:lnSpc>
              <a:spcAft>
                <a:spcPts val="500"/>
              </a:spcAft>
            </a:pPr>
            <a:r>
              <a:rPr lang="en-US" sz="1000" b="1">
                <a:solidFill>
                  <a:schemeClr val="bg1"/>
                </a:solidFill>
                <a:latin typeface="+mj-lt"/>
              </a:rPr>
              <a:t>GRADIENT A</a:t>
            </a:r>
          </a:p>
          <a:p>
            <a:pPr>
              <a:lnSpc>
                <a:spcPct val="90000"/>
              </a:lnSpc>
            </a:pPr>
            <a:r>
              <a:rPr lang="en-US" sz="800">
                <a:solidFill>
                  <a:schemeClr val="bg1"/>
                </a:solidFill>
              </a:rPr>
              <a:t> </a:t>
            </a:r>
          </a:p>
          <a:p>
            <a:pPr>
              <a:lnSpc>
                <a:spcPct val="90000"/>
              </a:lnSpc>
            </a:pPr>
            <a:r>
              <a:rPr lang="en-US" sz="800" b="1">
                <a:solidFill>
                  <a:schemeClr val="bg1"/>
                </a:solidFill>
              </a:rPr>
              <a:t> </a:t>
            </a:r>
            <a:endParaRPr lang="en-US" sz="800">
              <a:solidFill>
                <a:schemeClr val="bg1"/>
              </a:solidFill>
            </a:endParaRPr>
          </a:p>
          <a:p>
            <a:pPr marL="99450" indent="-99450">
              <a:lnSpc>
                <a:spcPct val="90000"/>
              </a:lnSpc>
              <a:spcBef>
                <a:spcPts val="200"/>
              </a:spcBef>
              <a:buFont typeface=".Hiragino Kaku Gothic Interface W3"/>
              <a:buChar char="◉"/>
            </a:pPr>
            <a:r>
              <a:rPr lang="en-US" sz="700">
                <a:solidFill>
                  <a:schemeClr val="bg1"/>
                </a:solidFill>
              </a:rPr>
              <a:t>Use white text</a:t>
            </a:r>
            <a:endParaRPr lang="en-US" sz="900" b="1">
              <a:solidFill>
                <a:schemeClr val="bg1"/>
              </a:solidFill>
              <a:latin typeface="+mj-lt"/>
            </a:endParaRPr>
          </a:p>
        </p:txBody>
      </p:sp>
      <p:sp>
        <p:nvSpPr>
          <p:cNvPr id="77" name="Rectangle 76">
            <a:extLst>
              <a:ext uri="{FF2B5EF4-FFF2-40B4-BE49-F238E27FC236}">
                <a16:creationId xmlns:a16="http://schemas.microsoft.com/office/drawing/2014/main" id="{0E2E9D29-F808-DF2D-7902-704A3FDA7BBB}"/>
              </a:ext>
            </a:extLst>
          </p:cNvPr>
          <p:cNvSpPr>
            <a:spLocks/>
          </p:cNvSpPr>
          <p:nvPr/>
        </p:nvSpPr>
        <p:spPr bwMode="gray">
          <a:xfrm>
            <a:off x="9718826" y="1841026"/>
            <a:ext cx="1728000" cy="648000"/>
          </a:xfrm>
          <a:prstGeom prst="rect">
            <a:avLst/>
          </a:prstGeom>
          <a:gradFill>
            <a:gsLst>
              <a:gs pos="33000">
                <a:srgbClr val="FF6A00"/>
              </a:gs>
              <a:gs pos="66000">
                <a:srgbClr val="E31937"/>
              </a:gs>
              <a:gs pos="100000">
                <a:srgbClr val="991F3D"/>
              </a:gs>
              <a:gs pos="0">
                <a:srgbClr val="FFCDD2"/>
              </a:gs>
            </a:gsLst>
            <a:lin ang="10800000" scaled="0"/>
          </a:gradFill>
          <a:ln w="9525" algn="ctr">
            <a:gradFill>
              <a:gsLst>
                <a:gs pos="0">
                  <a:srgbClr val="FFCDD2"/>
                </a:gs>
                <a:gs pos="33000">
                  <a:srgbClr val="FF6A00"/>
                </a:gs>
                <a:gs pos="66000">
                  <a:srgbClr val="E31937"/>
                </a:gs>
                <a:gs pos="100000">
                  <a:srgbClr val="991F3D"/>
                </a:gs>
              </a:gsLst>
              <a:lin ang="10800000" scaled="0"/>
            </a:gradFill>
            <a:miter lim="800000"/>
            <a:headEnd/>
            <a:tailEnd/>
          </a:ln>
          <a:effectLst/>
        </p:spPr>
        <p:txBody>
          <a:bodyPr lIns="72000" tIns="64800" rIns="72000" bIns="54000" rtlCol="0" anchor="t"/>
          <a:lstStyle/>
          <a:p>
            <a:pPr>
              <a:lnSpc>
                <a:spcPct val="90000"/>
              </a:lnSpc>
              <a:spcAft>
                <a:spcPts val="500"/>
              </a:spcAft>
            </a:pPr>
            <a:r>
              <a:rPr lang="en-US" sz="1000" b="1">
                <a:solidFill>
                  <a:schemeClr val="bg1"/>
                </a:solidFill>
                <a:latin typeface="+mj-lt"/>
              </a:rPr>
              <a:t>GRADIENT B</a:t>
            </a:r>
          </a:p>
          <a:p>
            <a:pPr>
              <a:lnSpc>
                <a:spcPct val="90000"/>
              </a:lnSpc>
            </a:pPr>
            <a:endParaRPr lang="en-US" sz="800">
              <a:solidFill>
                <a:schemeClr val="bg1"/>
              </a:solidFill>
            </a:endParaRPr>
          </a:p>
          <a:p>
            <a:pPr>
              <a:lnSpc>
                <a:spcPct val="90000"/>
              </a:lnSpc>
            </a:pPr>
            <a:r>
              <a:rPr lang="en-US" sz="800" b="1">
                <a:solidFill>
                  <a:schemeClr val="bg1"/>
                </a:solidFill>
              </a:rPr>
              <a:t> </a:t>
            </a:r>
            <a:endParaRPr lang="en-US" sz="800">
              <a:solidFill>
                <a:schemeClr val="bg1"/>
              </a:solidFill>
            </a:endParaRPr>
          </a:p>
          <a:p>
            <a:pPr marL="99450" indent="-99450">
              <a:lnSpc>
                <a:spcPct val="90000"/>
              </a:lnSpc>
              <a:spcBef>
                <a:spcPts val="200"/>
              </a:spcBef>
              <a:buFont typeface=".Hiragino Kaku Gothic Interface W3"/>
              <a:buChar char="◉"/>
            </a:pPr>
            <a:r>
              <a:rPr lang="en-US" sz="700">
                <a:solidFill>
                  <a:schemeClr val="bg1"/>
                </a:solidFill>
              </a:rPr>
              <a:t>Use white text</a:t>
            </a:r>
            <a:endParaRPr lang="en-US" sz="700" b="1">
              <a:solidFill>
                <a:schemeClr val="bg1"/>
              </a:solidFill>
            </a:endParaRPr>
          </a:p>
          <a:p>
            <a:pPr>
              <a:lnSpc>
                <a:spcPct val="90000"/>
              </a:lnSpc>
              <a:spcAft>
                <a:spcPts val="500"/>
              </a:spcAft>
            </a:pPr>
            <a:endParaRPr lang="en-US" sz="800" b="1">
              <a:solidFill>
                <a:schemeClr val="bg1"/>
              </a:solidFill>
              <a:latin typeface="+mj-lt"/>
            </a:endParaRPr>
          </a:p>
        </p:txBody>
      </p:sp>
      <p:sp>
        <p:nvSpPr>
          <p:cNvPr id="16" name="Text Placeholder 3">
            <a:extLst>
              <a:ext uri="{FF2B5EF4-FFF2-40B4-BE49-F238E27FC236}">
                <a16:creationId xmlns:a16="http://schemas.microsoft.com/office/drawing/2014/main" id="{1B95B322-D557-B3A6-623D-FD58487553CE}"/>
              </a:ext>
            </a:extLst>
          </p:cNvPr>
          <p:cNvSpPr txBox="1">
            <a:spLocks/>
          </p:cNvSpPr>
          <p:nvPr/>
        </p:nvSpPr>
        <p:spPr>
          <a:xfrm>
            <a:off x="765736" y="2691350"/>
            <a:ext cx="6030381" cy="337265"/>
          </a:xfrm>
          <a:prstGeom prst="rect">
            <a:avLst/>
          </a:prstGeom>
        </p:spPr>
        <p:txBody>
          <a:bodyPr lIns="0" tIns="0" rIns="0" bIns="0">
            <a:normAutofit/>
          </a:bodyPr>
          <a:lstStyle>
            <a:lvl1pPr marL="0" indent="0" algn="l" defTabSz="914400" rtl="0" eaLnBrk="1" latinLnBrk="0" hangingPunct="1">
              <a:spcBef>
                <a:spcPts val="500"/>
              </a:spcBef>
              <a:buClr>
                <a:schemeClr val="tx1"/>
              </a:buClr>
              <a:buSzPct val="110000"/>
              <a:buFont typeface="Arial" panose="020B0604020202020204" pitchFamily="34" charset="0"/>
              <a:buNone/>
              <a:defRPr sz="2000" kern="1200">
                <a:solidFill>
                  <a:schemeClr val="tx1"/>
                </a:solidFill>
                <a:latin typeface="Arial" pitchFamily="34" charset="0"/>
                <a:ea typeface="+mn-ea"/>
                <a:cs typeface="+mn-cs"/>
              </a:defRPr>
            </a:lvl1pPr>
            <a:lvl2pPr marL="263525" indent="-263525" algn="l" defTabSz="914400" rtl="0" eaLnBrk="1" latinLnBrk="0" hangingPunct="1">
              <a:spcBef>
                <a:spcPts val="500"/>
              </a:spcBef>
              <a:buClr>
                <a:schemeClr val="tx1"/>
              </a:buClr>
              <a:buSzPct val="110000"/>
              <a:buFont typeface="Arial" pitchFamily="34" charset="0"/>
              <a:buChar char="•"/>
              <a:defRPr sz="2000" kern="1200" baseline="0">
                <a:solidFill>
                  <a:schemeClr val="tx1"/>
                </a:solidFill>
                <a:latin typeface="Arial" pitchFamily="34" charset="0"/>
                <a:ea typeface="+mn-ea"/>
                <a:cs typeface="+mn-cs"/>
              </a:defRPr>
            </a:lvl2pPr>
            <a:lvl3pPr marL="536575" indent="-273050" algn="l" defTabSz="914400" rtl="0" eaLnBrk="1" latinLnBrk="0" hangingPunct="1">
              <a:spcBef>
                <a:spcPts val="500"/>
              </a:spcBef>
              <a:buClr>
                <a:schemeClr val="tx1"/>
              </a:buClr>
              <a:buSzPct val="100000"/>
              <a:buFont typeface="Calibri" panose="020F0502020204030204" pitchFamily="34" charset="0"/>
              <a:buChar char="–"/>
              <a:defRPr sz="1800" kern="1200">
                <a:solidFill>
                  <a:schemeClr val="tx1"/>
                </a:solidFill>
                <a:latin typeface="Arial" pitchFamily="34" charset="0"/>
                <a:ea typeface="+mn-ea"/>
                <a:cs typeface="+mn-cs"/>
              </a:defRPr>
            </a:lvl3pPr>
            <a:lvl4pPr marL="811213" indent="-274638" algn="l" defTabSz="914400" rtl="0" eaLnBrk="1" latinLnBrk="0" hangingPunct="1">
              <a:spcBef>
                <a:spcPts val="500"/>
              </a:spcBef>
              <a:buClr>
                <a:schemeClr val="tx1"/>
              </a:buClr>
              <a:buSzPct val="110000"/>
              <a:buFont typeface="Wingdings" pitchFamily="2" charset="2"/>
              <a:buChar char="§"/>
              <a:defRPr sz="1600" kern="1200">
                <a:solidFill>
                  <a:schemeClr val="tx1"/>
                </a:solidFill>
                <a:latin typeface="Arial" pitchFamily="34" charset="0"/>
                <a:ea typeface="+mn-ea"/>
                <a:cs typeface="+mn-cs"/>
              </a:defRPr>
            </a:lvl4pPr>
            <a:lvl5pPr marL="1074738" indent="-263525" algn="l" defTabSz="914400" rtl="0" eaLnBrk="1" latinLnBrk="0" hangingPunct="1">
              <a:spcBef>
                <a:spcPts val="500"/>
              </a:spcBef>
              <a:buClr>
                <a:schemeClr val="tx1"/>
              </a:buClr>
              <a:buSzPct val="110000"/>
              <a:buFont typeface="Courier New" panose="02070309020205020404" pitchFamily="49" charset="0"/>
              <a:buChar char="o"/>
              <a:defRPr sz="1400" kern="1200">
                <a:solidFill>
                  <a:schemeClr val="tx1"/>
                </a:solidFill>
                <a:latin typeface="Arial" pitchFamily="34" charset="0"/>
                <a:ea typeface="+mn-ea"/>
                <a:cs typeface="+mn-cs"/>
              </a:defRPr>
            </a:lvl5pPr>
            <a:lvl6pPr marL="1136650" indent="-215900" algn="l" defTabSz="914400" rtl="0" eaLnBrk="1" latinLnBrk="0" hangingPunct="1">
              <a:spcBef>
                <a:spcPts val="500"/>
              </a:spcBef>
              <a:buClr>
                <a:schemeClr val="accent1"/>
              </a:buClr>
              <a:buFont typeface="Verdana" pitchFamily="34" charset="0"/>
              <a:buChar char="•"/>
              <a:defRPr sz="1400" kern="1200" baseline="0">
                <a:solidFill>
                  <a:schemeClr val="tx1"/>
                </a:solidFill>
                <a:latin typeface="+mn-lt"/>
                <a:ea typeface="+mn-ea"/>
                <a:cs typeface="+mn-cs"/>
              </a:defRPr>
            </a:lvl6pPr>
            <a:lvl7pPr marL="1343025" indent="-228600" algn="l" defTabSz="914400" rtl="0" eaLnBrk="1" latinLnBrk="0" hangingPunct="1">
              <a:spcBef>
                <a:spcPts val="500"/>
              </a:spcBef>
              <a:buClr>
                <a:schemeClr val="tx1">
                  <a:lumMod val="60000"/>
                  <a:lumOff val="40000"/>
                </a:schemeClr>
              </a:buClr>
              <a:buFont typeface="Verdana" pitchFamily="34" charset="0"/>
              <a:buChar char="•"/>
              <a:defRPr sz="1400" kern="1200" baseline="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atin typeface="+mj-lt"/>
              </a:rPr>
              <a:t>Charts and diagrams colors</a:t>
            </a:r>
          </a:p>
        </p:txBody>
      </p:sp>
      <p:sp>
        <p:nvSpPr>
          <p:cNvPr id="19" name="Rectangle 18">
            <a:extLst>
              <a:ext uri="{FF2B5EF4-FFF2-40B4-BE49-F238E27FC236}">
                <a16:creationId xmlns:a16="http://schemas.microsoft.com/office/drawing/2014/main" id="{FAD78CA6-515F-3900-EA1E-05BF04BC4FC4}"/>
              </a:ext>
            </a:extLst>
          </p:cNvPr>
          <p:cNvSpPr/>
          <p:nvPr/>
        </p:nvSpPr>
        <p:spPr>
          <a:xfrm>
            <a:off x="766719" y="3026803"/>
            <a:ext cx="10697545" cy="169277"/>
          </a:xfrm>
          <a:prstGeom prst="rect">
            <a:avLst/>
          </a:prstGeom>
        </p:spPr>
        <p:txBody>
          <a:bodyPr wrap="square" lIns="0" tIns="0" rIns="0" bIns="0">
            <a:spAutoFit/>
          </a:bodyPr>
          <a:lstStyle/>
          <a:p>
            <a:r>
              <a:rPr lang="en-US" sz="1100"/>
              <a:t>These colors are available strictly for creating </a:t>
            </a:r>
            <a:r>
              <a:rPr lang="en-US" sz="1100">
                <a:hlinkClick r:id="rId4"/>
              </a:rPr>
              <a:t>charts and diagrams</a:t>
            </a:r>
            <a:r>
              <a:rPr lang="en-US" sz="1100"/>
              <a:t>. </a:t>
            </a:r>
          </a:p>
        </p:txBody>
      </p:sp>
      <p:grpSp>
        <p:nvGrpSpPr>
          <p:cNvPr id="10" name="Purple shades group" descr="1. Purple shades">
            <a:extLst>
              <a:ext uri="{FF2B5EF4-FFF2-40B4-BE49-F238E27FC236}">
                <a16:creationId xmlns:a16="http://schemas.microsoft.com/office/drawing/2014/main" id="{C991D82B-BD7D-C6A9-1E1C-37CB992B0323}"/>
              </a:ext>
              <a:ext uri="{C183D7F6-B498-43B3-948B-1728B52AA6E4}">
                <adec:decorative xmlns:adec="http://schemas.microsoft.com/office/drawing/2017/decorative" val="0"/>
              </a:ext>
            </a:extLst>
          </p:cNvPr>
          <p:cNvGrpSpPr/>
          <p:nvPr/>
        </p:nvGrpSpPr>
        <p:grpSpPr>
          <a:xfrm>
            <a:off x="765737" y="3468222"/>
            <a:ext cx="1261025" cy="373914"/>
            <a:chOff x="765737" y="3256933"/>
            <a:chExt cx="1261025" cy="373914"/>
          </a:xfrm>
        </p:grpSpPr>
        <p:cxnSp>
          <p:nvCxnSpPr>
            <p:cNvPr id="64" name="Straight Connector 63">
              <a:extLst>
                <a:ext uri="{FF2B5EF4-FFF2-40B4-BE49-F238E27FC236}">
                  <a16:creationId xmlns:a16="http://schemas.microsoft.com/office/drawing/2014/main" id="{46BABBEA-4E66-2A46-BD6A-23DCE786B7F8}"/>
                </a:ext>
                <a:ext uri="{C183D7F6-B498-43B3-948B-1728B52AA6E4}">
                  <adec:decorative xmlns:adec="http://schemas.microsoft.com/office/drawing/2017/decorative" val="1"/>
                </a:ext>
              </a:extLst>
            </p:cNvPr>
            <p:cNvCxnSpPr>
              <a:cxnSpLocks/>
            </p:cNvCxnSpPr>
            <p:nvPr/>
          </p:nvCxnSpPr>
          <p:spPr bwMode="gray">
            <a:xfrm flipH="1">
              <a:off x="766762" y="3630847"/>
              <a:ext cx="1260000" cy="0"/>
            </a:xfrm>
            <a:prstGeom prst="line">
              <a:avLst/>
            </a:prstGeom>
            <a:noFill/>
            <a:ln w="9525">
              <a:solidFill>
                <a:schemeClr val="tx1">
                  <a:lumMod val="50000"/>
                  <a:lumOff val="50000"/>
                </a:schemeClr>
              </a:solidFill>
              <a:round/>
              <a:headEnd/>
              <a:tailEnd/>
            </a:ln>
            <a:effectLst/>
          </p:spPr>
        </p:cxnSp>
        <p:sp>
          <p:nvSpPr>
            <p:cNvPr id="18" name="Rectangle 17">
              <a:extLst>
                <a:ext uri="{FF2B5EF4-FFF2-40B4-BE49-F238E27FC236}">
                  <a16:creationId xmlns:a16="http://schemas.microsoft.com/office/drawing/2014/main" id="{D8AAD534-F686-73EA-DAD0-6CB9BAABBCD1}"/>
                </a:ext>
              </a:extLst>
            </p:cNvPr>
            <p:cNvSpPr/>
            <p:nvPr/>
          </p:nvSpPr>
          <p:spPr>
            <a:xfrm>
              <a:off x="1167371" y="3256933"/>
              <a:ext cx="828000" cy="288000"/>
            </a:xfrm>
            <a:prstGeom prst="rect">
              <a:avLst/>
            </a:prstGeom>
          </p:spPr>
          <p:txBody>
            <a:bodyPr wrap="square" lIns="0" tIns="0" rIns="0" bIns="0" anchor="ctr">
              <a:noAutofit/>
            </a:bodyPr>
            <a:lstStyle/>
            <a:p>
              <a:r>
                <a:rPr lang="en-US" sz="1000" b="1">
                  <a:latin typeface="+mj-lt"/>
                  <a:cs typeface="Arial" panose="020B0604020202020204" pitchFamily="34" charset="0"/>
                </a:rPr>
                <a:t>PURPLE </a:t>
              </a:r>
              <a:br>
                <a:rPr lang="en-US" sz="1000" b="1">
                  <a:latin typeface="+mj-lt"/>
                  <a:cs typeface="Arial" panose="020B0604020202020204" pitchFamily="34" charset="0"/>
                </a:rPr>
              </a:br>
              <a:r>
                <a:rPr lang="en-US" sz="1000" b="1">
                  <a:latin typeface="+mj-lt"/>
                  <a:cs typeface="Arial" panose="020B0604020202020204" pitchFamily="34" charset="0"/>
                </a:rPr>
                <a:t>SHADES</a:t>
              </a:r>
              <a:endParaRPr lang="en-US" sz="1000">
                <a:effectLst/>
                <a:latin typeface="+mj-lt"/>
                <a:cs typeface="Arial" panose="020B0604020202020204" pitchFamily="34" charset="0"/>
              </a:endParaRPr>
            </a:p>
          </p:txBody>
        </p:sp>
        <p:sp>
          <p:nvSpPr>
            <p:cNvPr id="57" name="Oval 56">
              <a:extLst>
                <a:ext uri="{FF2B5EF4-FFF2-40B4-BE49-F238E27FC236}">
                  <a16:creationId xmlns:a16="http://schemas.microsoft.com/office/drawing/2014/main" id="{07D12C70-052E-FB27-B789-B4A58609E2FB}"/>
                </a:ext>
              </a:extLst>
            </p:cNvPr>
            <p:cNvSpPr/>
            <p:nvPr/>
          </p:nvSpPr>
          <p:spPr bwMode="gray">
            <a:xfrm>
              <a:off x="765737" y="3268159"/>
              <a:ext cx="265548" cy="265548"/>
            </a:xfrm>
            <a:prstGeom prst="ellipse">
              <a:avLst/>
            </a:prstGeom>
            <a:noFill/>
            <a:ln w="15875" algn="ctr">
              <a:solidFill>
                <a:schemeClr val="tx1"/>
              </a:solidFill>
              <a:miter lim="800000"/>
              <a:headEnd/>
              <a:tailEnd/>
            </a:ln>
            <a:effectLst/>
          </p:spPr>
          <p:txBody>
            <a:bodyPr lIns="63500" tIns="0" rIns="64800" bIns="0" rtlCol="0" anchor="ctr"/>
            <a:lstStyle/>
            <a:p>
              <a:pPr algn="ctr">
                <a:spcBef>
                  <a:spcPct val="0"/>
                </a:spcBef>
                <a:buClrTx/>
                <a:buSzPct val="90000"/>
              </a:pPr>
              <a:r>
                <a:rPr lang="en-US" sz="1200" b="1">
                  <a:cs typeface="Arial" pitchFamily="34" charset="0"/>
                </a:rPr>
                <a:t>1</a:t>
              </a:r>
            </a:p>
          </p:txBody>
        </p:sp>
      </p:grpSp>
      <p:sp>
        <p:nvSpPr>
          <p:cNvPr id="37" name="Rectangle 36">
            <a:extLst>
              <a:ext uri="{FF2B5EF4-FFF2-40B4-BE49-F238E27FC236}">
                <a16:creationId xmlns:a16="http://schemas.microsoft.com/office/drawing/2014/main" id="{67CB75FD-1063-AA6D-EF08-193FD70C5E66}"/>
              </a:ext>
            </a:extLst>
          </p:cNvPr>
          <p:cNvSpPr>
            <a:spLocks/>
          </p:cNvSpPr>
          <p:nvPr/>
        </p:nvSpPr>
        <p:spPr bwMode="gray">
          <a:xfrm>
            <a:off x="2280780" y="3372238"/>
            <a:ext cx="1260000" cy="468000"/>
          </a:xfrm>
          <a:prstGeom prst="rect">
            <a:avLst/>
          </a:prstGeom>
          <a:solidFill>
            <a:srgbClr val="200A58"/>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R32 G10 B88 </a:t>
            </a:r>
          </a:p>
          <a:p>
            <a:pPr>
              <a:lnSpc>
                <a:spcPct val="90000"/>
              </a:lnSpc>
            </a:pPr>
            <a:r>
              <a:rPr lang="en-US" sz="800" b="1">
                <a:solidFill>
                  <a:schemeClr val="bg1"/>
                </a:solidFill>
              </a:rPr>
              <a:t>HEX</a:t>
            </a:r>
            <a:r>
              <a:rPr lang="en-US" sz="800">
                <a:solidFill>
                  <a:schemeClr val="bg1"/>
                </a:solidFill>
              </a:rPr>
              <a:t> #200a58</a:t>
            </a:r>
          </a:p>
          <a:p>
            <a:pPr marL="99450" indent="-99450">
              <a:lnSpc>
                <a:spcPct val="90000"/>
              </a:lnSpc>
              <a:spcBef>
                <a:spcPts val="200"/>
              </a:spcBef>
              <a:buSzPct val="100000"/>
              <a:buFont typeface=".Hiragino Kaku Gothic Interface W3"/>
              <a:buChar char="◉"/>
            </a:pPr>
            <a:r>
              <a:rPr lang="en-US" sz="700">
                <a:solidFill>
                  <a:schemeClr val="bg1"/>
                </a:solidFill>
              </a:rPr>
              <a:t>Use white text</a:t>
            </a:r>
            <a:endParaRPr lang="en-US" sz="700">
              <a:solidFill>
                <a:schemeClr val="bg1"/>
              </a:solidFill>
              <a:effectLst/>
            </a:endParaRPr>
          </a:p>
        </p:txBody>
      </p:sp>
      <p:sp>
        <p:nvSpPr>
          <p:cNvPr id="45" name="Rectangle 44">
            <a:extLst>
              <a:ext uri="{FF2B5EF4-FFF2-40B4-BE49-F238E27FC236}">
                <a16:creationId xmlns:a16="http://schemas.microsoft.com/office/drawing/2014/main" id="{7361AA75-8B78-A0F4-8E94-2A9299B40D71}"/>
              </a:ext>
            </a:extLst>
          </p:cNvPr>
          <p:cNvSpPr>
            <a:spLocks/>
          </p:cNvSpPr>
          <p:nvPr/>
        </p:nvSpPr>
        <p:spPr bwMode="gray">
          <a:xfrm>
            <a:off x="3594856" y="3372238"/>
            <a:ext cx="1260000" cy="468000"/>
          </a:xfrm>
          <a:prstGeom prst="rect">
            <a:avLst/>
          </a:prstGeom>
          <a:solidFill>
            <a:srgbClr val="5236AB"/>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R82 G54 B171 </a:t>
            </a:r>
          </a:p>
          <a:p>
            <a:pPr>
              <a:lnSpc>
                <a:spcPct val="90000"/>
              </a:lnSpc>
            </a:pPr>
            <a:r>
              <a:rPr lang="en-US" sz="800" b="1">
                <a:solidFill>
                  <a:schemeClr val="bg1"/>
                </a:solidFill>
              </a:rPr>
              <a:t>HEX</a:t>
            </a:r>
            <a:r>
              <a:rPr lang="en-US" sz="800">
                <a:solidFill>
                  <a:schemeClr val="bg1"/>
                </a:solidFill>
              </a:rPr>
              <a:t> #5236ab</a:t>
            </a:r>
          </a:p>
          <a:p>
            <a:pPr marL="99450" indent="-99450">
              <a:lnSpc>
                <a:spcPct val="90000"/>
              </a:lnSpc>
              <a:spcBef>
                <a:spcPts val="200"/>
              </a:spcBef>
              <a:buSzPct val="100000"/>
              <a:buFont typeface=".Hiragino Kaku Gothic Interface W3"/>
              <a:buChar char="◉"/>
            </a:pPr>
            <a:r>
              <a:rPr lang="en-US" sz="700">
                <a:solidFill>
                  <a:schemeClr val="bg1"/>
                </a:solidFill>
              </a:rPr>
              <a:t>Use white text</a:t>
            </a:r>
            <a:endParaRPr lang="en-US" sz="700">
              <a:solidFill>
                <a:schemeClr val="bg1"/>
              </a:solidFill>
              <a:effectLst/>
            </a:endParaRPr>
          </a:p>
        </p:txBody>
      </p:sp>
      <p:sp>
        <p:nvSpPr>
          <p:cNvPr id="44" name="Rectangle 43">
            <a:extLst>
              <a:ext uri="{FF2B5EF4-FFF2-40B4-BE49-F238E27FC236}">
                <a16:creationId xmlns:a16="http://schemas.microsoft.com/office/drawing/2014/main" id="{7A30947E-F8BB-38EF-0535-48B21A68DBC5}"/>
              </a:ext>
            </a:extLst>
          </p:cNvPr>
          <p:cNvSpPr>
            <a:spLocks/>
          </p:cNvSpPr>
          <p:nvPr/>
        </p:nvSpPr>
        <p:spPr bwMode="gray">
          <a:xfrm>
            <a:off x="4908932" y="3372238"/>
            <a:ext cx="1260000" cy="468000"/>
          </a:xfrm>
          <a:prstGeom prst="rect">
            <a:avLst/>
          </a:prstGeom>
          <a:solidFill>
            <a:srgbClr val="6E3FED"/>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R110 G63 B237 </a:t>
            </a:r>
          </a:p>
          <a:p>
            <a:pPr>
              <a:lnSpc>
                <a:spcPct val="90000"/>
              </a:lnSpc>
            </a:pPr>
            <a:r>
              <a:rPr lang="en-US" sz="800" b="1">
                <a:solidFill>
                  <a:schemeClr val="bg1"/>
                </a:solidFill>
              </a:rPr>
              <a:t>HEX</a:t>
            </a:r>
            <a:r>
              <a:rPr lang="en-US" sz="800">
                <a:solidFill>
                  <a:schemeClr val="bg1"/>
                </a:solidFill>
              </a:rPr>
              <a:t> #6e3fed</a:t>
            </a:r>
          </a:p>
          <a:p>
            <a:pPr marL="99450" indent="-99450">
              <a:lnSpc>
                <a:spcPct val="90000"/>
              </a:lnSpc>
              <a:spcBef>
                <a:spcPts val="200"/>
              </a:spcBef>
              <a:buSzPct val="100000"/>
              <a:buFont typeface=".Hiragino Kaku Gothic Interface W3"/>
              <a:buChar char="◉"/>
            </a:pPr>
            <a:r>
              <a:rPr lang="en-US" sz="700">
                <a:solidFill>
                  <a:schemeClr val="bg1"/>
                </a:solidFill>
              </a:rPr>
              <a:t>Use white text</a:t>
            </a:r>
            <a:endParaRPr lang="en-US" sz="700">
              <a:solidFill>
                <a:schemeClr val="bg1"/>
              </a:solidFill>
              <a:effectLst/>
            </a:endParaRPr>
          </a:p>
        </p:txBody>
      </p:sp>
      <p:sp>
        <p:nvSpPr>
          <p:cNvPr id="40" name="Rectangle 39">
            <a:extLst>
              <a:ext uri="{FF2B5EF4-FFF2-40B4-BE49-F238E27FC236}">
                <a16:creationId xmlns:a16="http://schemas.microsoft.com/office/drawing/2014/main" id="{F1DB0981-5B75-D0B5-2CA4-E01082B55BF8}"/>
              </a:ext>
            </a:extLst>
          </p:cNvPr>
          <p:cNvSpPr>
            <a:spLocks/>
          </p:cNvSpPr>
          <p:nvPr/>
        </p:nvSpPr>
        <p:spPr bwMode="gray">
          <a:xfrm>
            <a:off x="6223008" y="3372238"/>
            <a:ext cx="1260000" cy="468000"/>
          </a:xfrm>
          <a:prstGeom prst="rect">
            <a:avLst/>
          </a:prstGeom>
          <a:solidFill>
            <a:srgbClr val="9E83F5"/>
          </a:solidFill>
          <a:ln w="9525" algn="ctr">
            <a:noFill/>
            <a:miter lim="800000"/>
            <a:headEnd/>
            <a:tailEnd/>
          </a:ln>
          <a:effectLst/>
        </p:spPr>
        <p:txBody>
          <a:bodyPr lIns="54000" tIns="54000" rIns="54000" bIns="36000" rtlCol="0" anchor="b"/>
          <a:lstStyle/>
          <a:p>
            <a:pPr>
              <a:lnSpc>
                <a:spcPct val="90000"/>
              </a:lnSpc>
            </a:pPr>
            <a:r>
              <a:rPr lang="en-US" sz="800"/>
              <a:t>R158 G131 B245 </a:t>
            </a:r>
          </a:p>
          <a:p>
            <a:pPr>
              <a:lnSpc>
                <a:spcPct val="90000"/>
              </a:lnSpc>
            </a:pPr>
            <a:r>
              <a:rPr lang="en-US" sz="800" b="1"/>
              <a:t>HEX</a:t>
            </a:r>
            <a:r>
              <a:rPr lang="en-US" sz="800"/>
              <a:t> #9e83f5</a:t>
            </a:r>
          </a:p>
          <a:p>
            <a:pPr marL="99450" indent="-99450">
              <a:lnSpc>
                <a:spcPct val="90000"/>
              </a:lnSpc>
              <a:spcBef>
                <a:spcPts val="200"/>
              </a:spcBef>
              <a:buSzPct val="100000"/>
              <a:buFont typeface=".Hiragino Kaku Gothic Interface W3"/>
              <a:buChar char="◉"/>
            </a:pPr>
            <a:r>
              <a:rPr lang="en-US" sz="700">
                <a:effectLst/>
              </a:rPr>
              <a:t>Use black text</a:t>
            </a:r>
            <a:endParaRPr lang="en-US" sz="600">
              <a:effectLst/>
            </a:endParaRPr>
          </a:p>
        </p:txBody>
      </p:sp>
      <p:sp>
        <p:nvSpPr>
          <p:cNvPr id="70" name="Rectangle 69">
            <a:extLst>
              <a:ext uri="{FF2B5EF4-FFF2-40B4-BE49-F238E27FC236}">
                <a16:creationId xmlns:a16="http://schemas.microsoft.com/office/drawing/2014/main" id="{06B9B119-8EB1-B7A6-5630-1F5AA3B43057}"/>
              </a:ext>
            </a:extLst>
          </p:cNvPr>
          <p:cNvSpPr>
            <a:spLocks/>
          </p:cNvSpPr>
          <p:nvPr/>
        </p:nvSpPr>
        <p:spPr bwMode="gray">
          <a:xfrm>
            <a:off x="7537084" y="3372238"/>
            <a:ext cx="1260000" cy="468000"/>
          </a:xfrm>
          <a:prstGeom prst="rect">
            <a:avLst/>
          </a:prstGeom>
          <a:solidFill>
            <a:srgbClr val="BFB5F9"/>
          </a:solidFill>
          <a:ln w="9525" algn="ctr">
            <a:noFill/>
            <a:miter lim="800000"/>
            <a:headEnd/>
            <a:tailEnd/>
          </a:ln>
          <a:effectLst/>
        </p:spPr>
        <p:txBody>
          <a:bodyPr lIns="54000" tIns="54000" rIns="54000" bIns="36000" rtlCol="0" anchor="b"/>
          <a:lstStyle/>
          <a:p>
            <a:pPr>
              <a:lnSpc>
                <a:spcPct val="90000"/>
              </a:lnSpc>
            </a:pPr>
            <a:r>
              <a:rPr lang="en-US" sz="800"/>
              <a:t>R191 G181 B249 </a:t>
            </a:r>
          </a:p>
          <a:p>
            <a:pPr>
              <a:lnSpc>
                <a:spcPct val="90000"/>
              </a:lnSpc>
            </a:pPr>
            <a:r>
              <a:rPr lang="en-US" sz="800" b="1"/>
              <a:t>HEX</a:t>
            </a:r>
            <a:r>
              <a:rPr lang="en-US" sz="800"/>
              <a:t> #bfb5f9</a:t>
            </a:r>
          </a:p>
          <a:p>
            <a:pPr marL="99450" indent="-99450">
              <a:lnSpc>
                <a:spcPct val="90000"/>
              </a:lnSpc>
              <a:spcBef>
                <a:spcPts val="200"/>
              </a:spcBef>
              <a:buFont typeface=".Hiragino Kaku Gothic Interface W3"/>
              <a:buChar char="◉"/>
            </a:pPr>
            <a:r>
              <a:rPr lang="en-US" sz="700">
                <a:effectLst/>
              </a:rPr>
              <a:t>Use black text</a:t>
            </a:r>
            <a:endParaRPr lang="en-US" sz="600">
              <a:effectLst/>
            </a:endParaRPr>
          </a:p>
        </p:txBody>
      </p:sp>
      <p:sp>
        <p:nvSpPr>
          <p:cNvPr id="41" name="Rectangle 40">
            <a:extLst>
              <a:ext uri="{FF2B5EF4-FFF2-40B4-BE49-F238E27FC236}">
                <a16:creationId xmlns:a16="http://schemas.microsoft.com/office/drawing/2014/main" id="{554E9707-26BD-58A8-9AF8-F40E15BDFBB3}"/>
              </a:ext>
            </a:extLst>
          </p:cNvPr>
          <p:cNvSpPr>
            <a:spLocks/>
          </p:cNvSpPr>
          <p:nvPr/>
        </p:nvSpPr>
        <p:spPr bwMode="gray">
          <a:xfrm>
            <a:off x="8851160" y="3372238"/>
            <a:ext cx="1260000" cy="468000"/>
          </a:xfrm>
          <a:prstGeom prst="rect">
            <a:avLst/>
          </a:prstGeom>
          <a:solidFill>
            <a:srgbClr val="CBC3E6"/>
          </a:solidFill>
          <a:ln w="9525" algn="ctr">
            <a:noFill/>
            <a:miter lim="800000"/>
            <a:headEnd/>
            <a:tailEnd/>
          </a:ln>
          <a:effectLst/>
        </p:spPr>
        <p:txBody>
          <a:bodyPr lIns="54000" tIns="54000" rIns="54000" bIns="36000" rtlCol="0" anchor="b"/>
          <a:lstStyle/>
          <a:p>
            <a:pPr>
              <a:lnSpc>
                <a:spcPct val="90000"/>
              </a:lnSpc>
            </a:pPr>
            <a:r>
              <a:rPr lang="en-US" sz="800"/>
              <a:t>R203 G195 B230 </a:t>
            </a:r>
          </a:p>
          <a:p>
            <a:pPr>
              <a:lnSpc>
                <a:spcPct val="90000"/>
              </a:lnSpc>
            </a:pPr>
            <a:r>
              <a:rPr lang="en-US" sz="800" b="1"/>
              <a:t>HEX</a:t>
            </a:r>
            <a:r>
              <a:rPr lang="en-US" sz="800"/>
              <a:t> #cbc3e6</a:t>
            </a:r>
          </a:p>
          <a:p>
            <a:pPr marL="99450" indent="-99450">
              <a:lnSpc>
                <a:spcPct val="90000"/>
              </a:lnSpc>
              <a:spcBef>
                <a:spcPts val="200"/>
              </a:spcBef>
              <a:buFont typeface=".Hiragino Kaku Gothic Interface W3"/>
              <a:buChar char="◉"/>
            </a:pPr>
            <a:r>
              <a:rPr lang="en-US" sz="700">
                <a:effectLst/>
              </a:rPr>
              <a:t>Use black text</a:t>
            </a:r>
            <a:r>
              <a:rPr lang="en-US" sz="700"/>
              <a:t> </a:t>
            </a:r>
            <a:endParaRPr lang="en-US" sz="700">
              <a:effectLst/>
            </a:endParaRPr>
          </a:p>
        </p:txBody>
      </p:sp>
      <p:sp>
        <p:nvSpPr>
          <p:cNvPr id="43" name="Rectangle 42">
            <a:extLst>
              <a:ext uri="{FF2B5EF4-FFF2-40B4-BE49-F238E27FC236}">
                <a16:creationId xmlns:a16="http://schemas.microsoft.com/office/drawing/2014/main" id="{A47F47A6-F6DC-5144-A6A5-B3D5CF999525}"/>
              </a:ext>
            </a:extLst>
          </p:cNvPr>
          <p:cNvSpPr>
            <a:spLocks/>
          </p:cNvSpPr>
          <p:nvPr/>
        </p:nvSpPr>
        <p:spPr bwMode="gray">
          <a:xfrm>
            <a:off x="10165238" y="3372238"/>
            <a:ext cx="1260000" cy="468000"/>
          </a:xfrm>
          <a:prstGeom prst="rect">
            <a:avLst/>
          </a:prstGeom>
          <a:solidFill>
            <a:srgbClr val="E6E3F3"/>
          </a:solidFill>
          <a:ln w="9525" algn="ctr">
            <a:noFill/>
            <a:miter lim="800000"/>
            <a:headEnd/>
            <a:tailEnd/>
          </a:ln>
          <a:effectLst/>
        </p:spPr>
        <p:txBody>
          <a:bodyPr lIns="54000" tIns="54000" rIns="54000" bIns="36000" rtlCol="0" anchor="b"/>
          <a:lstStyle/>
          <a:p>
            <a:pPr>
              <a:lnSpc>
                <a:spcPct val="90000"/>
              </a:lnSpc>
            </a:pPr>
            <a:r>
              <a:rPr lang="en-US" sz="800"/>
              <a:t>R230 G227 B243 </a:t>
            </a:r>
          </a:p>
          <a:p>
            <a:pPr>
              <a:lnSpc>
                <a:spcPct val="90000"/>
              </a:lnSpc>
            </a:pPr>
            <a:r>
              <a:rPr lang="en-US" sz="800" b="1"/>
              <a:t>HEX</a:t>
            </a:r>
            <a:r>
              <a:rPr lang="en-US" sz="800"/>
              <a:t> #e6e3f3</a:t>
            </a:r>
          </a:p>
          <a:p>
            <a:pPr marL="99450" indent="-99450">
              <a:lnSpc>
                <a:spcPct val="90000"/>
              </a:lnSpc>
              <a:spcBef>
                <a:spcPts val="200"/>
              </a:spcBef>
              <a:buFont typeface=".Hiragino Kaku Gothic Interface W3"/>
              <a:buChar char="◉"/>
            </a:pPr>
            <a:r>
              <a:rPr lang="en-US" sz="700">
                <a:effectLst/>
              </a:rPr>
              <a:t>Use black text</a:t>
            </a:r>
            <a:r>
              <a:rPr lang="en-US" sz="700"/>
              <a:t> </a:t>
            </a:r>
            <a:endParaRPr lang="en-US" sz="700">
              <a:effectLst/>
            </a:endParaRPr>
          </a:p>
        </p:txBody>
      </p:sp>
      <p:grpSp>
        <p:nvGrpSpPr>
          <p:cNvPr id="12" name="Red shades group" descr="2. RED SHADES">
            <a:extLst>
              <a:ext uri="{FF2B5EF4-FFF2-40B4-BE49-F238E27FC236}">
                <a16:creationId xmlns:a16="http://schemas.microsoft.com/office/drawing/2014/main" id="{ED3F0610-E70F-AE07-BB7B-278AA4542D14}"/>
              </a:ext>
            </a:extLst>
          </p:cNvPr>
          <p:cNvGrpSpPr/>
          <p:nvPr/>
        </p:nvGrpSpPr>
        <p:grpSpPr>
          <a:xfrm>
            <a:off x="765737" y="4023439"/>
            <a:ext cx="1261025" cy="376481"/>
            <a:chOff x="765737" y="3819012"/>
            <a:chExt cx="1261025" cy="376481"/>
          </a:xfrm>
        </p:grpSpPr>
        <p:cxnSp>
          <p:nvCxnSpPr>
            <p:cNvPr id="67" name="Straight Connector 66">
              <a:extLst>
                <a:ext uri="{FF2B5EF4-FFF2-40B4-BE49-F238E27FC236}">
                  <a16:creationId xmlns:a16="http://schemas.microsoft.com/office/drawing/2014/main" id="{62DF3D57-ED94-5DD3-2D9C-1691AEE0881C}"/>
                </a:ext>
                <a:ext uri="{C183D7F6-B498-43B3-948B-1728B52AA6E4}">
                  <adec:decorative xmlns:adec="http://schemas.microsoft.com/office/drawing/2017/decorative" val="1"/>
                </a:ext>
              </a:extLst>
            </p:cNvPr>
            <p:cNvCxnSpPr>
              <a:cxnSpLocks/>
            </p:cNvCxnSpPr>
            <p:nvPr/>
          </p:nvCxnSpPr>
          <p:spPr bwMode="gray">
            <a:xfrm flipH="1">
              <a:off x="766762" y="4195493"/>
              <a:ext cx="1260000" cy="0"/>
            </a:xfrm>
            <a:prstGeom prst="line">
              <a:avLst/>
            </a:prstGeom>
            <a:noFill/>
            <a:ln w="9525">
              <a:solidFill>
                <a:schemeClr val="tx1">
                  <a:lumMod val="50000"/>
                  <a:lumOff val="50000"/>
                </a:schemeClr>
              </a:solidFill>
              <a:round/>
              <a:headEnd/>
              <a:tailEnd/>
            </a:ln>
            <a:effectLst/>
          </p:spPr>
        </p:cxnSp>
        <p:sp>
          <p:nvSpPr>
            <p:cNvPr id="22" name="Rectangle 21">
              <a:extLst>
                <a:ext uri="{FF2B5EF4-FFF2-40B4-BE49-F238E27FC236}">
                  <a16:creationId xmlns:a16="http://schemas.microsoft.com/office/drawing/2014/main" id="{95ABA342-6A69-989D-D87D-D5D75437ECB0}"/>
                </a:ext>
              </a:extLst>
            </p:cNvPr>
            <p:cNvSpPr/>
            <p:nvPr/>
          </p:nvSpPr>
          <p:spPr>
            <a:xfrm>
              <a:off x="1166770" y="3819012"/>
              <a:ext cx="828000" cy="288000"/>
            </a:xfrm>
            <a:prstGeom prst="rect">
              <a:avLst/>
            </a:prstGeom>
          </p:spPr>
          <p:txBody>
            <a:bodyPr wrap="square" lIns="0" tIns="0" rIns="0" bIns="0" anchor="ctr">
              <a:noAutofit/>
            </a:bodyPr>
            <a:lstStyle/>
            <a:p>
              <a:r>
                <a:rPr lang="en-US" sz="1000" b="1">
                  <a:latin typeface="+mj-lt"/>
                  <a:cs typeface="Arial" panose="020B0604020202020204" pitchFamily="34" charset="0"/>
                </a:rPr>
                <a:t>RED </a:t>
              </a:r>
              <a:br>
                <a:rPr lang="en-US" sz="1000" b="1">
                  <a:latin typeface="+mj-lt"/>
                  <a:cs typeface="Arial" panose="020B0604020202020204" pitchFamily="34" charset="0"/>
                </a:rPr>
              </a:br>
              <a:r>
                <a:rPr lang="en-US" sz="1000" b="1">
                  <a:latin typeface="+mj-lt"/>
                  <a:cs typeface="Arial" panose="020B0604020202020204" pitchFamily="34" charset="0"/>
                </a:rPr>
                <a:t>SHADES</a:t>
              </a:r>
              <a:endParaRPr lang="en-US" sz="1000">
                <a:effectLst/>
                <a:latin typeface="+mj-lt"/>
                <a:cs typeface="Arial" panose="020B0604020202020204" pitchFamily="34" charset="0"/>
              </a:endParaRPr>
            </a:p>
          </p:txBody>
        </p:sp>
        <p:sp>
          <p:nvSpPr>
            <p:cNvPr id="60" name="Oval 2">
              <a:extLst>
                <a:ext uri="{FF2B5EF4-FFF2-40B4-BE49-F238E27FC236}">
                  <a16:creationId xmlns:a16="http://schemas.microsoft.com/office/drawing/2014/main" id="{FF2EF6DB-D95A-7567-577A-B01D5CE3671B}"/>
                </a:ext>
              </a:extLst>
            </p:cNvPr>
            <p:cNvSpPr/>
            <p:nvPr/>
          </p:nvSpPr>
          <p:spPr bwMode="gray">
            <a:xfrm>
              <a:off x="765737" y="3831465"/>
              <a:ext cx="265548" cy="265548"/>
            </a:xfrm>
            <a:prstGeom prst="ellipse">
              <a:avLst/>
            </a:prstGeom>
            <a:noFill/>
            <a:ln w="15875" algn="ctr">
              <a:solidFill>
                <a:schemeClr val="tx1"/>
              </a:solidFill>
              <a:miter lim="800000"/>
              <a:headEnd/>
              <a:tailEnd/>
            </a:ln>
            <a:effectLst/>
          </p:spPr>
          <p:txBody>
            <a:bodyPr lIns="63500" tIns="0" rIns="64800" bIns="0" rtlCol="0" anchor="ctr"/>
            <a:lstStyle/>
            <a:p>
              <a:pPr algn="ctr">
                <a:spcBef>
                  <a:spcPct val="0"/>
                </a:spcBef>
                <a:buClrTx/>
                <a:buSzPct val="90000"/>
              </a:pPr>
              <a:r>
                <a:rPr lang="en-US" sz="1200" b="1">
                  <a:cs typeface="Arial" pitchFamily="34" charset="0"/>
                </a:rPr>
                <a:t>2</a:t>
              </a:r>
            </a:p>
          </p:txBody>
        </p:sp>
      </p:grpSp>
      <p:sp>
        <p:nvSpPr>
          <p:cNvPr id="53" name="Rectangle 52">
            <a:extLst>
              <a:ext uri="{FF2B5EF4-FFF2-40B4-BE49-F238E27FC236}">
                <a16:creationId xmlns:a16="http://schemas.microsoft.com/office/drawing/2014/main" id="{1BC8D6DD-FF51-013E-ABAB-78494BC77497}"/>
              </a:ext>
            </a:extLst>
          </p:cNvPr>
          <p:cNvSpPr>
            <a:spLocks/>
          </p:cNvSpPr>
          <p:nvPr/>
        </p:nvSpPr>
        <p:spPr bwMode="gray">
          <a:xfrm>
            <a:off x="2280780" y="3934317"/>
            <a:ext cx="1260000" cy="468000"/>
          </a:xfrm>
          <a:prstGeom prst="rect">
            <a:avLst/>
          </a:prstGeom>
          <a:solidFill>
            <a:srgbClr val="650A21"/>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R101 G10 B33 </a:t>
            </a:r>
          </a:p>
          <a:p>
            <a:pPr>
              <a:lnSpc>
                <a:spcPct val="90000"/>
              </a:lnSpc>
            </a:pPr>
            <a:r>
              <a:rPr lang="en-US" sz="800" b="1">
                <a:solidFill>
                  <a:schemeClr val="bg1"/>
                </a:solidFill>
              </a:rPr>
              <a:t>HEX</a:t>
            </a:r>
            <a:r>
              <a:rPr lang="en-US" sz="800">
                <a:solidFill>
                  <a:schemeClr val="bg1"/>
                </a:solidFill>
              </a:rPr>
              <a:t> #650a21</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52" name="Rectangle 51">
            <a:extLst>
              <a:ext uri="{FF2B5EF4-FFF2-40B4-BE49-F238E27FC236}">
                <a16:creationId xmlns:a16="http://schemas.microsoft.com/office/drawing/2014/main" id="{ED61E4DF-B91D-756B-5903-C06A50F20B55}"/>
              </a:ext>
            </a:extLst>
          </p:cNvPr>
          <p:cNvSpPr>
            <a:spLocks/>
          </p:cNvSpPr>
          <p:nvPr/>
        </p:nvSpPr>
        <p:spPr bwMode="gray">
          <a:xfrm>
            <a:off x="3594766" y="3934317"/>
            <a:ext cx="1260000" cy="468000"/>
          </a:xfrm>
          <a:prstGeom prst="rect">
            <a:avLst/>
          </a:prstGeom>
          <a:solidFill>
            <a:srgbClr val="991F3D"/>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R153 G31 61 </a:t>
            </a:r>
          </a:p>
          <a:p>
            <a:pPr>
              <a:lnSpc>
                <a:spcPct val="90000"/>
              </a:lnSpc>
            </a:pPr>
            <a:r>
              <a:rPr lang="en-US" sz="800" b="1">
                <a:solidFill>
                  <a:schemeClr val="bg1"/>
                </a:solidFill>
              </a:rPr>
              <a:t>HEX</a:t>
            </a:r>
            <a:r>
              <a:rPr lang="en-US" sz="800">
                <a:solidFill>
                  <a:schemeClr val="bg1"/>
                </a:solidFill>
              </a:rPr>
              <a:t> #991f3d</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58" name="Rectangle 57">
            <a:extLst>
              <a:ext uri="{FF2B5EF4-FFF2-40B4-BE49-F238E27FC236}">
                <a16:creationId xmlns:a16="http://schemas.microsoft.com/office/drawing/2014/main" id="{16155EEA-1BB2-075D-8B61-021B0D07874B}"/>
              </a:ext>
            </a:extLst>
          </p:cNvPr>
          <p:cNvSpPr>
            <a:spLocks/>
          </p:cNvSpPr>
          <p:nvPr/>
        </p:nvSpPr>
        <p:spPr bwMode="gray">
          <a:xfrm>
            <a:off x="4908752" y="3934317"/>
            <a:ext cx="1260000" cy="468000"/>
          </a:xfrm>
          <a:prstGeom prst="rect">
            <a:avLst/>
          </a:prstGeom>
          <a:solidFill>
            <a:srgbClr val="E31937"/>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R227 G25 B55 </a:t>
            </a:r>
          </a:p>
          <a:p>
            <a:pPr>
              <a:lnSpc>
                <a:spcPct val="90000"/>
              </a:lnSpc>
            </a:pPr>
            <a:r>
              <a:rPr lang="en-US" sz="800" b="1">
                <a:solidFill>
                  <a:schemeClr val="bg1"/>
                </a:solidFill>
              </a:rPr>
              <a:t>HEX</a:t>
            </a:r>
            <a:r>
              <a:rPr lang="en-US" sz="800">
                <a:solidFill>
                  <a:schemeClr val="bg1"/>
                </a:solidFill>
              </a:rPr>
              <a:t> #e31937</a:t>
            </a:r>
          </a:p>
          <a:p>
            <a:pPr marL="99450" indent="-99450">
              <a:lnSpc>
                <a:spcPct val="90000"/>
              </a:lnSpc>
              <a:spcBef>
                <a:spcPts val="200"/>
              </a:spcBef>
              <a:buFont typeface=".Hiragino Kaku Gothic Interface W3"/>
              <a:buChar char="◉"/>
            </a:pPr>
            <a:r>
              <a:rPr lang="en-US" sz="700">
                <a:solidFill>
                  <a:schemeClr val="bg1"/>
                </a:solidFill>
              </a:rPr>
              <a:t>Use white text</a:t>
            </a:r>
            <a:endParaRPr lang="en-US" sz="700">
              <a:solidFill>
                <a:schemeClr val="bg1"/>
              </a:solidFill>
              <a:effectLst/>
            </a:endParaRPr>
          </a:p>
        </p:txBody>
      </p:sp>
      <p:sp>
        <p:nvSpPr>
          <p:cNvPr id="66" name="Rectangle 65">
            <a:extLst>
              <a:ext uri="{FF2B5EF4-FFF2-40B4-BE49-F238E27FC236}">
                <a16:creationId xmlns:a16="http://schemas.microsoft.com/office/drawing/2014/main" id="{46769402-C260-2030-0AB9-71F2262D4724}"/>
              </a:ext>
            </a:extLst>
          </p:cNvPr>
          <p:cNvSpPr>
            <a:spLocks/>
          </p:cNvSpPr>
          <p:nvPr/>
        </p:nvSpPr>
        <p:spPr bwMode="gray">
          <a:xfrm>
            <a:off x="6222738" y="3934317"/>
            <a:ext cx="1260000" cy="468000"/>
          </a:xfrm>
          <a:prstGeom prst="rect">
            <a:avLst/>
          </a:prstGeom>
          <a:solidFill>
            <a:srgbClr val="FF6A00"/>
          </a:solidFill>
          <a:ln w="9525" algn="ctr">
            <a:noFill/>
            <a:miter lim="800000"/>
            <a:headEnd/>
            <a:tailEnd/>
          </a:ln>
          <a:effectLst/>
        </p:spPr>
        <p:txBody>
          <a:bodyPr lIns="54000" tIns="54000" rIns="54000" bIns="36000" rtlCol="0" anchor="b"/>
          <a:lstStyle/>
          <a:p>
            <a:pPr>
              <a:lnSpc>
                <a:spcPct val="90000"/>
              </a:lnSpc>
            </a:pPr>
            <a:r>
              <a:rPr lang="en-US" sz="800"/>
              <a:t>R255 G106 B0 </a:t>
            </a:r>
          </a:p>
          <a:p>
            <a:pPr>
              <a:lnSpc>
                <a:spcPct val="90000"/>
              </a:lnSpc>
            </a:pPr>
            <a:r>
              <a:rPr lang="en-US" sz="800" b="1"/>
              <a:t>HEX</a:t>
            </a:r>
            <a:r>
              <a:rPr lang="en-US" sz="800"/>
              <a:t> #ff6a00 </a:t>
            </a:r>
          </a:p>
          <a:p>
            <a:pPr marL="99450" indent="-99450">
              <a:lnSpc>
                <a:spcPct val="90000"/>
              </a:lnSpc>
              <a:spcBef>
                <a:spcPts val="200"/>
              </a:spcBef>
              <a:buFont typeface=".Hiragino Kaku Gothic Interface W3"/>
              <a:buChar char="◉"/>
            </a:pPr>
            <a:r>
              <a:rPr lang="en-US" sz="700">
                <a:effectLst/>
              </a:rPr>
              <a:t>Use black text</a:t>
            </a:r>
            <a:endParaRPr lang="en-US" sz="600">
              <a:effectLst/>
            </a:endParaRPr>
          </a:p>
        </p:txBody>
      </p:sp>
      <p:sp>
        <p:nvSpPr>
          <p:cNvPr id="54" name="Rectangle 53">
            <a:extLst>
              <a:ext uri="{FF2B5EF4-FFF2-40B4-BE49-F238E27FC236}">
                <a16:creationId xmlns:a16="http://schemas.microsoft.com/office/drawing/2014/main" id="{5EBCDDDE-169A-4D94-7118-0FAC7FDEED2B}"/>
              </a:ext>
            </a:extLst>
          </p:cNvPr>
          <p:cNvSpPr>
            <a:spLocks/>
          </p:cNvSpPr>
          <p:nvPr/>
        </p:nvSpPr>
        <p:spPr bwMode="gray">
          <a:xfrm>
            <a:off x="7536724" y="3934317"/>
            <a:ext cx="1260000" cy="468000"/>
          </a:xfrm>
          <a:prstGeom prst="rect">
            <a:avLst/>
          </a:prstGeom>
          <a:solidFill>
            <a:srgbClr val="FF7362"/>
          </a:solidFill>
          <a:ln w="9525" algn="ctr">
            <a:noFill/>
            <a:miter lim="800000"/>
            <a:headEnd/>
            <a:tailEnd/>
          </a:ln>
          <a:effectLst/>
        </p:spPr>
        <p:txBody>
          <a:bodyPr lIns="54000" tIns="54000" rIns="54000" bIns="36000" rtlCol="0" anchor="b"/>
          <a:lstStyle/>
          <a:p>
            <a:pPr>
              <a:lnSpc>
                <a:spcPct val="90000"/>
              </a:lnSpc>
            </a:pPr>
            <a:r>
              <a:rPr lang="en-US" sz="800"/>
              <a:t>R255 G115 B98 </a:t>
            </a:r>
          </a:p>
          <a:p>
            <a:pPr>
              <a:lnSpc>
                <a:spcPct val="90000"/>
              </a:lnSpc>
            </a:pPr>
            <a:r>
              <a:rPr lang="en-US" sz="800" b="1"/>
              <a:t>HEX</a:t>
            </a:r>
            <a:r>
              <a:rPr lang="en-US" sz="800"/>
              <a:t> #ff7362</a:t>
            </a:r>
          </a:p>
          <a:p>
            <a:pPr marL="99450" indent="-99450">
              <a:lnSpc>
                <a:spcPct val="90000"/>
              </a:lnSpc>
              <a:spcBef>
                <a:spcPts val="200"/>
              </a:spcBef>
              <a:buFont typeface=".Hiragino Kaku Gothic Interface W3"/>
              <a:buChar char="◉"/>
            </a:pPr>
            <a:r>
              <a:rPr lang="en-US" sz="700">
                <a:effectLst/>
              </a:rPr>
              <a:t>Use black text</a:t>
            </a:r>
            <a:endParaRPr lang="en-US" sz="600">
              <a:effectLst/>
            </a:endParaRPr>
          </a:p>
        </p:txBody>
      </p:sp>
      <p:sp>
        <p:nvSpPr>
          <p:cNvPr id="55" name="Rectangle 54">
            <a:extLst>
              <a:ext uri="{FF2B5EF4-FFF2-40B4-BE49-F238E27FC236}">
                <a16:creationId xmlns:a16="http://schemas.microsoft.com/office/drawing/2014/main" id="{511A0BE3-C53A-7521-87BF-0EC618C10A9D}"/>
              </a:ext>
            </a:extLst>
          </p:cNvPr>
          <p:cNvSpPr>
            <a:spLocks/>
          </p:cNvSpPr>
          <p:nvPr/>
        </p:nvSpPr>
        <p:spPr bwMode="gray">
          <a:xfrm>
            <a:off x="8850710" y="3934317"/>
            <a:ext cx="1260000" cy="468000"/>
          </a:xfrm>
          <a:prstGeom prst="rect">
            <a:avLst/>
          </a:prstGeom>
          <a:solidFill>
            <a:srgbClr val="FF978A"/>
          </a:solidFill>
          <a:ln w="9525" algn="ctr">
            <a:noFill/>
            <a:miter lim="800000"/>
            <a:headEnd/>
            <a:tailEnd/>
          </a:ln>
          <a:effectLst/>
        </p:spPr>
        <p:txBody>
          <a:bodyPr lIns="54000" tIns="54000" rIns="54000" bIns="36000" rtlCol="0" anchor="b"/>
          <a:lstStyle/>
          <a:p>
            <a:pPr>
              <a:lnSpc>
                <a:spcPct val="90000"/>
              </a:lnSpc>
            </a:pPr>
            <a:r>
              <a:rPr lang="en-US" sz="800"/>
              <a:t>R255 G151 B138 </a:t>
            </a:r>
          </a:p>
          <a:p>
            <a:pPr>
              <a:lnSpc>
                <a:spcPct val="90000"/>
              </a:lnSpc>
            </a:pPr>
            <a:r>
              <a:rPr lang="en-US" sz="800" b="1"/>
              <a:t>HEX</a:t>
            </a:r>
            <a:r>
              <a:rPr lang="en-US" sz="800"/>
              <a:t> #ff978a</a:t>
            </a:r>
          </a:p>
          <a:p>
            <a:pPr marL="99450" indent="-99450">
              <a:lnSpc>
                <a:spcPct val="90000"/>
              </a:lnSpc>
              <a:spcBef>
                <a:spcPts val="200"/>
              </a:spcBef>
              <a:buFont typeface=".Hiragino Kaku Gothic Interface W3"/>
              <a:buChar char="◉"/>
            </a:pPr>
            <a:r>
              <a:rPr lang="en-US" sz="700">
                <a:effectLst/>
              </a:rPr>
              <a:t>Use black text</a:t>
            </a:r>
            <a:endParaRPr lang="en-US" sz="600">
              <a:effectLst/>
            </a:endParaRPr>
          </a:p>
        </p:txBody>
      </p:sp>
      <p:sp>
        <p:nvSpPr>
          <p:cNvPr id="56" name="Rectangle 55">
            <a:extLst>
              <a:ext uri="{FF2B5EF4-FFF2-40B4-BE49-F238E27FC236}">
                <a16:creationId xmlns:a16="http://schemas.microsoft.com/office/drawing/2014/main" id="{99F068F0-0736-3CB6-8BE9-6808198A0B4D}"/>
              </a:ext>
            </a:extLst>
          </p:cNvPr>
          <p:cNvSpPr>
            <a:spLocks/>
          </p:cNvSpPr>
          <p:nvPr/>
        </p:nvSpPr>
        <p:spPr bwMode="gray">
          <a:xfrm>
            <a:off x="10164694" y="3934317"/>
            <a:ext cx="1260000" cy="468000"/>
          </a:xfrm>
          <a:prstGeom prst="rect">
            <a:avLst/>
          </a:prstGeom>
          <a:solidFill>
            <a:srgbClr val="FFCDD2"/>
          </a:solidFill>
          <a:ln w="9525" algn="ctr">
            <a:noFill/>
            <a:miter lim="800000"/>
            <a:headEnd/>
            <a:tailEnd/>
          </a:ln>
          <a:effectLst/>
        </p:spPr>
        <p:txBody>
          <a:bodyPr lIns="54000" tIns="54000" rIns="54000" bIns="36000" rtlCol="0" anchor="b"/>
          <a:lstStyle/>
          <a:p>
            <a:pPr>
              <a:lnSpc>
                <a:spcPct val="90000"/>
              </a:lnSpc>
            </a:pPr>
            <a:r>
              <a:rPr lang="en-US" sz="800"/>
              <a:t>R255 G205 B210 </a:t>
            </a:r>
          </a:p>
          <a:p>
            <a:pPr>
              <a:lnSpc>
                <a:spcPct val="90000"/>
              </a:lnSpc>
            </a:pPr>
            <a:r>
              <a:rPr lang="en-US" sz="800" b="1"/>
              <a:t>HEX</a:t>
            </a:r>
            <a:r>
              <a:rPr lang="en-US" sz="800"/>
              <a:t> #ffcdd2 </a:t>
            </a:r>
          </a:p>
          <a:p>
            <a:pPr marL="99450" indent="-99450">
              <a:lnSpc>
                <a:spcPct val="90000"/>
              </a:lnSpc>
              <a:spcBef>
                <a:spcPts val="200"/>
              </a:spcBef>
              <a:buSzPct val="100000"/>
              <a:buFont typeface=".Hiragino Kaku Gothic Interface W3"/>
              <a:buChar char="◉"/>
            </a:pPr>
            <a:r>
              <a:rPr lang="en-US" sz="700">
                <a:effectLst/>
              </a:rPr>
              <a:t>Use black text</a:t>
            </a:r>
            <a:endParaRPr lang="en-US" sz="600">
              <a:effectLst/>
            </a:endParaRPr>
          </a:p>
        </p:txBody>
      </p:sp>
      <p:grpSp>
        <p:nvGrpSpPr>
          <p:cNvPr id="13" name="Grey shades group" descr="3. GRAY SHADES">
            <a:extLst>
              <a:ext uri="{FF2B5EF4-FFF2-40B4-BE49-F238E27FC236}">
                <a16:creationId xmlns:a16="http://schemas.microsoft.com/office/drawing/2014/main" id="{681F7DEA-2FD0-AC7F-DD59-5516AEC72319}"/>
              </a:ext>
            </a:extLst>
          </p:cNvPr>
          <p:cNvGrpSpPr/>
          <p:nvPr/>
        </p:nvGrpSpPr>
        <p:grpSpPr>
          <a:xfrm>
            <a:off x="765737" y="4588719"/>
            <a:ext cx="1261025" cy="378129"/>
            <a:chOff x="765737" y="4382010"/>
            <a:chExt cx="1261025" cy="378129"/>
          </a:xfrm>
        </p:grpSpPr>
        <p:cxnSp>
          <p:nvCxnSpPr>
            <p:cNvPr id="68" name="Straight Connector 67">
              <a:extLst>
                <a:ext uri="{FF2B5EF4-FFF2-40B4-BE49-F238E27FC236}">
                  <a16:creationId xmlns:a16="http://schemas.microsoft.com/office/drawing/2014/main" id="{40FCC6BC-3443-0103-9B57-BCDE8811D5CC}"/>
                </a:ext>
                <a:ext uri="{C183D7F6-B498-43B3-948B-1728B52AA6E4}">
                  <adec:decorative xmlns:adec="http://schemas.microsoft.com/office/drawing/2017/decorative" val="1"/>
                </a:ext>
              </a:extLst>
            </p:cNvPr>
            <p:cNvCxnSpPr>
              <a:cxnSpLocks/>
            </p:cNvCxnSpPr>
            <p:nvPr/>
          </p:nvCxnSpPr>
          <p:spPr bwMode="gray">
            <a:xfrm flipH="1">
              <a:off x="766762" y="4760139"/>
              <a:ext cx="1260000" cy="0"/>
            </a:xfrm>
            <a:prstGeom prst="line">
              <a:avLst/>
            </a:prstGeom>
            <a:noFill/>
            <a:ln w="9525">
              <a:solidFill>
                <a:schemeClr val="tx1">
                  <a:lumMod val="50000"/>
                  <a:lumOff val="50000"/>
                </a:schemeClr>
              </a:solidFill>
              <a:round/>
              <a:headEnd/>
              <a:tailEnd/>
            </a:ln>
            <a:effectLst/>
          </p:spPr>
        </p:cxnSp>
        <p:sp>
          <p:nvSpPr>
            <p:cNvPr id="27" name="Rectangle 26">
              <a:extLst>
                <a:ext uri="{FF2B5EF4-FFF2-40B4-BE49-F238E27FC236}">
                  <a16:creationId xmlns:a16="http://schemas.microsoft.com/office/drawing/2014/main" id="{3682EB85-5EC2-FC8F-EFBA-4A0F81863E90}"/>
                </a:ext>
              </a:extLst>
            </p:cNvPr>
            <p:cNvSpPr/>
            <p:nvPr/>
          </p:nvSpPr>
          <p:spPr>
            <a:xfrm>
              <a:off x="1166770" y="4382010"/>
              <a:ext cx="828000" cy="288000"/>
            </a:xfrm>
            <a:prstGeom prst="rect">
              <a:avLst/>
            </a:prstGeom>
          </p:spPr>
          <p:txBody>
            <a:bodyPr wrap="square" lIns="0" tIns="0" rIns="0" bIns="0" anchor="ctr">
              <a:noAutofit/>
            </a:bodyPr>
            <a:lstStyle/>
            <a:p>
              <a:r>
                <a:rPr lang="en-US" sz="1000" b="1">
                  <a:latin typeface="+mj-lt"/>
                  <a:cs typeface="Arial" panose="020B0604020202020204" pitchFamily="34" charset="0"/>
                </a:rPr>
                <a:t>GRAY </a:t>
              </a:r>
              <a:br>
                <a:rPr lang="en-US" sz="1000" b="1">
                  <a:latin typeface="+mj-lt"/>
                  <a:cs typeface="Arial" panose="020B0604020202020204" pitchFamily="34" charset="0"/>
                </a:rPr>
              </a:br>
              <a:r>
                <a:rPr lang="en-US" sz="1000" b="1">
                  <a:latin typeface="+mj-lt"/>
                  <a:cs typeface="Arial" panose="020B0604020202020204" pitchFamily="34" charset="0"/>
                </a:rPr>
                <a:t>SHADES</a:t>
              </a:r>
              <a:endParaRPr lang="en-US" sz="1000">
                <a:effectLst/>
                <a:latin typeface="+mj-lt"/>
                <a:cs typeface="Arial" panose="020B0604020202020204" pitchFamily="34" charset="0"/>
              </a:endParaRPr>
            </a:p>
          </p:txBody>
        </p:sp>
        <p:sp>
          <p:nvSpPr>
            <p:cNvPr id="61" name="Oval 3">
              <a:extLst>
                <a:ext uri="{FF2B5EF4-FFF2-40B4-BE49-F238E27FC236}">
                  <a16:creationId xmlns:a16="http://schemas.microsoft.com/office/drawing/2014/main" id="{26ABD318-3163-A674-73E1-4F563E9C52AF}"/>
                </a:ext>
              </a:extLst>
            </p:cNvPr>
            <p:cNvSpPr/>
            <p:nvPr/>
          </p:nvSpPr>
          <p:spPr bwMode="gray">
            <a:xfrm>
              <a:off x="765737" y="4394771"/>
              <a:ext cx="265548" cy="265548"/>
            </a:xfrm>
            <a:prstGeom prst="ellipse">
              <a:avLst/>
            </a:prstGeom>
            <a:noFill/>
            <a:ln w="15875" algn="ctr">
              <a:solidFill>
                <a:schemeClr val="tx1"/>
              </a:solidFill>
              <a:miter lim="800000"/>
              <a:headEnd/>
              <a:tailEnd/>
            </a:ln>
            <a:effectLst/>
          </p:spPr>
          <p:txBody>
            <a:bodyPr lIns="63500" tIns="0" rIns="64800" bIns="0" rtlCol="0" anchor="ctr"/>
            <a:lstStyle/>
            <a:p>
              <a:pPr algn="ctr">
                <a:spcBef>
                  <a:spcPct val="0"/>
                </a:spcBef>
                <a:buClrTx/>
                <a:buSzPct val="90000"/>
              </a:pPr>
              <a:r>
                <a:rPr lang="en-US" sz="1200" b="1">
                  <a:cs typeface="Arial" pitchFamily="34" charset="0"/>
                </a:rPr>
                <a:t>3</a:t>
              </a:r>
            </a:p>
          </p:txBody>
        </p:sp>
      </p:grpSp>
      <p:sp>
        <p:nvSpPr>
          <p:cNvPr id="48" name="Rectangle 47">
            <a:extLst>
              <a:ext uri="{FF2B5EF4-FFF2-40B4-BE49-F238E27FC236}">
                <a16:creationId xmlns:a16="http://schemas.microsoft.com/office/drawing/2014/main" id="{B7280376-DACE-BB36-6202-DCFE5DFBF0BD}"/>
              </a:ext>
            </a:extLst>
          </p:cNvPr>
          <p:cNvSpPr>
            <a:spLocks/>
          </p:cNvSpPr>
          <p:nvPr/>
        </p:nvSpPr>
        <p:spPr bwMode="gray">
          <a:xfrm>
            <a:off x="2280780" y="4497315"/>
            <a:ext cx="1260000" cy="468000"/>
          </a:xfrm>
          <a:prstGeom prst="rect">
            <a:avLst/>
          </a:prstGeom>
          <a:solidFill>
            <a:srgbClr val="000000"/>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R0 G0 B0 </a:t>
            </a:r>
          </a:p>
          <a:p>
            <a:pPr>
              <a:lnSpc>
                <a:spcPct val="90000"/>
              </a:lnSpc>
            </a:pPr>
            <a:r>
              <a:rPr lang="en-US" sz="800" b="1">
                <a:solidFill>
                  <a:schemeClr val="bg1"/>
                </a:solidFill>
              </a:rPr>
              <a:t>HEX</a:t>
            </a:r>
            <a:r>
              <a:rPr lang="en-US" sz="800">
                <a:solidFill>
                  <a:schemeClr val="bg1"/>
                </a:solidFill>
              </a:rPr>
              <a:t> #000000</a:t>
            </a:r>
          </a:p>
          <a:p>
            <a:pPr marL="99450" indent="-99450">
              <a:lnSpc>
                <a:spcPct val="90000"/>
              </a:lnSpc>
              <a:spcBef>
                <a:spcPts val="200"/>
              </a:spcBef>
              <a:buFont typeface=".Hiragino Kaku Gothic Interface W3"/>
              <a:buChar char="◉"/>
            </a:pPr>
            <a:r>
              <a:rPr lang="en-US" sz="700">
                <a:solidFill>
                  <a:schemeClr val="bg1"/>
                </a:solidFill>
              </a:rPr>
              <a:t> Use white text </a:t>
            </a:r>
            <a:endParaRPr lang="en-US" sz="700">
              <a:solidFill>
                <a:schemeClr val="bg1"/>
              </a:solidFill>
              <a:effectLst/>
            </a:endParaRPr>
          </a:p>
        </p:txBody>
      </p:sp>
      <p:sp>
        <p:nvSpPr>
          <p:cNvPr id="47" name="Rectangle 46">
            <a:extLst>
              <a:ext uri="{FF2B5EF4-FFF2-40B4-BE49-F238E27FC236}">
                <a16:creationId xmlns:a16="http://schemas.microsoft.com/office/drawing/2014/main" id="{7FB49393-169C-1EFD-2C19-C77185C85B69}"/>
              </a:ext>
            </a:extLst>
          </p:cNvPr>
          <p:cNvSpPr>
            <a:spLocks/>
          </p:cNvSpPr>
          <p:nvPr/>
        </p:nvSpPr>
        <p:spPr bwMode="gray">
          <a:xfrm>
            <a:off x="3594856" y="4497315"/>
            <a:ext cx="1260000" cy="468000"/>
          </a:xfrm>
          <a:prstGeom prst="rect">
            <a:avLst/>
          </a:prstGeom>
          <a:solidFill>
            <a:srgbClr val="333333"/>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R51 G51 B51 </a:t>
            </a:r>
          </a:p>
          <a:p>
            <a:pPr>
              <a:lnSpc>
                <a:spcPct val="90000"/>
              </a:lnSpc>
            </a:pPr>
            <a:r>
              <a:rPr lang="en-US" sz="800" b="1">
                <a:solidFill>
                  <a:schemeClr val="bg1"/>
                </a:solidFill>
              </a:rPr>
              <a:t>HEX</a:t>
            </a:r>
            <a:r>
              <a:rPr lang="en-US" sz="800">
                <a:solidFill>
                  <a:schemeClr val="bg1"/>
                </a:solidFill>
              </a:rPr>
              <a:t> #333333</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51" name="Rectangle 50">
            <a:extLst>
              <a:ext uri="{FF2B5EF4-FFF2-40B4-BE49-F238E27FC236}">
                <a16:creationId xmlns:a16="http://schemas.microsoft.com/office/drawing/2014/main" id="{10DA505E-74BE-319F-40A0-5F7BDDC036E5}"/>
              </a:ext>
            </a:extLst>
          </p:cNvPr>
          <p:cNvSpPr>
            <a:spLocks/>
          </p:cNvSpPr>
          <p:nvPr/>
        </p:nvSpPr>
        <p:spPr bwMode="gray">
          <a:xfrm>
            <a:off x="4908932" y="4497315"/>
            <a:ext cx="1260000" cy="468000"/>
          </a:xfrm>
          <a:prstGeom prst="rect">
            <a:avLst/>
          </a:prstGeom>
          <a:solidFill>
            <a:srgbClr val="555555"/>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R85 G85 B85 </a:t>
            </a:r>
          </a:p>
          <a:p>
            <a:pPr>
              <a:lnSpc>
                <a:spcPct val="90000"/>
              </a:lnSpc>
            </a:pPr>
            <a:r>
              <a:rPr lang="en-US" sz="800" b="1">
                <a:solidFill>
                  <a:schemeClr val="bg1"/>
                </a:solidFill>
              </a:rPr>
              <a:t>HEX</a:t>
            </a:r>
            <a:r>
              <a:rPr lang="en-US" sz="800">
                <a:solidFill>
                  <a:schemeClr val="bg1"/>
                </a:solidFill>
              </a:rPr>
              <a:t> #555555</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75" name="Rectangle 74">
            <a:extLst>
              <a:ext uri="{FF2B5EF4-FFF2-40B4-BE49-F238E27FC236}">
                <a16:creationId xmlns:a16="http://schemas.microsoft.com/office/drawing/2014/main" id="{5AC8050A-BFF7-501F-6D69-EDCCCB94C9CE}"/>
              </a:ext>
            </a:extLst>
          </p:cNvPr>
          <p:cNvSpPr>
            <a:spLocks/>
          </p:cNvSpPr>
          <p:nvPr/>
        </p:nvSpPr>
        <p:spPr bwMode="gray">
          <a:xfrm>
            <a:off x="6223008" y="4497315"/>
            <a:ext cx="1260000" cy="468000"/>
          </a:xfrm>
          <a:prstGeom prst="rect">
            <a:avLst/>
          </a:prstGeom>
          <a:solidFill>
            <a:srgbClr val="777777"/>
          </a:solidFill>
          <a:ln w="9525" algn="ctr">
            <a:noFill/>
            <a:miter lim="800000"/>
            <a:headEnd/>
            <a:tailEnd/>
          </a:ln>
          <a:effectLst/>
        </p:spPr>
        <p:txBody>
          <a:bodyPr lIns="54000" tIns="54000" rIns="54000" bIns="36000" rtlCol="0" anchor="b"/>
          <a:lstStyle/>
          <a:p>
            <a:pPr>
              <a:lnSpc>
                <a:spcPct val="90000"/>
              </a:lnSpc>
            </a:pPr>
            <a:r>
              <a:rPr lang="en-US" sz="800"/>
              <a:t>R119 G119 B119 </a:t>
            </a:r>
          </a:p>
          <a:p>
            <a:pPr>
              <a:lnSpc>
                <a:spcPct val="90000"/>
              </a:lnSpc>
            </a:pPr>
            <a:r>
              <a:rPr lang="en-US" sz="800" b="1"/>
              <a:t>HEX</a:t>
            </a:r>
            <a:r>
              <a:rPr lang="en-US" sz="800"/>
              <a:t> #777777 </a:t>
            </a:r>
          </a:p>
          <a:p>
            <a:pPr marL="99450" indent="-99450">
              <a:lnSpc>
                <a:spcPct val="90000"/>
              </a:lnSpc>
              <a:spcBef>
                <a:spcPts val="200"/>
              </a:spcBef>
              <a:buFont typeface=".Hiragino Kaku Gothic Interface W3"/>
              <a:buChar char="◉"/>
            </a:pPr>
            <a:r>
              <a:rPr lang="en-US" sz="700">
                <a:effectLst/>
              </a:rPr>
              <a:t>Use black text</a:t>
            </a:r>
            <a:endParaRPr lang="en-US" sz="600">
              <a:effectLst/>
            </a:endParaRPr>
          </a:p>
        </p:txBody>
      </p:sp>
      <p:sp>
        <p:nvSpPr>
          <p:cNvPr id="50" name="Rectangle 49">
            <a:extLst>
              <a:ext uri="{FF2B5EF4-FFF2-40B4-BE49-F238E27FC236}">
                <a16:creationId xmlns:a16="http://schemas.microsoft.com/office/drawing/2014/main" id="{98B5FAD9-C6BD-482B-757B-98A21E44E81D}"/>
              </a:ext>
            </a:extLst>
          </p:cNvPr>
          <p:cNvSpPr>
            <a:spLocks/>
          </p:cNvSpPr>
          <p:nvPr/>
        </p:nvSpPr>
        <p:spPr bwMode="gray">
          <a:xfrm>
            <a:off x="7537084" y="4497315"/>
            <a:ext cx="1260000" cy="468000"/>
          </a:xfrm>
          <a:prstGeom prst="rect">
            <a:avLst/>
          </a:prstGeom>
          <a:solidFill>
            <a:srgbClr val="999999"/>
          </a:solidFill>
          <a:ln w="9525" algn="ctr">
            <a:noFill/>
            <a:miter lim="800000"/>
            <a:headEnd/>
            <a:tailEnd/>
          </a:ln>
          <a:effectLst/>
        </p:spPr>
        <p:txBody>
          <a:bodyPr lIns="54000" tIns="54000" rIns="54000" bIns="36000" rtlCol="0" anchor="b"/>
          <a:lstStyle/>
          <a:p>
            <a:pPr>
              <a:lnSpc>
                <a:spcPct val="90000"/>
              </a:lnSpc>
            </a:pPr>
            <a:r>
              <a:rPr lang="en-US" sz="800"/>
              <a:t>R153 G153 B153 </a:t>
            </a:r>
          </a:p>
          <a:p>
            <a:pPr>
              <a:lnSpc>
                <a:spcPct val="90000"/>
              </a:lnSpc>
            </a:pPr>
            <a:r>
              <a:rPr lang="en-US" sz="800" b="1"/>
              <a:t>HEX</a:t>
            </a:r>
            <a:r>
              <a:rPr lang="en-US" sz="800"/>
              <a:t> #999999</a:t>
            </a:r>
          </a:p>
          <a:p>
            <a:pPr marL="99450" indent="-99450">
              <a:lnSpc>
                <a:spcPct val="90000"/>
              </a:lnSpc>
              <a:spcBef>
                <a:spcPts val="200"/>
              </a:spcBef>
              <a:buFont typeface=".Hiragino Kaku Gothic Interface W3"/>
              <a:buChar char="◉"/>
            </a:pPr>
            <a:r>
              <a:rPr lang="en-US" sz="700">
                <a:effectLst/>
              </a:rPr>
              <a:t>Use black text</a:t>
            </a:r>
            <a:r>
              <a:rPr lang="en-US" sz="700"/>
              <a:t> </a:t>
            </a:r>
            <a:endParaRPr lang="en-US" sz="700">
              <a:effectLst/>
            </a:endParaRPr>
          </a:p>
        </p:txBody>
      </p:sp>
      <p:sp>
        <p:nvSpPr>
          <p:cNvPr id="74" name="Rectangle 73">
            <a:extLst>
              <a:ext uri="{FF2B5EF4-FFF2-40B4-BE49-F238E27FC236}">
                <a16:creationId xmlns:a16="http://schemas.microsoft.com/office/drawing/2014/main" id="{29674926-B5AD-51C2-D99A-1003D50779AC}"/>
              </a:ext>
            </a:extLst>
          </p:cNvPr>
          <p:cNvSpPr>
            <a:spLocks/>
          </p:cNvSpPr>
          <p:nvPr/>
        </p:nvSpPr>
        <p:spPr bwMode="gray">
          <a:xfrm>
            <a:off x="8851160" y="4497315"/>
            <a:ext cx="1260000" cy="468000"/>
          </a:xfrm>
          <a:prstGeom prst="rect">
            <a:avLst/>
          </a:prstGeom>
          <a:solidFill>
            <a:srgbClr val="CCCCCC"/>
          </a:solidFill>
          <a:ln w="9525" algn="ctr">
            <a:noFill/>
            <a:miter lim="800000"/>
            <a:headEnd/>
            <a:tailEnd/>
          </a:ln>
          <a:effectLst/>
        </p:spPr>
        <p:txBody>
          <a:bodyPr lIns="54000" tIns="54000" rIns="54000" bIns="36000" rtlCol="0" anchor="b"/>
          <a:lstStyle/>
          <a:p>
            <a:pPr>
              <a:lnSpc>
                <a:spcPct val="90000"/>
              </a:lnSpc>
            </a:pPr>
            <a:r>
              <a:rPr lang="en-US" sz="800"/>
              <a:t>R204 G204 B204 </a:t>
            </a:r>
          </a:p>
          <a:p>
            <a:pPr>
              <a:lnSpc>
                <a:spcPct val="90000"/>
              </a:lnSpc>
            </a:pPr>
            <a:r>
              <a:rPr lang="en-US" sz="800" b="1"/>
              <a:t>HEX</a:t>
            </a:r>
            <a:r>
              <a:rPr lang="en-US" sz="800"/>
              <a:t> #cccccc</a:t>
            </a:r>
          </a:p>
          <a:p>
            <a:pPr marL="99450" indent="-99450">
              <a:lnSpc>
                <a:spcPct val="90000"/>
              </a:lnSpc>
              <a:spcBef>
                <a:spcPts val="200"/>
              </a:spcBef>
              <a:buFont typeface=".Hiragino Kaku Gothic Interface W3"/>
              <a:buChar char="◉"/>
            </a:pPr>
            <a:r>
              <a:rPr lang="en-US" sz="700">
                <a:effectLst/>
              </a:rPr>
              <a:t>Use black text</a:t>
            </a:r>
            <a:r>
              <a:rPr lang="en-US" sz="800"/>
              <a:t> </a:t>
            </a:r>
            <a:endParaRPr lang="en-US" sz="800">
              <a:effectLst/>
            </a:endParaRPr>
          </a:p>
        </p:txBody>
      </p:sp>
      <p:sp>
        <p:nvSpPr>
          <p:cNvPr id="49" name="Rectangle 48">
            <a:extLst>
              <a:ext uri="{FF2B5EF4-FFF2-40B4-BE49-F238E27FC236}">
                <a16:creationId xmlns:a16="http://schemas.microsoft.com/office/drawing/2014/main" id="{612B87D7-F704-82C8-4B15-68FC9CC6A500}"/>
              </a:ext>
            </a:extLst>
          </p:cNvPr>
          <p:cNvSpPr>
            <a:spLocks/>
          </p:cNvSpPr>
          <p:nvPr/>
        </p:nvSpPr>
        <p:spPr bwMode="gray">
          <a:xfrm>
            <a:off x="10165238" y="4497315"/>
            <a:ext cx="1260000" cy="468000"/>
          </a:xfrm>
          <a:prstGeom prst="rect">
            <a:avLst/>
          </a:prstGeom>
          <a:solidFill>
            <a:srgbClr val="EEEEEE"/>
          </a:solidFill>
          <a:ln w="9525" algn="ctr">
            <a:noFill/>
            <a:miter lim="800000"/>
            <a:headEnd/>
            <a:tailEnd/>
          </a:ln>
          <a:effectLst/>
        </p:spPr>
        <p:txBody>
          <a:bodyPr lIns="54000" tIns="54000" rIns="54000" bIns="36000" rtlCol="0" anchor="b"/>
          <a:lstStyle/>
          <a:p>
            <a:pPr>
              <a:lnSpc>
                <a:spcPct val="90000"/>
              </a:lnSpc>
            </a:pPr>
            <a:r>
              <a:rPr lang="en-US" sz="800"/>
              <a:t>R238 G238 B238 </a:t>
            </a:r>
          </a:p>
          <a:p>
            <a:pPr>
              <a:lnSpc>
                <a:spcPct val="90000"/>
              </a:lnSpc>
            </a:pPr>
            <a:r>
              <a:rPr lang="en-US" sz="800" b="1"/>
              <a:t>HEX</a:t>
            </a:r>
            <a:r>
              <a:rPr lang="en-US" sz="800"/>
              <a:t> #eeeeee</a:t>
            </a:r>
          </a:p>
          <a:p>
            <a:pPr marL="99450" indent="-99450">
              <a:lnSpc>
                <a:spcPct val="90000"/>
              </a:lnSpc>
              <a:spcBef>
                <a:spcPts val="200"/>
              </a:spcBef>
              <a:buFont typeface=".Hiragino Kaku Gothic Interface W3"/>
              <a:buChar char="◉"/>
            </a:pPr>
            <a:r>
              <a:rPr lang="en-US" sz="700">
                <a:effectLst/>
              </a:rPr>
              <a:t>Use black text</a:t>
            </a:r>
            <a:r>
              <a:rPr lang="en-US" sz="800"/>
              <a:t> </a:t>
            </a:r>
            <a:endParaRPr lang="en-US" sz="800">
              <a:effectLst/>
            </a:endParaRPr>
          </a:p>
        </p:txBody>
      </p:sp>
      <p:grpSp>
        <p:nvGrpSpPr>
          <p:cNvPr id="14" name="Magenta shades group" descr="4. MAGENTA SHADES">
            <a:extLst>
              <a:ext uri="{FF2B5EF4-FFF2-40B4-BE49-F238E27FC236}">
                <a16:creationId xmlns:a16="http://schemas.microsoft.com/office/drawing/2014/main" id="{649D1212-C91F-3D64-B1CA-B1A013D2D471}"/>
              </a:ext>
            </a:extLst>
          </p:cNvPr>
          <p:cNvGrpSpPr/>
          <p:nvPr/>
        </p:nvGrpSpPr>
        <p:grpSpPr>
          <a:xfrm>
            <a:off x="765737" y="5155842"/>
            <a:ext cx="1261025" cy="377934"/>
            <a:chOff x="765737" y="4946852"/>
            <a:chExt cx="1261025" cy="377934"/>
          </a:xfrm>
        </p:grpSpPr>
        <p:cxnSp>
          <p:nvCxnSpPr>
            <p:cNvPr id="69" name="Straight Connector 68">
              <a:extLst>
                <a:ext uri="{FF2B5EF4-FFF2-40B4-BE49-F238E27FC236}">
                  <a16:creationId xmlns:a16="http://schemas.microsoft.com/office/drawing/2014/main" id="{060037F9-8967-96D2-3258-302F91881EEE}"/>
                </a:ext>
                <a:ext uri="{C183D7F6-B498-43B3-948B-1728B52AA6E4}">
                  <adec:decorative xmlns:adec="http://schemas.microsoft.com/office/drawing/2017/decorative" val="1"/>
                </a:ext>
              </a:extLst>
            </p:cNvPr>
            <p:cNvCxnSpPr>
              <a:cxnSpLocks/>
            </p:cNvCxnSpPr>
            <p:nvPr/>
          </p:nvCxnSpPr>
          <p:spPr bwMode="gray">
            <a:xfrm flipH="1">
              <a:off x="766762" y="5324786"/>
              <a:ext cx="1260000" cy="0"/>
            </a:xfrm>
            <a:prstGeom prst="line">
              <a:avLst/>
            </a:prstGeom>
            <a:noFill/>
            <a:ln w="9525">
              <a:solidFill>
                <a:schemeClr val="tx1">
                  <a:lumMod val="50000"/>
                  <a:lumOff val="50000"/>
                </a:schemeClr>
              </a:solidFill>
              <a:round/>
              <a:headEnd/>
              <a:tailEnd/>
            </a:ln>
            <a:effectLst/>
          </p:spPr>
        </p:cxnSp>
        <p:sp>
          <p:nvSpPr>
            <p:cNvPr id="28" name="Rectangle 27">
              <a:extLst>
                <a:ext uri="{FF2B5EF4-FFF2-40B4-BE49-F238E27FC236}">
                  <a16:creationId xmlns:a16="http://schemas.microsoft.com/office/drawing/2014/main" id="{199C295C-B351-4F01-52FF-E0E13A649857}"/>
                </a:ext>
              </a:extLst>
            </p:cNvPr>
            <p:cNvSpPr/>
            <p:nvPr/>
          </p:nvSpPr>
          <p:spPr>
            <a:xfrm>
              <a:off x="1166770" y="4946852"/>
              <a:ext cx="828000" cy="288000"/>
            </a:xfrm>
            <a:prstGeom prst="rect">
              <a:avLst/>
            </a:prstGeom>
          </p:spPr>
          <p:txBody>
            <a:bodyPr wrap="square" lIns="0" tIns="0" rIns="0" bIns="0" anchor="ctr">
              <a:noAutofit/>
            </a:bodyPr>
            <a:lstStyle/>
            <a:p>
              <a:r>
                <a:rPr lang="en-US" sz="1000" b="1">
                  <a:latin typeface="+mj-lt"/>
                  <a:cs typeface="Arial" panose="020B0604020202020204" pitchFamily="34" charset="0"/>
                </a:rPr>
                <a:t>MAGENTA </a:t>
              </a:r>
              <a:br>
                <a:rPr lang="en-US" sz="1000" b="1">
                  <a:latin typeface="+mj-lt"/>
                  <a:cs typeface="Arial" panose="020B0604020202020204" pitchFamily="34" charset="0"/>
                </a:rPr>
              </a:br>
              <a:r>
                <a:rPr lang="en-US" sz="1000" b="1">
                  <a:latin typeface="+mj-lt"/>
                  <a:cs typeface="Arial" panose="020B0604020202020204" pitchFamily="34" charset="0"/>
                </a:rPr>
                <a:t>SHADES</a:t>
              </a:r>
              <a:endParaRPr lang="en-US" sz="1000">
                <a:effectLst/>
                <a:latin typeface="+mj-lt"/>
                <a:cs typeface="Arial" panose="020B0604020202020204" pitchFamily="34" charset="0"/>
              </a:endParaRPr>
            </a:p>
          </p:txBody>
        </p:sp>
        <p:sp>
          <p:nvSpPr>
            <p:cNvPr id="62" name="Oval 4">
              <a:extLst>
                <a:ext uri="{FF2B5EF4-FFF2-40B4-BE49-F238E27FC236}">
                  <a16:creationId xmlns:a16="http://schemas.microsoft.com/office/drawing/2014/main" id="{EBA9C029-FCC2-3841-110A-67AF741F9C62}"/>
                </a:ext>
              </a:extLst>
            </p:cNvPr>
            <p:cNvSpPr/>
            <p:nvPr/>
          </p:nvSpPr>
          <p:spPr bwMode="gray">
            <a:xfrm>
              <a:off x="765737" y="4958078"/>
              <a:ext cx="265548" cy="265548"/>
            </a:xfrm>
            <a:prstGeom prst="ellipse">
              <a:avLst/>
            </a:prstGeom>
            <a:noFill/>
            <a:ln w="15875" algn="ctr">
              <a:solidFill>
                <a:schemeClr val="tx1"/>
              </a:solidFill>
              <a:miter lim="800000"/>
              <a:headEnd/>
              <a:tailEnd/>
            </a:ln>
            <a:effectLst/>
          </p:spPr>
          <p:txBody>
            <a:bodyPr lIns="63500" tIns="0" rIns="64800" bIns="0" rtlCol="0" anchor="ctr"/>
            <a:lstStyle/>
            <a:p>
              <a:pPr algn="ctr">
                <a:spcBef>
                  <a:spcPct val="0"/>
                </a:spcBef>
                <a:buClrTx/>
                <a:buSzPct val="90000"/>
              </a:pPr>
              <a:r>
                <a:rPr lang="en-US" sz="1200" b="1">
                  <a:cs typeface="Arial" pitchFamily="34" charset="0"/>
                </a:rPr>
                <a:t>4</a:t>
              </a:r>
            </a:p>
          </p:txBody>
        </p:sp>
      </p:grpSp>
      <p:sp>
        <p:nvSpPr>
          <p:cNvPr id="63" name="Rectangle 62">
            <a:extLst>
              <a:ext uri="{FF2B5EF4-FFF2-40B4-BE49-F238E27FC236}">
                <a16:creationId xmlns:a16="http://schemas.microsoft.com/office/drawing/2014/main" id="{27C53FE3-DD8C-876C-411D-345CCA44A446}"/>
              </a:ext>
            </a:extLst>
          </p:cNvPr>
          <p:cNvSpPr>
            <a:spLocks/>
          </p:cNvSpPr>
          <p:nvPr/>
        </p:nvSpPr>
        <p:spPr bwMode="gray">
          <a:xfrm>
            <a:off x="2280780" y="5062157"/>
            <a:ext cx="1260000" cy="468000"/>
          </a:xfrm>
          <a:prstGeom prst="rect">
            <a:avLst/>
          </a:prstGeom>
          <a:solidFill>
            <a:srgbClr val="7E1B4C"/>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R126 G27 B76 </a:t>
            </a:r>
          </a:p>
          <a:p>
            <a:pPr>
              <a:lnSpc>
                <a:spcPct val="90000"/>
              </a:lnSpc>
            </a:pPr>
            <a:r>
              <a:rPr lang="en-US" sz="800" b="1">
                <a:solidFill>
                  <a:schemeClr val="bg1"/>
                </a:solidFill>
              </a:rPr>
              <a:t>HEX</a:t>
            </a:r>
            <a:r>
              <a:rPr lang="en-US" sz="800">
                <a:solidFill>
                  <a:schemeClr val="bg1"/>
                </a:solidFill>
              </a:rPr>
              <a:t> #7e1b4c </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59" name="Rectangle 58">
            <a:extLst>
              <a:ext uri="{FF2B5EF4-FFF2-40B4-BE49-F238E27FC236}">
                <a16:creationId xmlns:a16="http://schemas.microsoft.com/office/drawing/2014/main" id="{B7218053-F83E-1772-DFD8-229591ED72EE}"/>
              </a:ext>
            </a:extLst>
          </p:cNvPr>
          <p:cNvSpPr>
            <a:spLocks/>
          </p:cNvSpPr>
          <p:nvPr/>
        </p:nvSpPr>
        <p:spPr bwMode="gray">
          <a:xfrm>
            <a:off x="3594766" y="5062157"/>
            <a:ext cx="1260000" cy="468000"/>
          </a:xfrm>
          <a:prstGeom prst="rect">
            <a:avLst/>
          </a:prstGeom>
          <a:solidFill>
            <a:srgbClr val="A82465"/>
          </a:solidFill>
          <a:ln w="9525" algn="ctr">
            <a:noFill/>
            <a:miter lim="800000"/>
            <a:headEnd/>
            <a:tailEnd/>
          </a:ln>
          <a:effectLst/>
        </p:spPr>
        <p:txBody>
          <a:bodyPr lIns="54000" tIns="54000" rIns="54000" bIns="36000" rtlCol="0" anchor="b"/>
          <a:lstStyle/>
          <a:p>
            <a:pPr>
              <a:lnSpc>
                <a:spcPct val="90000"/>
              </a:lnSpc>
            </a:pPr>
            <a:r>
              <a:rPr lang="en-US" sz="800">
                <a:solidFill>
                  <a:schemeClr val="bg1"/>
                </a:solidFill>
              </a:rPr>
              <a:t>R168 G36 B101 </a:t>
            </a:r>
          </a:p>
          <a:p>
            <a:pPr>
              <a:lnSpc>
                <a:spcPct val="90000"/>
              </a:lnSpc>
            </a:pPr>
            <a:r>
              <a:rPr lang="en-US" sz="800" b="1">
                <a:solidFill>
                  <a:schemeClr val="bg1"/>
                </a:solidFill>
              </a:rPr>
              <a:t>HEX</a:t>
            </a:r>
            <a:r>
              <a:rPr lang="en-US" sz="800">
                <a:solidFill>
                  <a:schemeClr val="bg1"/>
                </a:solidFill>
              </a:rPr>
              <a:t> #a82465 </a:t>
            </a:r>
          </a:p>
          <a:p>
            <a:pPr marL="99450" indent="-99450">
              <a:lnSpc>
                <a:spcPct val="90000"/>
              </a:lnSpc>
              <a:spcBef>
                <a:spcPts val="200"/>
              </a:spcBef>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65" name="Rectangle 64">
            <a:extLst>
              <a:ext uri="{FF2B5EF4-FFF2-40B4-BE49-F238E27FC236}">
                <a16:creationId xmlns:a16="http://schemas.microsoft.com/office/drawing/2014/main" id="{EB1A022C-7E8A-C104-533D-321CC14396CF}"/>
              </a:ext>
            </a:extLst>
          </p:cNvPr>
          <p:cNvSpPr>
            <a:spLocks/>
          </p:cNvSpPr>
          <p:nvPr/>
        </p:nvSpPr>
        <p:spPr bwMode="gray">
          <a:xfrm>
            <a:off x="4908752" y="5062157"/>
            <a:ext cx="1260000" cy="468000"/>
          </a:xfrm>
          <a:prstGeom prst="rect">
            <a:avLst/>
          </a:prstGeom>
          <a:solidFill>
            <a:srgbClr val="CB7CA3"/>
          </a:solidFill>
          <a:ln w="9525" algn="ctr">
            <a:noFill/>
            <a:miter lim="800000"/>
            <a:headEnd/>
            <a:tailEnd/>
          </a:ln>
          <a:effectLst/>
        </p:spPr>
        <p:txBody>
          <a:bodyPr lIns="54000" tIns="54000" rIns="54000" bIns="36000" rtlCol="0" anchor="b"/>
          <a:lstStyle/>
          <a:p>
            <a:pPr>
              <a:lnSpc>
                <a:spcPct val="90000"/>
              </a:lnSpc>
            </a:pPr>
            <a:r>
              <a:rPr lang="en-US" sz="800"/>
              <a:t>R203 G124 B163 </a:t>
            </a:r>
          </a:p>
          <a:p>
            <a:pPr>
              <a:lnSpc>
                <a:spcPct val="90000"/>
              </a:lnSpc>
            </a:pPr>
            <a:r>
              <a:rPr lang="en-US" sz="800" b="1"/>
              <a:t>HEX</a:t>
            </a:r>
            <a:r>
              <a:rPr lang="en-US" sz="800"/>
              <a:t> #cb7ca3</a:t>
            </a:r>
          </a:p>
          <a:p>
            <a:pPr marL="99450" indent="-99450">
              <a:lnSpc>
                <a:spcPct val="90000"/>
              </a:lnSpc>
              <a:spcBef>
                <a:spcPts val="200"/>
              </a:spcBef>
              <a:buFont typeface=".Hiragino Kaku Gothic Interface W3"/>
              <a:buChar char="◉"/>
            </a:pPr>
            <a:r>
              <a:rPr lang="en-US" sz="700">
                <a:effectLst/>
              </a:rPr>
              <a:t>Use black text</a:t>
            </a:r>
            <a:endParaRPr lang="en-US" sz="600">
              <a:effectLst/>
            </a:endParaRPr>
          </a:p>
        </p:txBody>
      </p:sp>
      <p:grpSp>
        <p:nvGrpSpPr>
          <p:cNvPr id="15" name="Data shades group" descr="5. DATA SHADES">
            <a:extLst>
              <a:ext uri="{FF2B5EF4-FFF2-40B4-BE49-F238E27FC236}">
                <a16:creationId xmlns:a16="http://schemas.microsoft.com/office/drawing/2014/main" id="{EC32A07B-2F99-6AF2-F664-1D9AF1FA6101}"/>
              </a:ext>
            </a:extLst>
          </p:cNvPr>
          <p:cNvGrpSpPr/>
          <p:nvPr/>
        </p:nvGrpSpPr>
        <p:grpSpPr>
          <a:xfrm>
            <a:off x="765737" y="5714142"/>
            <a:ext cx="1261025" cy="377126"/>
            <a:chOff x="765737" y="5714142"/>
            <a:chExt cx="1261025" cy="377126"/>
          </a:xfrm>
        </p:grpSpPr>
        <p:cxnSp>
          <p:nvCxnSpPr>
            <p:cNvPr id="73" name="Straight Connector 72">
              <a:extLst>
                <a:ext uri="{FF2B5EF4-FFF2-40B4-BE49-F238E27FC236}">
                  <a16:creationId xmlns:a16="http://schemas.microsoft.com/office/drawing/2014/main" id="{7A275849-7B36-A132-B36F-8873E3834E3A}"/>
                </a:ext>
                <a:ext uri="{C183D7F6-B498-43B3-948B-1728B52AA6E4}">
                  <adec:decorative xmlns:adec="http://schemas.microsoft.com/office/drawing/2017/decorative" val="1"/>
                </a:ext>
              </a:extLst>
            </p:cNvPr>
            <p:cNvCxnSpPr>
              <a:cxnSpLocks/>
            </p:cNvCxnSpPr>
            <p:nvPr/>
          </p:nvCxnSpPr>
          <p:spPr bwMode="gray">
            <a:xfrm flipH="1">
              <a:off x="766762" y="6091268"/>
              <a:ext cx="1260000" cy="0"/>
            </a:xfrm>
            <a:prstGeom prst="line">
              <a:avLst/>
            </a:prstGeom>
            <a:noFill/>
            <a:ln w="9525">
              <a:solidFill>
                <a:schemeClr val="tx1">
                  <a:lumMod val="50000"/>
                  <a:lumOff val="50000"/>
                </a:schemeClr>
              </a:solidFill>
              <a:round/>
              <a:headEnd/>
              <a:tailEnd/>
            </a:ln>
            <a:effectLst/>
          </p:spPr>
        </p:cxnSp>
        <p:sp>
          <p:nvSpPr>
            <p:cNvPr id="71" name="Rectangle 70" descr="5. DATA SHADES">
              <a:extLst>
                <a:ext uri="{FF2B5EF4-FFF2-40B4-BE49-F238E27FC236}">
                  <a16:creationId xmlns:a16="http://schemas.microsoft.com/office/drawing/2014/main" id="{3A7E2325-A240-3462-1C27-0BEAFAE93EAD}"/>
                </a:ext>
              </a:extLst>
            </p:cNvPr>
            <p:cNvSpPr/>
            <p:nvPr/>
          </p:nvSpPr>
          <p:spPr>
            <a:xfrm>
              <a:off x="1166770" y="5714142"/>
              <a:ext cx="828000" cy="288000"/>
            </a:xfrm>
            <a:prstGeom prst="rect">
              <a:avLst/>
            </a:prstGeom>
          </p:spPr>
          <p:txBody>
            <a:bodyPr wrap="square" lIns="0" tIns="0" rIns="0" bIns="0" anchor="ctr">
              <a:noAutofit/>
            </a:bodyPr>
            <a:lstStyle/>
            <a:p>
              <a:r>
                <a:rPr lang="en-US" sz="1000" b="1">
                  <a:latin typeface="+mj-lt"/>
                  <a:cs typeface="Arial" panose="020B0604020202020204" pitchFamily="34" charset="0"/>
                </a:rPr>
                <a:t>DATA </a:t>
              </a:r>
              <a:br>
                <a:rPr lang="en-US" sz="1000" b="1">
                  <a:latin typeface="+mj-lt"/>
                  <a:cs typeface="Arial" panose="020B0604020202020204" pitchFamily="34" charset="0"/>
                </a:rPr>
              </a:br>
              <a:r>
                <a:rPr lang="en-US" sz="1000" b="1">
                  <a:latin typeface="+mj-lt"/>
                  <a:cs typeface="Arial" panose="020B0604020202020204" pitchFamily="34" charset="0"/>
                </a:rPr>
                <a:t>SHADES</a:t>
              </a:r>
              <a:endParaRPr lang="en-US" sz="1000">
                <a:effectLst/>
                <a:latin typeface="+mj-lt"/>
                <a:cs typeface="Arial" panose="020B0604020202020204" pitchFamily="34" charset="0"/>
              </a:endParaRPr>
            </a:p>
          </p:txBody>
        </p:sp>
        <p:sp>
          <p:nvSpPr>
            <p:cNvPr id="72" name="Oval 5">
              <a:extLst>
                <a:ext uri="{FF2B5EF4-FFF2-40B4-BE49-F238E27FC236}">
                  <a16:creationId xmlns:a16="http://schemas.microsoft.com/office/drawing/2014/main" id="{2359F0E3-446B-188D-A8C8-E56F8AC6DE87}"/>
                </a:ext>
              </a:extLst>
            </p:cNvPr>
            <p:cNvSpPr/>
            <p:nvPr/>
          </p:nvSpPr>
          <p:spPr bwMode="gray">
            <a:xfrm>
              <a:off x="765737" y="5725368"/>
              <a:ext cx="265548" cy="265548"/>
            </a:xfrm>
            <a:prstGeom prst="ellipse">
              <a:avLst/>
            </a:prstGeom>
            <a:noFill/>
            <a:ln w="15875" algn="ctr">
              <a:solidFill>
                <a:schemeClr val="tx1"/>
              </a:solidFill>
              <a:miter lim="800000"/>
              <a:headEnd/>
              <a:tailEnd/>
            </a:ln>
            <a:effectLst/>
          </p:spPr>
          <p:txBody>
            <a:bodyPr lIns="63500" tIns="0" rIns="64800" bIns="0" rtlCol="0" anchor="ctr"/>
            <a:lstStyle/>
            <a:p>
              <a:pPr algn="ctr">
                <a:spcBef>
                  <a:spcPct val="0"/>
                </a:spcBef>
                <a:buClrTx/>
                <a:buSzPct val="90000"/>
              </a:pPr>
              <a:r>
                <a:rPr lang="en-US" sz="1200" b="1">
                  <a:cs typeface="Arial" pitchFamily="34" charset="0"/>
                </a:rPr>
                <a:t>5</a:t>
              </a:r>
            </a:p>
          </p:txBody>
        </p:sp>
      </p:grpSp>
      <p:sp>
        <p:nvSpPr>
          <p:cNvPr id="20" name="Rectangle 19">
            <a:extLst>
              <a:ext uri="{FF2B5EF4-FFF2-40B4-BE49-F238E27FC236}">
                <a16:creationId xmlns:a16="http://schemas.microsoft.com/office/drawing/2014/main" id="{38D89462-E990-20D8-CEC3-912709CF3A76}"/>
              </a:ext>
            </a:extLst>
          </p:cNvPr>
          <p:cNvSpPr/>
          <p:nvPr/>
        </p:nvSpPr>
        <p:spPr bwMode="gray">
          <a:xfrm>
            <a:off x="2280780" y="5624142"/>
            <a:ext cx="1260000" cy="468000"/>
          </a:xfrm>
          <a:prstGeom prst="rect">
            <a:avLst/>
          </a:prstGeom>
          <a:solidFill>
            <a:srgbClr val="128354"/>
          </a:solidFill>
          <a:ln w="9525" algn="ctr">
            <a:noFill/>
            <a:miter lim="800000"/>
            <a:headEnd/>
            <a:tailEnd/>
          </a:ln>
          <a:effectLst/>
        </p:spPr>
        <p:txBody>
          <a:bodyPr lIns="54000" tIns="54000" rIns="54000" bIns="36576" rtlCol="0" anchor="b"/>
          <a:lstStyle/>
          <a:p>
            <a:pPr>
              <a:lnSpc>
                <a:spcPct val="90000"/>
              </a:lnSpc>
            </a:pPr>
            <a:r>
              <a:rPr lang="en-US" sz="800">
                <a:solidFill>
                  <a:schemeClr val="bg1"/>
                </a:solidFill>
              </a:rPr>
              <a:t>R18 G131 B84 </a:t>
            </a:r>
          </a:p>
          <a:p>
            <a:pPr>
              <a:lnSpc>
                <a:spcPct val="90000"/>
              </a:lnSpc>
            </a:pPr>
            <a:r>
              <a:rPr lang="en-US" sz="800" b="1">
                <a:solidFill>
                  <a:schemeClr val="bg1"/>
                </a:solidFill>
              </a:rPr>
              <a:t>HEX</a:t>
            </a:r>
            <a:r>
              <a:rPr lang="en-US" sz="800">
                <a:solidFill>
                  <a:schemeClr val="bg1"/>
                </a:solidFill>
              </a:rPr>
              <a:t> # 128354 </a:t>
            </a:r>
          </a:p>
          <a:p>
            <a:pPr marL="99450" indent="-99450">
              <a:lnSpc>
                <a:spcPct val="90000"/>
              </a:lnSpc>
              <a:buFont typeface=".Hiragino Kaku Gothic Interface W3"/>
              <a:buChar char="◉"/>
            </a:pPr>
            <a:r>
              <a:rPr lang="en-US" sz="700">
                <a:solidFill>
                  <a:schemeClr val="bg1"/>
                </a:solidFill>
                <a:effectLst/>
              </a:rPr>
              <a:t>Use white text</a:t>
            </a:r>
            <a:endParaRPr lang="en-US" sz="600">
              <a:solidFill>
                <a:schemeClr val="bg1"/>
              </a:solidFill>
              <a:effectLst/>
            </a:endParaRPr>
          </a:p>
        </p:txBody>
      </p:sp>
      <p:sp>
        <p:nvSpPr>
          <p:cNvPr id="21" name="Rectangle 20">
            <a:extLst>
              <a:ext uri="{FF2B5EF4-FFF2-40B4-BE49-F238E27FC236}">
                <a16:creationId xmlns:a16="http://schemas.microsoft.com/office/drawing/2014/main" id="{2E20E93D-7A9C-89AB-0A45-DFD102F2C75C}"/>
              </a:ext>
            </a:extLst>
          </p:cNvPr>
          <p:cNvSpPr/>
          <p:nvPr/>
        </p:nvSpPr>
        <p:spPr bwMode="gray">
          <a:xfrm>
            <a:off x="3594766" y="5624142"/>
            <a:ext cx="1260000" cy="468000"/>
          </a:xfrm>
          <a:prstGeom prst="rect">
            <a:avLst/>
          </a:prstGeom>
          <a:solidFill>
            <a:srgbClr val="F1A425"/>
          </a:solidFill>
          <a:ln w="9525" algn="ctr">
            <a:noFill/>
            <a:miter lim="800000"/>
            <a:headEnd/>
            <a:tailEnd/>
          </a:ln>
          <a:effectLst/>
        </p:spPr>
        <p:txBody>
          <a:bodyPr lIns="54000" tIns="54000" rIns="54000" bIns="36576" rtlCol="0" anchor="b"/>
          <a:lstStyle/>
          <a:p>
            <a:pPr>
              <a:lnSpc>
                <a:spcPct val="90000"/>
              </a:lnSpc>
            </a:pPr>
            <a:r>
              <a:rPr lang="en-US" sz="800"/>
              <a:t>R241 G164 B37 </a:t>
            </a:r>
          </a:p>
          <a:p>
            <a:pPr>
              <a:lnSpc>
                <a:spcPct val="90000"/>
              </a:lnSpc>
            </a:pPr>
            <a:r>
              <a:rPr lang="en-US" sz="800" b="1"/>
              <a:t>HEX</a:t>
            </a:r>
            <a:r>
              <a:rPr lang="en-US" sz="800"/>
              <a:t> #f1a425</a:t>
            </a:r>
          </a:p>
          <a:p>
            <a:pPr marL="99450" indent="-99450">
              <a:lnSpc>
                <a:spcPct val="90000"/>
              </a:lnSpc>
              <a:buFont typeface=".Hiragino Kaku Gothic Interface W3"/>
              <a:buChar char="◉"/>
            </a:pPr>
            <a:r>
              <a:rPr lang="en-US" sz="700">
                <a:effectLst/>
              </a:rPr>
              <a:t>Use black text</a:t>
            </a:r>
            <a:r>
              <a:rPr lang="en-US" sz="800"/>
              <a:t> </a:t>
            </a:r>
            <a:endParaRPr lang="en-US" sz="800">
              <a:effectLst/>
            </a:endParaRPr>
          </a:p>
        </p:txBody>
      </p:sp>
      <p:sp>
        <p:nvSpPr>
          <p:cNvPr id="24" name="Rectangle 23">
            <a:extLst>
              <a:ext uri="{FF2B5EF4-FFF2-40B4-BE49-F238E27FC236}">
                <a16:creationId xmlns:a16="http://schemas.microsoft.com/office/drawing/2014/main" id="{9E9AC3D2-E5EB-D424-5233-2E1D879F1DED}"/>
              </a:ext>
            </a:extLst>
          </p:cNvPr>
          <p:cNvSpPr/>
          <p:nvPr/>
        </p:nvSpPr>
        <p:spPr bwMode="gray">
          <a:xfrm>
            <a:off x="4908752" y="5624142"/>
            <a:ext cx="1260000" cy="468000"/>
          </a:xfrm>
          <a:prstGeom prst="rect">
            <a:avLst/>
          </a:prstGeom>
          <a:solidFill>
            <a:srgbClr val="B00020"/>
          </a:solidFill>
          <a:ln w="9525" algn="ctr">
            <a:noFill/>
            <a:miter lim="800000"/>
            <a:headEnd/>
            <a:tailEnd/>
          </a:ln>
          <a:effectLst/>
        </p:spPr>
        <p:txBody>
          <a:bodyPr lIns="54000" tIns="54000" rIns="54000" bIns="36576" rtlCol="0" anchor="b"/>
          <a:lstStyle/>
          <a:p>
            <a:pPr>
              <a:lnSpc>
                <a:spcPct val="90000"/>
              </a:lnSpc>
            </a:pPr>
            <a:r>
              <a:rPr lang="en-US" sz="800">
                <a:solidFill>
                  <a:schemeClr val="bg1"/>
                </a:solidFill>
              </a:rPr>
              <a:t>R176 G0 B32 </a:t>
            </a:r>
          </a:p>
          <a:p>
            <a:pPr>
              <a:lnSpc>
                <a:spcPct val="90000"/>
              </a:lnSpc>
            </a:pPr>
            <a:r>
              <a:rPr lang="en-US" sz="800" b="1">
                <a:solidFill>
                  <a:schemeClr val="bg1"/>
                </a:solidFill>
              </a:rPr>
              <a:t>HEX</a:t>
            </a:r>
            <a:r>
              <a:rPr lang="en-US" sz="800">
                <a:solidFill>
                  <a:schemeClr val="bg1"/>
                </a:solidFill>
              </a:rPr>
              <a:t> #b00020</a:t>
            </a:r>
          </a:p>
          <a:p>
            <a:pPr marL="99450" indent="-99450">
              <a:lnSpc>
                <a:spcPct val="90000"/>
              </a:lnSpc>
              <a:buFont typeface=".Hiragino Kaku Gothic Interface W3"/>
              <a:buChar char="◉"/>
            </a:pPr>
            <a:r>
              <a:rPr lang="en-US" sz="700">
                <a:solidFill>
                  <a:schemeClr val="bg1"/>
                </a:solidFill>
              </a:rPr>
              <a:t>Use white text  </a:t>
            </a:r>
            <a:endParaRPr lang="en-US" sz="700">
              <a:solidFill>
                <a:schemeClr val="bg1"/>
              </a:solidFill>
              <a:effectLst/>
            </a:endParaRPr>
          </a:p>
        </p:txBody>
      </p:sp>
      <p:sp>
        <p:nvSpPr>
          <p:cNvPr id="33" name="Rectangle 32">
            <a:extLst>
              <a:ext uri="{FF2B5EF4-FFF2-40B4-BE49-F238E27FC236}">
                <a16:creationId xmlns:a16="http://schemas.microsoft.com/office/drawing/2014/main" id="{87941679-B6C3-8114-61EC-9FAD404235C8}"/>
              </a:ext>
            </a:extLst>
          </p:cNvPr>
          <p:cNvSpPr/>
          <p:nvPr/>
        </p:nvSpPr>
        <p:spPr>
          <a:xfrm>
            <a:off x="6233187" y="5667828"/>
            <a:ext cx="2411158" cy="415498"/>
          </a:xfrm>
          <a:prstGeom prst="rect">
            <a:avLst/>
          </a:prstGeom>
        </p:spPr>
        <p:txBody>
          <a:bodyPr wrap="square" lIns="0" tIns="0" rIns="0" bIns="0">
            <a:spAutoFit/>
          </a:bodyPr>
          <a:lstStyle/>
          <a:p>
            <a:pPr>
              <a:lnSpc>
                <a:spcPct val="90000"/>
              </a:lnSpc>
            </a:pPr>
            <a:r>
              <a:rPr lang="en-US" sz="1000"/>
              <a:t>Only use these to show certain data variability (e.g., for arrows that display performance measures, etc.)</a:t>
            </a:r>
          </a:p>
        </p:txBody>
      </p:sp>
      <p:grpSp>
        <p:nvGrpSpPr>
          <p:cNvPr id="8" name="Group 7" descr="Brand tip&#10;Use the Format painter tool to copy the gradient fill and outline from the gradients provided here. Learn how to use the Format painter tool by visiting this Microsoft article https://support.microsoft.com/en-us/office/use-the-format-painter-4bb415a9-d4e4-42b7-b579-170adc594e40?ns=powerpnt&amp;version=90&amp;ui=en-us&amp;rs=en-us&amp;ad=us. &#10;">
            <a:extLst>
              <a:ext uri="{FF2B5EF4-FFF2-40B4-BE49-F238E27FC236}">
                <a16:creationId xmlns:a16="http://schemas.microsoft.com/office/drawing/2014/main" id="{0CED22AE-4405-5CD2-1E9D-EF9B745B2961}"/>
              </a:ext>
            </a:extLst>
          </p:cNvPr>
          <p:cNvGrpSpPr/>
          <p:nvPr/>
        </p:nvGrpSpPr>
        <p:grpSpPr>
          <a:xfrm>
            <a:off x="12399902" y="0"/>
            <a:ext cx="2190741" cy="2600712"/>
            <a:chOff x="12399902" y="4357"/>
            <a:chExt cx="2190741" cy="2600712"/>
          </a:xfrm>
        </p:grpSpPr>
        <p:sp>
          <p:nvSpPr>
            <p:cNvPr id="36" name="TextBox 35">
              <a:extLst>
                <a:ext uri="{FF2B5EF4-FFF2-40B4-BE49-F238E27FC236}">
                  <a16:creationId xmlns:a16="http://schemas.microsoft.com/office/drawing/2014/main" id="{586D0E91-283F-C7D1-FE9E-733BA344D8BB}"/>
                </a:ext>
                <a:ext uri="{C183D7F6-B498-43B3-948B-1728B52AA6E4}">
                  <adec:decorative xmlns:adec="http://schemas.microsoft.com/office/drawing/2017/decorative" val="0"/>
                </a:ext>
              </a:extLst>
            </p:cNvPr>
            <p:cNvSpPr txBox="1"/>
            <p:nvPr/>
          </p:nvSpPr>
          <p:spPr>
            <a:xfrm>
              <a:off x="12399902" y="4357"/>
              <a:ext cx="2190741" cy="2600712"/>
            </a:xfrm>
            <a:prstGeom prst="rect">
              <a:avLst/>
            </a:prstGeom>
            <a:solidFill>
              <a:srgbClr val="FFFFCC"/>
            </a:solidFill>
            <a:ln w="12700">
              <a:solidFill>
                <a:schemeClr val="bg1">
                  <a:lumMod val="75000"/>
                </a:schemeClr>
              </a:solidFill>
            </a:ln>
          </p:spPr>
          <p:txBody>
            <a:bodyPr wrap="square" lIns="91440">
              <a:spAutoFit/>
            </a:bodyPr>
            <a:lstStyle/>
            <a:p>
              <a:pPr>
                <a:spcAft>
                  <a:spcPts val="600"/>
                </a:spcAft>
              </a:pPr>
              <a:r>
                <a:rPr lang="en-US" sz="1400" b="1">
                  <a:solidFill>
                    <a:schemeClr val="accent4"/>
                  </a:solidFill>
                </a:rPr>
                <a:t>Brand tip</a:t>
              </a:r>
            </a:p>
            <a:p>
              <a:pPr marL="512763"/>
              <a:endParaRPr lang="en-US" sz="1200"/>
            </a:p>
            <a:p>
              <a:pPr marL="512763"/>
              <a:endParaRPr lang="en-US" sz="1200"/>
            </a:p>
            <a:p>
              <a:pPr marL="512763"/>
              <a:endParaRPr lang="en-US" sz="1200"/>
            </a:p>
            <a:p>
              <a:pPr marL="512763"/>
              <a:endParaRPr lang="en-US" sz="1200"/>
            </a:p>
            <a:p>
              <a:pPr marL="512763"/>
              <a:endParaRPr lang="en-US" sz="1200"/>
            </a:p>
            <a:p>
              <a:pPr marL="512763"/>
              <a:endParaRPr lang="en-US" sz="1200"/>
            </a:p>
            <a:p>
              <a:r>
                <a:rPr lang="en-US" sz="1200"/>
                <a:t>Use the </a:t>
              </a:r>
              <a:r>
                <a:rPr lang="en-US" sz="1200" b="1"/>
                <a:t>Format painter </a:t>
              </a:r>
              <a:r>
                <a:rPr lang="en-US" sz="1200"/>
                <a:t>tool to copy the gradient fill and outline from the gradients provided here. Learn how to use the </a:t>
              </a:r>
              <a:r>
                <a:rPr lang="en-US" sz="1200">
                  <a:hlinkClick r:id="rId5"/>
                </a:rPr>
                <a:t>Format painter tool here</a:t>
              </a:r>
              <a:r>
                <a:rPr lang="en-US" sz="1200"/>
                <a:t>. </a:t>
              </a:r>
            </a:p>
          </p:txBody>
        </p:sp>
        <p:pic>
          <p:nvPicPr>
            <p:cNvPr id="4" name="Picture 3">
              <a:extLst>
                <a:ext uri="{FF2B5EF4-FFF2-40B4-BE49-F238E27FC236}">
                  <a16:creationId xmlns:a16="http://schemas.microsoft.com/office/drawing/2014/main" id="{A0873297-D226-54B6-C806-DD4212A91D8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504074" y="357971"/>
              <a:ext cx="899238" cy="960203"/>
            </a:xfrm>
            <a:prstGeom prst="rect">
              <a:avLst/>
            </a:prstGeom>
          </p:spPr>
        </p:pic>
        <p:sp>
          <p:nvSpPr>
            <p:cNvPr id="7" name="Rectangle 6">
              <a:extLst>
                <a:ext uri="{FF2B5EF4-FFF2-40B4-BE49-F238E27FC236}">
                  <a16:creationId xmlns:a16="http://schemas.microsoft.com/office/drawing/2014/main" id="{C4233CF9-F9AF-CEE4-98FD-4936BAA68080}"/>
                </a:ext>
              </a:extLst>
            </p:cNvPr>
            <p:cNvSpPr/>
            <p:nvPr/>
          </p:nvSpPr>
          <p:spPr bwMode="gray">
            <a:xfrm>
              <a:off x="12940992" y="879878"/>
              <a:ext cx="270000" cy="222091"/>
            </a:xfrm>
            <a:prstGeom prst="rect">
              <a:avLst/>
            </a:prstGeom>
            <a:noFill/>
            <a:ln w="28575" algn="ctr">
              <a:solidFill>
                <a:srgbClr val="E31937"/>
              </a:solidFill>
              <a:miter lim="800000"/>
              <a:headEnd/>
              <a:tailEnd/>
            </a:ln>
            <a:effectLst/>
          </p:spPr>
          <p:txBody>
            <a:bodyPr lIns="63500" tIns="0" rIns="64800" bIns="0" rtlCol="0" anchor="ctr"/>
            <a:lstStyle/>
            <a:p>
              <a:pPr algn="ctr">
                <a:spcBef>
                  <a:spcPct val="0"/>
                </a:spcBef>
                <a:buClrTx/>
                <a:buSzPct val="90000"/>
              </a:pPr>
              <a:endParaRPr lang="en-CA" sz="1600" b="1">
                <a:solidFill>
                  <a:schemeClr val="bg1"/>
                </a:solidFill>
                <a:cs typeface="Arial" pitchFamily="34" charset="0"/>
              </a:endParaRPr>
            </a:p>
          </p:txBody>
        </p:sp>
      </p:grpSp>
    </p:spTree>
    <p:extLst>
      <p:ext uri="{BB962C8B-B14F-4D97-AF65-F5344CB8AC3E}">
        <p14:creationId xmlns:p14="http://schemas.microsoft.com/office/powerpoint/2010/main" val="406857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B517E62-8CCB-C601-EB0C-16A6B84D83A8}"/>
              </a:ext>
            </a:extLst>
          </p:cNvPr>
          <p:cNvSpPr>
            <a:spLocks noGrp="1"/>
          </p:cNvSpPr>
          <p:nvPr>
            <p:ph type="title"/>
          </p:nvPr>
        </p:nvSpPr>
        <p:spPr>
          <a:xfrm>
            <a:off x="765737" y="684000"/>
            <a:ext cx="10659501" cy="531097"/>
          </a:xfrm>
        </p:spPr>
        <p:txBody>
          <a:bodyPr>
            <a:normAutofit/>
          </a:bodyPr>
          <a:lstStyle/>
          <a:p>
            <a:r>
              <a:rPr lang="en-US"/>
              <a:t>CGI colors in PowerPoint</a:t>
            </a:r>
          </a:p>
        </p:txBody>
      </p:sp>
      <p:grpSp>
        <p:nvGrpSpPr>
          <p:cNvPr id="10" name="Group 9" descr="Microsoft PowerPoint color palette including CGI's theme colors, primary colors, chart and diagram colors and data colors. Image indicates the following:&#10;- Do not use the Theme colors, select colors in the Custom colors section.&#10;- Use our primary colors&#10;- Do not use the Standard colors &#10;as these are not brand colors.&#10;- This Custom colors circled on the right are available strictly for developing charts and diagrams. Always prioritize purple, red and gray shades.&#10;- Use the red, yellow and red custom colors to show data variability, performance measures or to indicate success, error, warning.">
            <a:extLst>
              <a:ext uri="{FF2B5EF4-FFF2-40B4-BE49-F238E27FC236}">
                <a16:creationId xmlns:a16="http://schemas.microsoft.com/office/drawing/2014/main" id="{F8A5EA2C-4E34-77BD-0345-7C9D24CC3B4C}"/>
              </a:ext>
            </a:extLst>
          </p:cNvPr>
          <p:cNvGrpSpPr/>
          <p:nvPr/>
        </p:nvGrpSpPr>
        <p:grpSpPr>
          <a:xfrm>
            <a:off x="372533" y="1466093"/>
            <a:ext cx="11254558" cy="4418779"/>
            <a:chOff x="372533" y="1466093"/>
            <a:chExt cx="11254558" cy="4418779"/>
          </a:xfrm>
        </p:grpSpPr>
        <p:pic>
          <p:nvPicPr>
            <p:cNvPr id="9" name="Picture 8">
              <a:extLst>
                <a:ext uri="{FF2B5EF4-FFF2-40B4-BE49-F238E27FC236}">
                  <a16:creationId xmlns:a16="http://schemas.microsoft.com/office/drawing/2014/main" id="{F8C9C726-C060-E86B-47B6-37EDB481789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699836" y="1509032"/>
              <a:ext cx="2800864" cy="4375840"/>
            </a:xfrm>
            <a:prstGeom prst="rect">
              <a:avLst/>
            </a:prstGeom>
            <a:ln>
              <a:noFill/>
            </a:ln>
            <a:effectLst>
              <a:outerShdw blurRad="50800" dist="38100" dir="2700000" algn="tl" rotWithShape="0">
                <a:prstClr val="black">
                  <a:alpha val="40000"/>
                </a:prstClr>
              </a:outerShdw>
            </a:effectLst>
          </p:spPr>
        </p:pic>
        <p:sp>
          <p:nvSpPr>
            <p:cNvPr id="4" name="Rectangle 3">
              <a:extLst>
                <a:ext uri="{FF2B5EF4-FFF2-40B4-BE49-F238E27FC236}">
                  <a16:creationId xmlns:a16="http://schemas.microsoft.com/office/drawing/2014/main" id="{E4E62B13-F4D9-2068-2E69-E4F7976FFC01}"/>
                </a:ext>
              </a:extLst>
            </p:cNvPr>
            <p:cNvSpPr/>
            <p:nvPr/>
          </p:nvSpPr>
          <p:spPr bwMode="gray">
            <a:xfrm>
              <a:off x="4861037" y="3863292"/>
              <a:ext cx="214976" cy="885889"/>
            </a:xfrm>
            <a:prstGeom prst="rect">
              <a:avLst/>
            </a:prstGeom>
            <a:noFill/>
            <a:ln w="19050" algn="ctr">
              <a:solidFill>
                <a:schemeClr val="tx1"/>
              </a:solidFill>
              <a:prstDash val="solid"/>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15" name="TextBox 14">
              <a:extLst>
                <a:ext uri="{FF2B5EF4-FFF2-40B4-BE49-F238E27FC236}">
                  <a16:creationId xmlns:a16="http://schemas.microsoft.com/office/drawing/2014/main" id="{9444321B-5309-3B3A-D0D8-5757531555DA}"/>
                </a:ext>
              </a:extLst>
            </p:cNvPr>
            <p:cNvSpPr txBox="1"/>
            <p:nvPr/>
          </p:nvSpPr>
          <p:spPr>
            <a:xfrm>
              <a:off x="571718" y="3908872"/>
              <a:ext cx="3047998" cy="323165"/>
            </a:xfrm>
            <a:prstGeom prst="rect">
              <a:avLst/>
            </a:prstGeom>
            <a:noFill/>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500" b="0">
                  <a:solidFill>
                    <a:schemeClr val="tx1"/>
                  </a:solidFill>
                </a:rPr>
                <a:t>Use our </a:t>
              </a:r>
              <a:r>
                <a:rPr lang="en-US" sz="1500" b="1">
                  <a:solidFill>
                    <a:schemeClr val="tx1"/>
                  </a:solidFill>
                </a:rPr>
                <a:t>primary</a:t>
              </a:r>
              <a:r>
                <a:rPr lang="en-US" sz="1500" b="0">
                  <a:solidFill>
                    <a:schemeClr val="tx1"/>
                  </a:solidFill>
                </a:rPr>
                <a:t> colors.</a:t>
              </a:r>
            </a:p>
          </p:txBody>
        </p:sp>
        <p:sp>
          <p:nvSpPr>
            <p:cNvPr id="16" name="Rectangle 15">
              <a:extLst>
                <a:ext uri="{FF2B5EF4-FFF2-40B4-BE49-F238E27FC236}">
                  <a16:creationId xmlns:a16="http://schemas.microsoft.com/office/drawing/2014/main" id="{EEF78BC2-CFBC-EE3D-5204-708DB5756E76}"/>
                </a:ext>
              </a:extLst>
            </p:cNvPr>
            <p:cNvSpPr/>
            <p:nvPr/>
          </p:nvSpPr>
          <p:spPr bwMode="gray">
            <a:xfrm rot="5400000">
              <a:off x="6863151" y="4501034"/>
              <a:ext cx="225409" cy="721703"/>
            </a:xfrm>
            <a:prstGeom prst="rect">
              <a:avLst/>
            </a:prstGeom>
            <a:noFill/>
            <a:ln w="19050" algn="ctr">
              <a:solidFill>
                <a:schemeClr val="tx1"/>
              </a:solid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19" name="TextBox 18">
              <a:extLst>
                <a:ext uri="{FF2B5EF4-FFF2-40B4-BE49-F238E27FC236}">
                  <a16:creationId xmlns:a16="http://schemas.microsoft.com/office/drawing/2014/main" id="{D1E23457-9887-7A82-31EC-C94349910EDE}"/>
                </a:ext>
              </a:extLst>
            </p:cNvPr>
            <p:cNvSpPr txBox="1"/>
            <p:nvPr/>
          </p:nvSpPr>
          <p:spPr>
            <a:xfrm>
              <a:off x="8579092" y="4690291"/>
              <a:ext cx="3047999" cy="784830"/>
            </a:xfrm>
            <a:prstGeom prst="rect">
              <a:avLst/>
            </a:prstGeom>
            <a:noFill/>
          </p:spPr>
          <p:txBody>
            <a:bodyPr wrap="square" lIns="0" r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500" b="0">
                  <a:solidFill>
                    <a:schemeClr val="tx1"/>
                  </a:solidFill>
                </a:rPr>
                <a:t>Use to show data variability, performance measures or to indicate success, error, warning.</a:t>
              </a:r>
            </a:p>
          </p:txBody>
        </p:sp>
        <p:sp>
          <p:nvSpPr>
            <p:cNvPr id="20" name="Freeform 75">
              <a:extLst>
                <a:ext uri="{FF2B5EF4-FFF2-40B4-BE49-F238E27FC236}">
                  <a16:creationId xmlns:a16="http://schemas.microsoft.com/office/drawing/2014/main" id="{37A4708C-67FE-2F7D-55EF-8249668A6FE0}"/>
                </a:ext>
              </a:extLst>
            </p:cNvPr>
            <p:cNvSpPr/>
            <p:nvPr/>
          </p:nvSpPr>
          <p:spPr bwMode="gray">
            <a:xfrm>
              <a:off x="5363539" y="3863292"/>
              <a:ext cx="1720171" cy="885889"/>
            </a:xfrm>
            <a:custGeom>
              <a:avLst/>
              <a:gdLst>
                <a:gd name="connsiteX0" fmla="*/ 0 w 2134054"/>
                <a:gd name="connsiteY0" fmla="*/ 0 h 1099039"/>
                <a:gd name="connsiteX1" fmla="*/ 927554 w 2134054"/>
                <a:gd name="connsiteY1" fmla="*/ 0 h 1099039"/>
                <a:gd name="connsiteX2" fmla="*/ 1206500 w 2134054"/>
                <a:gd name="connsiteY2" fmla="*/ 0 h 1099039"/>
                <a:gd name="connsiteX3" fmla="*/ 2134054 w 2134054"/>
                <a:gd name="connsiteY3" fmla="*/ 0 h 1099039"/>
                <a:gd name="connsiteX4" fmla="*/ 2134054 w 2134054"/>
                <a:gd name="connsiteY4" fmla="*/ 826233 h 1099039"/>
                <a:gd name="connsiteX5" fmla="*/ 1206500 w 2134054"/>
                <a:gd name="connsiteY5" fmla="*/ 826233 h 1099039"/>
                <a:gd name="connsiteX6" fmla="*/ 1206500 w 2134054"/>
                <a:gd name="connsiteY6" fmla="*/ 1099039 h 1099039"/>
                <a:gd name="connsiteX7" fmla="*/ 0 w 2134054"/>
                <a:gd name="connsiteY7" fmla="*/ 1099039 h 109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4054" h="1099039">
                  <a:moveTo>
                    <a:pt x="0" y="0"/>
                  </a:moveTo>
                  <a:lnTo>
                    <a:pt x="927554" y="0"/>
                  </a:lnTo>
                  <a:lnTo>
                    <a:pt x="1206500" y="0"/>
                  </a:lnTo>
                  <a:lnTo>
                    <a:pt x="2134054" y="0"/>
                  </a:lnTo>
                  <a:lnTo>
                    <a:pt x="2134054" y="826233"/>
                  </a:lnTo>
                  <a:lnTo>
                    <a:pt x="1206500" y="826233"/>
                  </a:lnTo>
                  <a:lnTo>
                    <a:pt x="1206500" y="1099039"/>
                  </a:lnTo>
                  <a:lnTo>
                    <a:pt x="0" y="1099039"/>
                  </a:lnTo>
                  <a:close/>
                </a:path>
              </a:pathLst>
            </a:custGeom>
            <a:noFill/>
            <a:ln w="19050" algn="ctr">
              <a:solidFill>
                <a:schemeClr val="tx1"/>
              </a:solidFill>
              <a:miter lim="800000"/>
              <a:headEnd/>
              <a:tailEnd/>
            </a:ln>
            <a:effectLst/>
          </p:spPr>
          <p:txBody>
            <a:bodyPr wrap="square" lIns="63500" tIns="0" rIns="64800" bIns="0" rtlCol="0" anchor="ctr">
              <a:noAutofit/>
            </a:bodyPr>
            <a:lstStyle/>
            <a:p>
              <a:pPr algn="ctr">
                <a:spcBef>
                  <a:spcPct val="0"/>
                </a:spcBef>
                <a:buClrTx/>
                <a:buSzPct val="90000"/>
              </a:pPr>
              <a:endParaRPr lang="en-US" sz="1600" b="1">
                <a:solidFill>
                  <a:schemeClr val="bg1"/>
                </a:solidFill>
                <a:cs typeface="Arial" pitchFamily="34" charset="0"/>
              </a:endParaRPr>
            </a:p>
          </p:txBody>
        </p:sp>
        <p:sp>
          <p:nvSpPr>
            <p:cNvPr id="21" name="TextBox 20">
              <a:extLst>
                <a:ext uri="{FF2B5EF4-FFF2-40B4-BE49-F238E27FC236}">
                  <a16:creationId xmlns:a16="http://schemas.microsoft.com/office/drawing/2014/main" id="{B5D7A061-32E7-E5B8-2667-5EA89CB12F1F}"/>
                </a:ext>
              </a:extLst>
            </p:cNvPr>
            <p:cNvSpPr txBox="1"/>
            <p:nvPr/>
          </p:nvSpPr>
          <p:spPr>
            <a:xfrm>
              <a:off x="8579092" y="3300811"/>
              <a:ext cx="3043238" cy="1015663"/>
            </a:xfrm>
            <a:prstGeom prst="rect">
              <a:avLst/>
            </a:prstGeom>
            <a:noFill/>
          </p:spPr>
          <p:txBody>
            <a:bodyPr wrap="square" lIns="0" r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500" b="0">
                  <a:solidFill>
                    <a:schemeClr val="tx1"/>
                  </a:solidFill>
                  <a:latin typeface="+mn-lt"/>
                </a:rPr>
                <a:t>This palette is available </a:t>
              </a:r>
              <a:r>
                <a:rPr lang="en-US" sz="1500" b="1">
                  <a:solidFill>
                    <a:schemeClr val="tx1"/>
                  </a:solidFill>
                  <a:latin typeface="+mn-lt"/>
                </a:rPr>
                <a:t>strictly for developing charts and diagrams</a:t>
              </a:r>
              <a:r>
                <a:rPr lang="en-US" sz="1500" b="0">
                  <a:solidFill>
                    <a:schemeClr val="tx1"/>
                  </a:solidFill>
                  <a:latin typeface="+mn-lt"/>
                </a:rPr>
                <a:t>. Always prioritize purple, red and gray shades.</a:t>
              </a:r>
              <a:endParaRPr lang="en-US" sz="1500" b="0">
                <a:solidFill>
                  <a:schemeClr val="tx1"/>
                </a:solidFill>
                <a:highlight>
                  <a:srgbClr val="FFFF00"/>
                </a:highlight>
                <a:latin typeface="+mn-lt"/>
              </a:endParaRPr>
            </a:p>
          </p:txBody>
        </p:sp>
        <p:sp>
          <p:nvSpPr>
            <p:cNvPr id="22" name="Rectangle 21">
              <a:extLst>
                <a:ext uri="{FF2B5EF4-FFF2-40B4-BE49-F238E27FC236}">
                  <a16:creationId xmlns:a16="http://schemas.microsoft.com/office/drawing/2014/main" id="{0A65041C-0D20-07A0-4643-A48D5BADF3B9}"/>
                </a:ext>
              </a:extLst>
            </p:cNvPr>
            <p:cNvSpPr/>
            <p:nvPr/>
          </p:nvSpPr>
          <p:spPr bwMode="gray">
            <a:xfrm rot="5400000">
              <a:off x="5989488" y="4348102"/>
              <a:ext cx="225409" cy="2489214"/>
            </a:xfrm>
            <a:prstGeom prst="rect">
              <a:avLst/>
            </a:prstGeom>
            <a:noFill/>
            <a:ln w="19050" algn="ctr">
              <a:solidFill>
                <a:schemeClr val="tx1"/>
              </a:solid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3" name="TextBox 22">
              <a:extLst>
                <a:ext uri="{FF2B5EF4-FFF2-40B4-BE49-F238E27FC236}">
                  <a16:creationId xmlns:a16="http://schemas.microsoft.com/office/drawing/2014/main" id="{57001A1A-87B8-76F3-4C02-AAF071624C2A}"/>
                </a:ext>
              </a:extLst>
            </p:cNvPr>
            <p:cNvSpPr txBox="1"/>
            <p:nvPr/>
          </p:nvSpPr>
          <p:spPr>
            <a:xfrm>
              <a:off x="409337" y="5315217"/>
              <a:ext cx="3245090" cy="544765"/>
            </a:xfrm>
            <a:prstGeom prst="rect">
              <a:avLst/>
            </a:prstGeom>
            <a:noFill/>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70" b="1">
                  <a:solidFill>
                    <a:schemeClr val="tx1"/>
                  </a:solidFill>
                </a:rPr>
                <a:t>Do not use</a:t>
              </a:r>
              <a:r>
                <a:rPr lang="en-US" sz="1470" b="0">
                  <a:solidFill>
                    <a:schemeClr val="tx1"/>
                  </a:solidFill>
                </a:rPr>
                <a:t> the Standard colors </a:t>
              </a:r>
              <a:br>
                <a:rPr lang="en-US" sz="1470" b="0">
                  <a:solidFill>
                    <a:schemeClr val="tx1"/>
                  </a:solidFill>
                </a:rPr>
              </a:br>
              <a:r>
                <a:rPr lang="en-US" sz="1470" b="0">
                  <a:solidFill>
                    <a:schemeClr val="tx1"/>
                  </a:solidFill>
                </a:rPr>
                <a:t>as these are not brand colors.</a:t>
              </a:r>
            </a:p>
          </p:txBody>
        </p:sp>
        <p:grpSp>
          <p:nvGrpSpPr>
            <p:cNvPr id="25" name="Group 24">
              <a:extLst>
                <a:ext uri="{FF2B5EF4-FFF2-40B4-BE49-F238E27FC236}">
                  <a16:creationId xmlns:a16="http://schemas.microsoft.com/office/drawing/2014/main" id="{FD42AE46-E567-28E1-79B5-268F498582D3}"/>
                </a:ext>
              </a:extLst>
            </p:cNvPr>
            <p:cNvGrpSpPr/>
            <p:nvPr/>
          </p:nvGrpSpPr>
          <p:grpSpPr>
            <a:xfrm>
              <a:off x="4260260" y="1466093"/>
              <a:ext cx="580598" cy="580598"/>
              <a:chOff x="2139696" y="1978750"/>
              <a:chExt cx="324000" cy="324000"/>
            </a:xfrm>
          </p:grpSpPr>
          <p:sp>
            <p:nvSpPr>
              <p:cNvPr id="43" name="Text Placeholder 7">
                <a:extLst>
                  <a:ext uri="{FF2B5EF4-FFF2-40B4-BE49-F238E27FC236}">
                    <a16:creationId xmlns:a16="http://schemas.microsoft.com/office/drawing/2014/main" id="{E86C00F5-EE36-D025-C8EA-76FD4C5D612F}"/>
                  </a:ext>
                </a:extLst>
              </p:cNvPr>
              <p:cNvSpPr txBox="1">
                <a:spLocks/>
              </p:cNvSpPr>
              <p:nvPr/>
            </p:nvSpPr>
            <p:spPr>
              <a:xfrm>
                <a:off x="2161374" y="2000428"/>
                <a:ext cx="280644" cy="280644"/>
              </a:xfrm>
              <a:prstGeom prst="ellipse">
                <a:avLst/>
              </a:prstGeom>
              <a:solidFill>
                <a:srgbClr val="B00020"/>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pic>
            <p:nvPicPr>
              <p:cNvPr id="44" name="Graphic 43">
                <a:extLst>
                  <a:ext uri="{FF2B5EF4-FFF2-40B4-BE49-F238E27FC236}">
                    <a16:creationId xmlns:a16="http://schemas.microsoft.com/office/drawing/2014/main" id="{1EED6D51-1473-3CA5-441F-34D45ECC718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696" y="1978750"/>
                <a:ext cx="324000" cy="324000"/>
              </a:xfrm>
              <a:prstGeom prst="rect">
                <a:avLst/>
              </a:prstGeom>
            </p:spPr>
          </p:pic>
        </p:grpSp>
        <p:grpSp>
          <p:nvGrpSpPr>
            <p:cNvPr id="27" name="Group 16 white checkmark grey background" descr="Checkmark symbol. Check mark is used to indicate &quot;yes&quot;, &quot;approved&quot;, &quot;correct&quot;, &quot;completed&quot;, or &quot;I chose this&quot;. This circular symbol is designed with a grey background, and a  checkmark and shape outline in white.">
              <a:extLst>
                <a:ext uri="{FF2B5EF4-FFF2-40B4-BE49-F238E27FC236}">
                  <a16:creationId xmlns:a16="http://schemas.microsoft.com/office/drawing/2014/main" id="{DC9A87C3-7C48-A9F7-9D2C-F8BF47C6D1F5}"/>
                </a:ext>
                <a:ext uri="{C183D7F6-B498-43B3-948B-1728B52AA6E4}">
                  <adec:decorative xmlns:adec="http://schemas.microsoft.com/office/drawing/2017/decorative" val="0"/>
                </a:ext>
              </a:extLst>
            </p:cNvPr>
            <p:cNvGrpSpPr/>
            <p:nvPr/>
          </p:nvGrpSpPr>
          <p:grpSpPr>
            <a:xfrm>
              <a:off x="4260260" y="3306783"/>
              <a:ext cx="579600" cy="579600"/>
              <a:chOff x="1584789" y="4522301"/>
              <a:chExt cx="324974" cy="324836"/>
            </a:xfrm>
          </p:grpSpPr>
          <p:sp>
            <p:nvSpPr>
              <p:cNvPr id="41" name="Text Placeholder 7">
                <a:extLst>
                  <a:ext uri="{FF2B5EF4-FFF2-40B4-BE49-F238E27FC236}">
                    <a16:creationId xmlns:a16="http://schemas.microsoft.com/office/drawing/2014/main" id="{1E8F8297-28F6-7EAD-FD30-2F323FCB3548}"/>
                  </a:ext>
                </a:extLst>
              </p:cNvPr>
              <p:cNvSpPr txBox="1">
                <a:spLocks/>
              </p:cNvSpPr>
              <p:nvPr/>
            </p:nvSpPr>
            <p:spPr>
              <a:xfrm>
                <a:off x="1610635" y="4543044"/>
                <a:ext cx="280644" cy="280644"/>
              </a:xfrm>
              <a:prstGeom prst="ellipse">
                <a:avLst/>
              </a:prstGeom>
              <a:solidFill>
                <a:srgbClr val="128354"/>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sp>
            <p:nvSpPr>
              <p:cNvPr id="42" name="Freeform 18">
                <a:extLst>
                  <a:ext uri="{FF2B5EF4-FFF2-40B4-BE49-F238E27FC236}">
                    <a16:creationId xmlns:a16="http://schemas.microsoft.com/office/drawing/2014/main" id="{8467865C-835C-1ACD-433F-A3F5EB991EF1}"/>
                  </a:ext>
                </a:extLst>
              </p:cNvPr>
              <p:cNvSpPr/>
              <p:nvPr/>
            </p:nvSpPr>
            <p:spPr>
              <a:xfrm>
                <a:off x="1584789" y="4522301"/>
                <a:ext cx="324974" cy="324836"/>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solidFill>
                <a:schemeClr val="bg1"/>
              </a:solidFill>
              <a:ln w="7265" cap="flat">
                <a:noFill/>
                <a:prstDash val="solid"/>
                <a:miter/>
              </a:ln>
            </p:spPr>
            <p:txBody>
              <a:bodyPr wrap="square" rtlCol="0" anchor="ctr">
                <a:noAutofit/>
              </a:bodyPr>
              <a:lstStyle/>
              <a:p>
                <a:endParaRPr lang="en-US"/>
              </a:p>
            </p:txBody>
          </p:sp>
        </p:grpSp>
        <p:cxnSp>
          <p:nvCxnSpPr>
            <p:cNvPr id="28" name="Straight Arrow Connector 27">
              <a:extLst>
                <a:ext uri="{FF2B5EF4-FFF2-40B4-BE49-F238E27FC236}">
                  <a16:creationId xmlns:a16="http://schemas.microsoft.com/office/drawing/2014/main" id="{E4F12398-F66F-A3B6-3BD9-8088008D32E4}"/>
                </a:ext>
                <a:ext uri="{C183D7F6-B498-43B3-948B-1728B52AA6E4}">
                  <adec:decorative xmlns:adec="http://schemas.microsoft.com/office/drawing/2017/decorative" val="1"/>
                </a:ext>
              </a:extLst>
            </p:cNvPr>
            <p:cNvCxnSpPr>
              <a:cxnSpLocks/>
            </p:cNvCxnSpPr>
            <p:nvPr/>
          </p:nvCxnSpPr>
          <p:spPr bwMode="gray">
            <a:xfrm>
              <a:off x="7083710" y="4070455"/>
              <a:ext cx="1321150" cy="0"/>
            </a:xfrm>
            <a:prstGeom prst="straightConnector1">
              <a:avLst/>
            </a:prstGeom>
            <a:noFill/>
            <a:ln w="15875" cap="rnd">
              <a:solidFill>
                <a:schemeClr val="tx1"/>
              </a:solidFill>
              <a:round/>
              <a:headEnd type="none" w="med" len="med"/>
              <a:tailEnd type="arrow" w="med" len="sm"/>
            </a:ln>
            <a:effectLst/>
          </p:spPr>
        </p:cxnSp>
        <p:cxnSp>
          <p:nvCxnSpPr>
            <p:cNvPr id="29" name="Straight Arrow Connector 28">
              <a:extLst>
                <a:ext uri="{FF2B5EF4-FFF2-40B4-BE49-F238E27FC236}">
                  <a16:creationId xmlns:a16="http://schemas.microsoft.com/office/drawing/2014/main" id="{AEC8C6CB-69F7-8F0B-D951-AEAF75E1F91B}"/>
                </a:ext>
                <a:ext uri="{C183D7F6-B498-43B3-948B-1728B52AA6E4}">
                  <adec:decorative xmlns:adec="http://schemas.microsoft.com/office/drawing/2017/decorative" val="1"/>
                </a:ext>
              </a:extLst>
            </p:cNvPr>
            <p:cNvCxnSpPr>
              <a:cxnSpLocks/>
            </p:cNvCxnSpPr>
            <p:nvPr/>
          </p:nvCxnSpPr>
          <p:spPr bwMode="gray">
            <a:xfrm flipH="1">
              <a:off x="3765202" y="4070455"/>
              <a:ext cx="1080000" cy="0"/>
            </a:xfrm>
            <a:prstGeom prst="straightConnector1">
              <a:avLst/>
            </a:prstGeom>
            <a:noFill/>
            <a:ln w="15875" cap="rnd">
              <a:solidFill>
                <a:schemeClr val="tx1"/>
              </a:solidFill>
              <a:round/>
              <a:headEnd type="none" w="med" len="med"/>
              <a:tailEnd type="arrow" w="med" len="sm"/>
            </a:ln>
            <a:effectLst/>
          </p:spPr>
        </p:cxnSp>
        <p:sp>
          <p:nvSpPr>
            <p:cNvPr id="30" name="TextBox 29">
              <a:extLst>
                <a:ext uri="{FF2B5EF4-FFF2-40B4-BE49-F238E27FC236}">
                  <a16:creationId xmlns:a16="http://schemas.microsoft.com/office/drawing/2014/main" id="{59F052E4-ADE5-DC6E-4FED-B0B65B8B2BDE}"/>
                </a:ext>
              </a:extLst>
            </p:cNvPr>
            <p:cNvSpPr txBox="1"/>
            <p:nvPr/>
          </p:nvSpPr>
          <p:spPr>
            <a:xfrm>
              <a:off x="372533" y="1914841"/>
              <a:ext cx="3227645" cy="553998"/>
            </a:xfrm>
            <a:prstGeom prst="rect">
              <a:avLst/>
            </a:prstGeom>
            <a:noFill/>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500" b="1">
                  <a:solidFill>
                    <a:schemeClr val="tx1"/>
                  </a:solidFill>
                </a:rPr>
                <a:t>Do not </a:t>
              </a:r>
              <a:r>
                <a:rPr lang="en-US" sz="1500" b="0">
                  <a:solidFill>
                    <a:schemeClr val="tx1"/>
                  </a:solidFill>
                </a:rPr>
                <a:t>use the Theme colors, select colors in the Custom colors section.</a:t>
              </a:r>
            </a:p>
          </p:txBody>
        </p:sp>
        <p:cxnSp>
          <p:nvCxnSpPr>
            <p:cNvPr id="31" name="Straight Arrow Connector 30">
              <a:extLst>
                <a:ext uri="{FF2B5EF4-FFF2-40B4-BE49-F238E27FC236}">
                  <a16:creationId xmlns:a16="http://schemas.microsoft.com/office/drawing/2014/main" id="{248CA6DF-20B4-6986-37E7-0D7EA2A0A81E}"/>
                </a:ext>
                <a:ext uri="{C183D7F6-B498-43B3-948B-1728B52AA6E4}">
                  <adec:decorative xmlns:adec="http://schemas.microsoft.com/office/drawing/2017/decorative" val="1"/>
                </a:ext>
              </a:extLst>
            </p:cNvPr>
            <p:cNvCxnSpPr>
              <a:cxnSpLocks/>
            </p:cNvCxnSpPr>
            <p:nvPr/>
          </p:nvCxnSpPr>
          <p:spPr bwMode="gray">
            <a:xfrm flipH="1">
              <a:off x="3765202" y="2076424"/>
              <a:ext cx="1080000" cy="0"/>
            </a:xfrm>
            <a:prstGeom prst="straightConnector1">
              <a:avLst/>
            </a:prstGeom>
            <a:noFill/>
            <a:ln w="15875" cap="rnd">
              <a:solidFill>
                <a:schemeClr val="tx1"/>
              </a:solidFill>
              <a:round/>
              <a:headEnd type="none" w="med" len="med"/>
              <a:tailEnd type="arrow" w="med" len="sm"/>
            </a:ln>
            <a:effectLst/>
          </p:spPr>
        </p:cxnSp>
        <p:cxnSp>
          <p:nvCxnSpPr>
            <p:cNvPr id="34" name="Straight Arrow Connector 33">
              <a:extLst>
                <a:ext uri="{FF2B5EF4-FFF2-40B4-BE49-F238E27FC236}">
                  <a16:creationId xmlns:a16="http://schemas.microsoft.com/office/drawing/2014/main" id="{30E6B642-9A60-0254-F8BA-761B51AE7B1C}"/>
                </a:ext>
                <a:ext uri="{C183D7F6-B498-43B3-948B-1728B52AA6E4}">
                  <adec:decorative xmlns:adec="http://schemas.microsoft.com/office/drawing/2017/decorative" val="1"/>
                </a:ext>
              </a:extLst>
            </p:cNvPr>
            <p:cNvCxnSpPr>
              <a:cxnSpLocks/>
            </p:cNvCxnSpPr>
            <p:nvPr/>
          </p:nvCxnSpPr>
          <p:spPr bwMode="gray">
            <a:xfrm>
              <a:off x="7336707" y="4848082"/>
              <a:ext cx="1068153" cy="0"/>
            </a:xfrm>
            <a:prstGeom prst="straightConnector1">
              <a:avLst/>
            </a:prstGeom>
            <a:noFill/>
            <a:ln w="15875" cap="rnd">
              <a:solidFill>
                <a:schemeClr val="tx1"/>
              </a:solidFill>
              <a:round/>
              <a:headEnd type="none" w="med" len="med"/>
              <a:tailEnd type="arrow" w="med" len="sm"/>
            </a:ln>
            <a:effectLst/>
          </p:spPr>
        </p:cxnSp>
        <p:grpSp>
          <p:nvGrpSpPr>
            <p:cNvPr id="36" name="Group 35">
              <a:extLst>
                <a:ext uri="{FF2B5EF4-FFF2-40B4-BE49-F238E27FC236}">
                  <a16:creationId xmlns:a16="http://schemas.microsoft.com/office/drawing/2014/main" id="{ACE84924-D825-940F-D7D0-6CAF2B473943}"/>
                </a:ext>
              </a:extLst>
            </p:cNvPr>
            <p:cNvGrpSpPr/>
            <p:nvPr/>
          </p:nvGrpSpPr>
          <p:grpSpPr>
            <a:xfrm>
              <a:off x="4260260" y="4958766"/>
              <a:ext cx="580598" cy="580598"/>
              <a:chOff x="2139696" y="1978750"/>
              <a:chExt cx="324000" cy="324000"/>
            </a:xfrm>
          </p:grpSpPr>
          <p:sp>
            <p:nvSpPr>
              <p:cNvPr id="38" name="Text Placeholder 7">
                <a:extLst>
                  <a:ext uri="{FF2B5EF4-FFF2-40B4-BE49-F238E27FC236}">
                    <a16:creationId xmlns:a16="http://schemas.microsoft.com/office/drawing/2014/main" id="{E3446B4E-68B4-F59D-94AA-2A5A8196F6CF}"/>
                  </a:ext>
                </a:extLst>
              </p:cNvPr>
              <p:cNvSpPr txBox="1">
                <a:spLocks/>
              </p:cNvSpPr>
              <p:nvPr/>
            </p:nvSpPr>
            <p:spPr>
              <a:xfrm>
                <a:off x="2161374" y="2000428"/>
                <a:ext cx="280644" cy="280644"/>
              </a:xfrm>
              <a:prstGeom prst="ellipse">
                <a:avLst/>
              </a:prstGeom>
              <a:solidFill>
                <a:srgbClr val="B00020"/>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pic>
            <p:nvPicPr>
              <p:cNvPr id="40" name="Graphic 39">
                <a:extLst>
                  <a:ext uri="{FF2B5EF4-FFF2-40B4-BE49-F238E27FC236}">
                    <a16:creationId xmlns:a16="http://schemas.microsoft.com/office/drawing/2014/main" id="{38E39F35-AC5B-A62D-E33B-06D1207E05C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696" y="1978750"/>
                <a:ext cx="324000" cy="324000"/>
              </a:xfrm>
              <a:prstGeom prst="rect">
                <a:avLst/>
              </a:prstGeom>
            </p:spPr>
          </p:pic>
        </p:grpSp>
        <p:cxnSp>
          <p:nvCxnSpPr>
            <p:cNvPr id="37" name="Straight Arrow Connector 36">
              <a:extLst>
                <a:ext uri="{FF2B5EF4-FFF2-40B4-BE49-F238E27FC236}">
                  <a16:creationId xmlns:a16="http://schemas.microsoft.com/office/drawing/2014/main" id="{F1E6DD2B-4618-3A82-E4CB-E817A1F8F5EF}"/>
                </a:ext>
                <a:ext uri="{C183D7F6-B498-43B3-948B-1728B52AA6E4}">
                  <adec:decorative xmlns:adec="http://schemas.microsoft.com/office/drawing/2017/decorative" val="1"/>
                </a:ext>
              </a:extLst>
            </p:cNvPr>
            <p:cNvCxnSpPr>
              <a:cxnSpLocks/>
            </p:cNvCxnSpPr>
            <p:nvPr/>
          </p:nvCxnSpPr>
          <p:spPr bwMode="gray">
            <a:xfrm flipH="1">
              <a:off x="3765202" y="5588411"/>
              <a:ext cx="1080000" cy="0"/>
            </a:xfrm>
            <a:prstGeom prst="straightConnector1">
              <a:avLst/>
            </a:prstGeom>
            <a:noFill/>
            <a:ln w="15875" cap="rnd">
              <a:solidFill>
                <a:schemeClr val="tx1"/>
              </a:solidFill>
              <a:round/>
              <a:headEnd type="none" w="med" len="med"/>
              <a:tailEnd type="arrow" w="med" len="sm"/>
            </a:ln>
            <a:effectLst/>
          </p:spPr>
        </p:cxnSp>
      </p:grpSp>
    </p:spTree>
    <p:extLst>
      <p:ext uri="{BB962C8B-B14F-4D97-AF65-F5344CB8AC3E}">
        <p14:creationId xmlns:p14="http://schemas.microsoft.com/office/powerpoint/2010/main" val="256679775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F78D9-87AC-D042-100C-197AACC13538}"/>
              </a:ext>
            </a:extLst>
          </p:cNvPr>
          <p:cNvSpPr>
            <a:spLocks noGrp="1"/>
          </p:cNvSpPr>
          <p:nvPr>
            <p:ph type="title"/>
          </p:nvPr>
        </p:nvSpPr>
        <p:spPr>
          <a:xfrm>
            <a:off x="765737" y="684000"/>
            <a:ext cx="10659501" cy="531097"/>
          </a:xfrm>
        </p:spPr>
        <p:txBody>
          <a:bodyPr/>
          <a:lstStyle/>
          <a:p>
            <a:r>
              <a:rPr lang="en-US"/>
              <a:t>Ready-to-use graphic components</a:t>
            </a:r>
          </a:p>
        </p:txBody>
      </p:sp>
      <p:sp>
        <p:nvSpPr>
          <p:cNvPr id="9" name="TextBox 8">
            <a:extLst>
              <a:ext uri="{FF2B5EF4-FFF2-40B4-BE49-F238E27FC236}">
                <a16:creationId xmlns:a16="http://schemas.microsoft.com/office/drawing/2014/main" id="{466228BE-A470-74B1-8EA5-383E180471CB}"/>
              </a:ext>
            </a:extLst>
          </p:cNvPr>
          <p:cNvSpPr txBox="1"/>
          <p:nvPr/>
        </p:nvSpPr>
        <p:spPr>
          <a:xfrm>
            <a:off x="765737" y="1528919"/>
            <a:ext cx="4572000" cy="277200"/>
          </a:xfrm>
          <a:prstGeom prst="rect">
            <a:avLst/>
          </a:prstGeom>
          <a:solidFill>
            <a:srgbClr val="200A58"/>
          </a:solidFill>
        </p:spPr>
        <p:txBody>
          <a:bodyPr vert="horz" wrap="none" lIns="0" tIns="0" rIns="0" bIns="0" rtlCol="0" anchor="ctr" anchorCtr="0">
            <a:normAutofit/>
          </a:bodyPr>
          <a:lstStyle/>
          <a:p>
            <a:pPr algn="ctr"/>
            <a:r>
              <a:rPr lang="en-US" sz="1400">
                <a:solidFill>
                  <a:schemeClr val="bg1"/>
                </a:solidFill>
              </a:rPr>
              <a:t>Symbols</a:t>
            </a:r>
          </a:p>
        </p:txBody>
      </p:sp>
      <p:sp>
        <p:nvSpPr>
          <p:cNvPr id="42" name="TextBox 41">
            <a:extLst>
              <a:ext uri="{FF2B5EF4-FFF2-40B4-BE49-F238E27FC236}">
                <a16:creationId xmlns:a16="http://schemas.microsoft.com/office/drawing/2014/main" id="{3FB46C2D-3093-4E7D-3F82-51BB0D442C20}"/>
              </a:ext>
              <a:ext uri="{C183D7F6-B498-43B3-948B-1728B52AA6E4}">
                <adec:decorative xmlns:adec="http://schemas.microsoft.com/office/drawing/2017/decorative" val="1"/>
              </a:ext>
            </a:extLst>
          </p:cNvPr>
          <p:cNvSpPr txBox="1">
            <a:spLocks/>
          </p:cNvSpPr>
          <p:nvPr/>
        </p:nvSpPr>
        <p:spPr>
          <a:xfrm flipH="1">
            <a:off x="761999" y="1831311"/>
            <a:ext cx="4571998" cy="1123694"/>
          </a:xfrm>
          <a:prstGeom prst="rect">
            <a:avLst/>
          </a:prstGeom>
          <a:solidFill>
            <a:schemeClr val="bg1">
              <a:lumMod val="95000"/>
            </a:schemeClr>
          </a:solidFill>
        </p:spPr>
        <p:txBody>
          <a:bodyPr vert="horz" wrap="square" lIns="108000" tIns="108000" rIns="108000" bIns="108000" rtlCol="0" anchor="ctr" anchorCtr="0">
            <a:noAutofit/>
          </a:bodyPr>
          <a:lstStyle/>
          <a:p>
            <a:pPr algn="ctr"/>
            <a:endParaRPr lang="en-US" sz="1600">
              <a:solidFill>
                <a:schemeClr val="accent6">
                  <a:lumMod val="25000"/>
                </a:schemeClr>
              </a:solidFill>
            </a:endParaRPr>
          </a:p>
        </p:txBody>
      </p:sp>
      <p:grpSp>
        <p:nvGrpSpPr>
          <p:cNvPr id="17" name="Group 16 white checkmark grey background" descr="Checkmark symbol. Check mark is used to indicate &quot;yes&quot;, &quot;approved&quot;, &quot;correct&quot;, &quot;completed&quot;, or &quot;I chose this&quot;. This circular symbol is designed with a grey background, and a  checkmark and shape outline in white.">
            <a:extLst>
              <a:ext uri="{FF2B5EF4-FFF2-40B4-BE49-F238E27FC236}">
                <a16:creationId xmlns:a16="http://schemas.microsoft.com/office/drawing/2014/main" id="{2AD9B101-7FF3-EF50-479D-910F545DE924}"/>
              </a:ext>
              <a:ext uri="{C183D7F6-B498-43B3-948B-1728B52AA6E4}">
                <adec:decorative xmlns:adec="http://schemas.microsoft.com/office/drawing/2017/decorative" val="0"/>
              </a:ext>
            </a:extLst>
          </p:cNvPr>
          <p:cNvGrpSpPr>
            <a:grpSpLocks noChangeAspect="1"/>
          </p:cNvGrpSpPr>
          <p:nvPr/>
        </p:nvGrpSpPr>
        <p:grpSpPr>
          <a:xfrm>
            <a:off x="981054" y="1978332"/>
            <a:ext cx="324974" cy="324836"/>
            <a:chOff x="1584789" y="4522301"/>
            <a:chExt cx="324974" cy="324836"/>
          </a:xfrm>
        </p:grpSpPr>
        <p:sp>
          <p:nvSpPr>
            <p:cNvPr id="18" name="Text Placeholder 7">
              <a:extLst>
                <a:ext uri="{FF2B5EF4-FFF2-40B4-BE49-F238E27FC236}">
                  <a16:creationId xmlns:a16="http://schemas.microsoft.com/office/drawing/2014/main" id="{A4280E87-35C8-052D-D006-E20E7DB783E8}"/>
                </a:ext>
              </a:extLst>
            </p:cNvPr>
            <p:cNvSpPr txBox="1">
              <a:spLocks/>
            </p:cNvSpPr>
            <p:nvPr/>
          </p:nvSpPr>
          <p:spPr>
            <a:xfrm>
              <a:off x="1610635" y="4543044"/>
              <a:ext cx="280644" cy="280644"/>
            </a:xfrm>
            <a:prstGeom prst="ellipse">
              <a:avLst/>
            </a:prstGeom>
            <a:solidFill>
              <a:srgbClr val="128354"/>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sp>
          <p:nvSpPr>
            <p:cNvPr id="19" name="Freeform 18">
              <a:extLst>
                <a:ext uri="{FF2B5EF4-FFF2-40B4-BE49-F238E27FC236}">
                  <a16:creationId xmlns:a16="http://schemas.microsoft.com/office/drawing/2014/main" id="{762F7D67-6607-E3B2-1107-3D0C37C670EF}"/>
                </a:ext>
              </a:extLst>
            </p:cNvPr>
            <p:cNvSpPr/>
            <p:nvPr/>
          </p:nvSpPr>
          <p:spPr>
            <a:xfrm>
              <a:off x="1584789" y="4522301"/>
              <a:ext cx="324974" cy="324836"/>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solidFill>
              <a:schemeClr val="bg1"/>
            </a:solidFill>
            <a:ln w="7265" cap="flat">
              <a:noFill/>
              <a:prstDash val="solid"/>
              <a:miter/>
            </a:ln>
          </p:spPr>
          <p:txBody>
            <a:bodyPr wrap="square" rtlCol="0" anchor="ctr">
              <a:noAutofit/>
            </a:bodyPr>
            <a:lstStyle/>
            <a:p>
              <a:endParaRPr lang="en-US"/>
            </a:p>
          </p:txBody>
        </p:sp>
      </p:grpSp>
      <p:grpSp>
        <p:nvGrpSpPr>
          <p:cNvPr id="100" name="Group 99" descr="Checkmark symbol. Check mark is used to indicate &quot;yes&quot;, &quot;approved&quot;, &quot;correct&quot;, &quot;completed&quot;, or &quot;I chose this&quot;. This circular symbol is designed with CGI's gradient A background, and a checkmark and shape outline in white.">
            <a:extLst>
              <a:ext uri="{FF2B5EF4-FFF2-40B4-BE49-F238E27FC236}">
                <a16:creationId xmlns:a16="http://schemas.microsoft.com/office/drawing/2014/main" id="{F06EDD10-CA84-F9B6-6CB8-78FA821B29E0}"/>
              </a:ext>
              <a:ext uri="{C183D7F6-B498-43B3-948B-1728B52AA6E4}">
                <adec:decorative xmlns:adec="http://schemas.microsoft.com/office/drawing/2017/decorative" val="0"/>
              </a:ext>
            </a:extLst>
          </p:cNvPr>
          <p:cNvGrpSpPr>
            <a:grpSpLocks noChangeAspect="1"/>
          </p:cNvGrpSpPr>
          <p:nvPr/>
        </p:nvGrpSpPr>
        <p:grpSpPr>
          <a:xfrm>
            <a:off x="981054" y="2488607"/>
            <a:ext cx="324974" cy="324836"/>
            <a:chOff x="1584789" y="4522301"/>
            <a:chExt cx="324974" cy="324836"/>
          </a:xfrm>
        </p:grpSpPr>
        <p:sp>
          <p:nvSpPr>
            <p:cNvPr id="101" name="Text Placeholder 7">
              <a:extLst>
                <a:ext uri="{FF2B5EF4-FFF2-40B4-BE49-F238E27FC236}">
                  <a16:creationId xmlns:a16="http://schemas.microsoft.com/office/drawing/2014/main" id="{E1243F0A-AFDF-0745-FF8F-22C9F444698F}"/>
                </a:ext>
              </a:extLst>
            </p:cNvPr>
            <p:cNvSpPr txBox="1">
              <a:spLocks/>
            </p:cNvSpPr>
            <p:nvPr/>
          </p:nvSpPr>
          <p:spPr>
            <a:xfrm>
              <a:off x="1610635" y="4543044"/>
              <a:ext cx="280644" cy="280644"/>
            </a:xfrm>
            <a:prstGeom prst="ellipse">
              <a:avLst/>
            </a:prstGeom>
            <a:gradFill>
              <a:gsLst>
                <a:gs pos="0">
                  <a:srgbClr val="E31937"/>
                </a:gs>
                <a:gs pos="60000">
                  <a:srgbClr val="A82465"/>
                </a:gs>
                <a:gs pos="100000">
                  <a:srgbClr val="5236AB"/>
                </a:gs>
              </a:gsLst>
              <a:lin ang="0" scaled="1"/>
            </a:gradFill>
            <a:ln w="7265" cap="flat">
              <a:noFill/>
              <a:prstDash val="solid"/>
              <a:miter/>
            </a:ln>
          </p:spPr>
          <p:txBody>
            <a:bodyPr wrap="square" rtlCol="0" anchor="ctr">
              <a:noAutofit/>
            </a:bodyPr>
            <a:lstStyle>
              <a:defPPr>
                <a:defRPr lang="en-US"/>
              </a:defPPr>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sp>
          <p:nvSpPr>
            <p:cNvPr id="102" name="Freeform 101">
              <a:extLst>
                <a:ext uri="{FF2B5EF4-FFF2-40B4-BE49-F238E27FC236}">
                  <a16:creationId xmlns:a16="http://schemas.microsoft.com/office/drawing/2014/main" id="{5BBDECB7-15BA-1A50-1D5F-E27EB1A870BB}"/>
                </a:ext>
              </a:extLst>
            </p:cNvPr>
            <p:cNvSpPr/>
            <p:nvPr/>
          </p:nvSpPr>
          <p:spPr>
            <a:xfrm>
              <a:off x="1584789" y="4522301"/>
              <a:ext cx="324974" cy="324836"/>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solidFill>
              <a:schemeClr val="bg1"/>
            </a:solidFill>
            <a:ln w="7265" cap="flat">
              <a:noFill/>
              <a:prstDash val="solid"/>
              <a:miter/>
            </a:ln>
          </p:spPr>
          <p:txBody>
            <a:bodyPr wrap="square" rtlCol="0" anchor="ctr">
              <a:noAutofit/>
            </a:bodyPr>
            <a:lstStyle/>
            <a:p>
              <a:endParaRPr lang="en-US"/>
            </a:p>
          </p:txBody>
        </p:sp>
      </p:grpSp>
      <p:grpSp>
        <p:nvGrpSpPr>
          <p:cNvPr id="104" name="Group 103" descr="Checkmark symbol. Check mark is used to indicate &quot;yes&quot;, &quot;approved&quot;, &quot;correct&quot;, &quot;completed&quot;, or &quot;I chose this&quot;. This circular symbol is designed with a white background, and a  checkmark and shape outline in black.">
            <a:extLst>
              <a:ext uri="{FF2B5EF4-FFF2-40B4-BE49-F238E27FC236}">
                <a16:creationId xmlns:a16="http://schemas.microsoft.com/office/drawing/2014/main" id="{7A55C1AC-C59F-43CA-5E0C-74D58EED6893}"/>
              </a:ext>
              <a:ext uri="{C183D7F6-B498-43B3-948B-1728B52AA6E4}">
                <adec:decorative xmlns:adec="http://schemas.microsoft.com/office/drawing/2017/decorative" val="0"/>
              </a:ext>
            </a:extLst>
          </p:cNvPr>
          <p:cNvGrpSpPr>
            <a:grpSpLocks noChangeAspect="1"/>
          </p:cNvGrpSpPr>
          <p:nvPr/>
        </p:nvGrpSpPr>
        <p:grpSpPr>
          <a:xfrm>
            <a:off x="1471225" y="1978332"/>
            <a:ext cx="324974" cy="324836"/>
            <a:chOff x="1584789" y="4522301"/>
            <a:chExt cx="324974" cy="324836"/>
          </a:xfrm>
          <a:solidFill>
            <a:schemeClr val="tx1"/>
          </a:solidFill>
        </p:grpSpPr>
        <p:sp>
          <p:nvSpPr>
            <p:cNvPr id="105" name="Text Placeholder 7">
              <a:extLst>
                <a:ext uri="{FF2B5EF4-FFF2-40B4-BE49-F238E27FC236}">
                  <a16:creationId xmlns:a16="http://schemas.microsoft.com/office/drawing/2014/main" id="{6949AD9D-E9D6-5466-3A2E-629BE8B0980C}"/>
                </a:ext>
              </a:extLst>
            </p:cNvPr>
            <p:cNvSpPr txBox="1">
              <a:spLocks/>
            </p:cNvSpPr>
            <p:nvPr/>
          </p:nvSpPr>
          <p:spPr>
            <a:xfrm>
              <a:off x="1610635" y="4543044"/>
              <a:ext cx="280644" cy="280644"/>
            </a:xfrm>
            <a:prstGeom prst="ellipse">
              <a:avLst/>
            </a:prstGeom>
            <a:solidFill>
              <a:schemeClr val="bg1"/>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sp>
          <p:nvSpPr>
            <p:cNvPr id="106" name="Freeform 105">
              <a:extLst>
                <a:ext uri="{FF2B5EF4-FFF2-40B4-BE49-F238E27FC236}">
                  <a16:creationId xmlns:a16="http://schemas.microsoft.com/office/drawing/2014/main" id="{04D30DC6-F8AD-7AE3-4A16-CF53C3306382}"/>
                </a:ext>
              </a:extLst>
            </p:cNvPr>
            <p:cNvSpPr/>
            <p:nvPr/>
          </p:nvSpPr>
          <p:spPr>
            <a:xfrm>
              <a:off x="1584789" y="4522301"/>
              <a:ext cx="324974" cy="324836"/>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grpFill/>
            <a:ln w="7265" cap="flat">
              <a:noFill/>
              <a:prstDash val="solid"/>
              <a:miter/>
            </a:ln>
          </p:spPr>
          <p:txBody>
            <a:bodyPr wrap="square" rtlCol="0" anchor="ctr">
              <a:noAutofit/>
            </a:bodyPr>
            <a:lstStyle/>
            <a:p>
              <a:endParaRPr lang="en-US"/>
            </a:p>
          </p:txBody>
        </p:sp>
      </p:grpSp>
      <p:grpSp>
        <p:nvGrpSpPr>
          <p:cNvPr id="111" name="Group 110" descr="Checkmark symbol. Check mark is used to indicate &quot;yes&quot;, &quot;approved&quot;, &quot;correct&quot;, &quot;completed&quot;, or &quot;I chose this&quot;. This circular symbol is designed with a white background, and a  checkmark and shape outline in CGI's gradient A.">
            <a:extLst>
              <a:ext uri="{FF2B5EF4-FFF2-40B4-BE49-F238E27FC236}">
                <a16:creationId xmlns:a16="http://schemas.microsoft.com/office/drawing/2014/main" id="{DC5E8A5F-3146-6C82-FB7C-F1A03FD1224B}"/>
              </a:ext>
              <a:ext uri="{C183D7F6-B498-43B3-948B-1728B52AA6E4}">
                <adec:decorative xmlns:adec="http://schemas.microsoft.com/office/drawing/2017/decorative" val="0"/>
              </a:ext>
            </a:extLst>
          </p:cNvPr>
          <p:cNvGrpSpPr>
            <a:grpSpLocks noChangeAspect="1"/>
          </p:cNvGrpSpPr>
          <p:nvPr/>
        </p:nvGrpSpPr>
        <p:grpSpPr>
          <a:xfrm>
            <a:off x="1471225" y="2488607"/>
            <a:ext cx="324974" cy="324836"/>
            <a:chOff x="3047998" y="-447595"/>
            <a:chExt cx="324974" cy="324836"/>
          </a:xfrm>
        </p:grpSpPr>
        <p:sp>
          <p:nvSpPr>
            <p:cNvPr id="108" name="Text Placeholder 7">
              <a:extLst>
                <a:ext uri="{FF2B5EF4-FFF2-40B4-BE49-F238E27FC236}">
                  <a16:creationId xmlns:a16="http://schemas.microsoft.com/office/drawing/2014/main" id="{59180595-DAA5-8D09-4942-BE5190A1B683}"/>
                </a:ext>
              </a:extLst>
            </p:cNvPr>
            <p:cNvSpPr txBox="1">
              <a:spLocks/>
            </p:cNvSpPr>
            <p:nvPr/>
          </p:nvSpPr>
          <p:spPr>
            <a:xfrm>
              <a:off x="3073844" y="-426852"/>
              <a:ext cx="280644" cy="280644"/>
            </a:xfrm>
            <a:prstGeom prst="ellipse">
              <a:avLst/>
            </a:prstGeom>
            <a:solidFill>
              <a:schemeClr val="bg1"/>
            </a:solidFill>
            <a:ln w="7265" cap="flat">
              <a:noFill/>
              <a:prstDash val="solid"/>
              <a:miter/>
            </a:ln>
          </p:spPr>
          <p:txBody>
            <a:bodyPr wrap="square" rtlCol="0" anchor="ctr">
              <a:noAutofit/>
            </a:bodyPr>
            <a:lstStyle>
              <a:defPPr>
                <a:defRPr lang="en-US"/>
              </a:defPPr>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sp>
          <p:nvSpPr>
            <p:cNvPr id="109" name="Freeform 108">
              <a:extLst>
                <a:ext uri="{FF2B5EF4-FFF2-40B4-BE49-F238E27FC236}">
                  <a16:creationId xmlns:a16="http://schemas.microsoft.com/office/drawing/2014/main" id="{2D1EAC62-AE47-C775-11ED-66DEDD6E296C}"/>
                </a:ext>
              </a:extLst>
            </p:cNvPr>
            <p:cNvSpPr/>
            <p:nvPr/>
          </p:nvSpPr>
          <p:spPr>
            <a:xfrm>
              <a:off x="3047998" y="-447595"/>
              <a:ext cx="324974" cy="324836"/>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gradFill>
              <a:gsLst>
                <a:gs pos="0">
                  <a:srgbClr val="E31937"/>
                </a:gs>
                <a:gs pos="60000">
                  <a:srgbClr val="A82465"/>
                </a:gs>
                <a:gs pos="100000">
                  <a:srgbClr val="5236AB"/>
                </a:gs>
              </a:gsLst>
              <a:lin ang="0" scaled="1"/>
            </a:gradFill>
            <a:ln w="7265" cap="flat">
              <a:noFill/>
              <a:prstDash val="solid"/>
              <a:miter/>
            </a:ln>
          </p:spPr>
          <p:txBody>
            <a:bodyPr wrap="square" rtlCol="0" anchor="ctr">
              <a:noAutofit/>
            </a:bodyPr>
            <a:lstStyle/>
            <a:p>
              <a:endParaRPr lang="en-US"/>
            </a:p>
          </p:txBody>
        </p:sp>
      </p:grpSp>
      <p:grpSp>
        <p:nvGrpSpPr>
          <p:cNvPr id="4" name="Group 3" descr="X mark symbol (also known as an ex mark or a cross mark or simply an X or ex or a cross) is used to indicate the concept of negation (for example &quot;no, this has not been verified&quot;, &quot;no, that is not the correct answer&quot; or &quot;no, I do not agree&quot;).  Symbol has a circular design with CGI's gradient A background, and an X mark and shape outline in white.">
            <a:extLst>
              <a:ext uri="{FF2B5EF4-FFF2-40B4-BE49-F238E27FC236}">
                <a16:creationId xmlns:a16="http://schemas.microsoft.com/office/drawing/2014/main" id="{78759018-780C-D315-D8BC-C282A1CE55F3}"/>
              </a:ext>
            </a:extLst>
          </p:cNvPr>
          <p:cNvGrpSpPr>
            <a:grpSpLocks noChangeAspect="1"/>
          </p:cNvGrpSpPr>
          <p:nvPr/>
        </p:nvGrpSpPr>
        <p:grpSpPr>
          <a:xfrm>
            <a:off x="2139696" y="1978750"/>
            <a:ext cx="324000" cy="324000"/>
            <a:chOff x="2139696" y="1978750"/>
            <a:chExt cx="324000" cy="324000"/>
          </a:xfrm>
        </p:grpSpPr>
        <p:sp>
          <p:nvSpPr>
            <p:cNvPr id="73" name="Text Placeholder 7">
              <a:extLst>
                <a:ext uri="{FF2B5EF4-FFF2-40B4-BE49-F238E27FC236}">
                  <a16:creationId xmlns:a16="http://schemas.microsoft.com/office/drawing/2014/main" id="{52AEB8FD-2038-CA08-83CC-5AB2E449BDFD}"/>
                </a:ext>
              </a:extLst>
            </p:cNvPr>
            <p:cNvSpPr txBox="1">
              <a:spLocks/>
            </p:cNvSpPr>
            <p:nvPr/>
          </p:nvSpPr>
          <p:spPr>
            <a:xfrm>
              <a:off x="2161374" y="2000428"/>
              <a:ext cx="280644" cy="280644"/>
            </a:xfrm>
            <a:prstGeom prst="ellipse">
              <a:avLst/>
            </a:prstGeom>
            <a:solidFill>
              <a:srgbClr val="B00020"/>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pic>
          <p:nvPicPr>
            <p:cNvPr id="3" name="Graphic 2">
              <a:extLst>
                <a:ext uri="{FF2B5EF4-FFF2-40B4-BE49-F238E27FC236}">
                  <a16:creationId xmlns:a16="http://schemas.microsoft.com/office/drawing/2014/main" id="{046CCDC5-39E7-108C-9E82-66CD2EA4076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696" y="1978750"/>
              <a:ext cx="324000" cy="324000"/>
            </a:xfrm>
            <a:prstGeom prst="rect">
              <a:avLst/>
            </a:prstGeom>
          </p:spPr>
        </p:pic>
      </p:grpSp>
      <p:grpSp>
        <p:nvGrpSpPr>
          <p:cNvPr id="89" name="Group 88" descr="X mark symbol (also known as an ex mark or a cross mark or simply an X or ex or a cross) is used to indicate the concept of negation (for example &quot;no, this has not been verified&quot;, &quot;no, that is not the correct answer&quot; or &quot;no, I do not agree&quot;).  Symbol has a circular design with CGI's gradient A background, and an X mark and shape outline in white.">
            <a:extLst>
              <a:ext uri="{FF2B5EF4-FFF2-40B4-BE49-F238E27FC236}">
                <a16:creationId xmlns:a16="http://schemas.microsoft.com/office/drawing/2014/main" id="{71F936D6-9DD9-9C45-A0F1-09350B3535F3}"/>
              </a:ext>
              <a:ext uri="{C183D7F6-B498-43B3-948B-1728B52AA6E4}">
                <adec:decorative xmlns:adec="http://schemas.microsoft.com/office/drawing/2017/decorative" val="0"/>
              </a:ext>
            </a:extLst>
          </p:cNvPr>
          <p:cNvGrpSpPr>
            <a:grpSpLocks noChangeAspect="1"/>
          </p:cNvGrpSpPr>
          <p:nvPr/>
        </p:nvGrpSpPr>
        <p:grpSpPr>
          <a:xfrm>
            <a:off x="2139696" y="2489025"/>
            <a:ext cx="324000" cy="324000"/>
            <a:chOff x="1899882" y="1976556"/>
            <a:chExt cx="324000" cy="324000"/>
          </a:xfrm>
        </p:grpSpPr>
        <p:sp>
          <p:nvSpPr>
            <p:cNvPr id="90" name="Text Placeholder 7">
              <a:extLst>
                <a:ext uri="{FF2B5EF4-FFF2-40B4-BE49-F238E27FC236}">
                  <a16:creationId xmlns:a16="http://schemas.microsoft.com/office/drawing/2014/main" id="{EDC9CA8E-F90D-4878-BE87-BE5664D47113}"/>
                </a:ext>
              </a:extLst>
            </p:cNvPr>
            <p:cNvSpPr txBox="1">
              <a:spLocks/>
            </p:cNvSpPr>
            <p:nvPr/>
          </p:nvSpPr>
          <p:spPr>
            <a:xfrm>
              <a:off x="1921560" y="1998234"/>
              <a:ext cx="280644" cy="280644"/>
            </a:xfrm>
            <a:prstGeom prst="ellipse">
              <a:avLst/>
            </a:prstGeom>
            <a:gradFill flip="none" rotWithShape="1">
              <a:gsLst>
                <a:gs pos="0">
                  <a:srgbClr val="E31937"/>
                </a:gs>
                <a:gs pos="60000">
                  <a:srgbClr val="A82465"/>
                </a:gs>
                <a:gs pos="100000">
                  <a:srgbClr val="5236AB"/>
                </a:gs>
              </a:gsLst>
              <a:lin ang="0" scaled="0"/>
              <a:tileRect/>
            </a:gra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pic>
          <p:nvPicPr>
            <p:cNvPr id="92" name="Graphic 91">
              <a:extLst>
                <a:ext uri="{FF2B5EF4-FFF2-40B4-BE49-F238E27FC236}">
                  <a16:creationId xmlns:a16="http://schemas.microsoft.com/office/drawing/2014/main" id="{F1CD7520-D0D7-6FAA-5AF5-2A0F2CAF706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99882" y="1976556"/>
              <a:ext cx="324000" cy="324000"/>
            </a:xfrm>
            <a:prstGeom prst="rect">
              <a:avLst/>
            </a:prstGeom>
          </p:spPr>
        </p:pic>
      </p:grpSp>
      <p:grpSp>
        <p:nvGrpSpPr>
          <p:cNvPr id="71" name="Group 70" descr="X mark symbol (also known as an ex mark or a cross mark or simply an X or ex or a cross) is used to indicate the concept of negation (for example &quot;no, this has not been verified&quot;, &quot;no, that is not the correct answer&quot; or &quot;no, I do not agree&quot;).  Symbol has a circular design with a white background, and an X mark and shape outline in black.">
            <a:extLst>
              <a:ext uri="{FF2B5EF4-FFF2-40B4-BE49-F238E27FC236}">
                <a16:creationId xmlns:a16="http://schemas.microsoft.com/office/drawing/2014/main" id="{F5EEDC9D-9A6D-CB1B-6D1D-AD73C0181417}"/>
              </a:ext>
              <a:ext uri="{C183D7F6-B498-43B3-948B-1728B52AA6E4}">
                <adec:decorative xmlns:adec="http://schemas.microsoft.com/office/drawing/2017/decorative" val="0"/>
              </a:ext>
            </a:extLst>
          </p:cNvPr>
          <p:cNvGrpSpPr>
            <a:grpSpLocks noChangeAspect="1"/>
          </p:cNvGrpSpPr>
          <p:nvPr/>
        </p:nvGrpSpPr>
        <p:grpSpPr>
          <a:xfrm>
            <a:off x="2627235" y="1978750"/>
            <a:ext cx="324000" cy="324000"/>
            <a:chOff x="1899882" y="1976556"/>
            <a:chExt cx="324000" cy="324000"/>
          </a:xfrm>
        </p:grpSpPr>
        <p:sp>
          <p:nvSpPr>
            <p:cNvPr id="66" name="Text Placeholder 7">
              <a:extLst>
                <a:ext uri="{FF2B5EF4-FFF2-40B4-BE49-F238E27FC236}">
                  <a16:creationId xmlns:a16="http://schemas.microsoft.com/office/drawing/2014/main" id="{5EE68C17-D4BB-E246-DA2A-FD31C5D276BC}"/>
                </a:ext>
              </a:extLst>
            </p:cNvPr>
            <p:cNvSpPr txBox="1">
              <a:spLocks/>
            </p:cNvSpPr>
            <p:nvPr/>
          </p:nvSpPr>
          <p:spPr>
            <a:xfrm>
              <a:off x="1921560" y="1998234"/>
              <a:ext cx="280644" cy="280644"/>
            </a:xfrm>
            <a:prstGeom prst="ellipse">
              <a:avLst/>
            </a:prstGeom>
            <a:solidFill>
              <a:schemeClr val="bg1"/>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pic>
          <p:nvPicPr>
            <p:cNvPr id="70" name="Graphic 69">
              <a:extLst>
                <a:ext uri="{FF2B5EF4-FFF2-40B4-BE49-F238E27FC236}">
                  <a16:creationId xmlns:a16="http://schemas.microsoft.com/office/drawing/2014/main" id="{78CE4979-BEAE-96E5-79E2-937D2AE9BDA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99882" y="1976556"/>
              <a:ext cx="324000" cy="324000"/>
            </a:xfrm>
            <a:prstGeom prst="rect">
              <a:avLst/>
            </a:prstGeom>
          </p:spPr>
        </p:pic>
      </p:grpSp>
      <p:grpSp>
        <p:nvGrpSpPr>
          <p:cNvPr id="96" name="Group 95" descr="X mark symbol (also known as an ex mark or a cross mark or simply an X or ex or a cross) is used to indicate the concept of negation (for example &quot;no, this has not been verified&quot;, &quot;no, that is not the correct answer&quot; or &quot;no, I do not agree&quot;).  Symbol has a circular design with a white background, and an X mark and shape outline in CGI's gradient A.">
            <a:extLst>
              <a:ext uri="{FF2B5EF4-FFF2-40B4-BE49-F238E27FC236}">
                <a16:creationId xmlns:a16="http://schemas.microsoft.com/office/drawing/2014/main" id="{70B2B7BB-5216-9465-8D78-5317C22F77E1}"/>
              </a:ext>
              <a:ext uri="{C183D7F6-B498-43B3-948B-1728B52AA6E4}">
                <adec:decorative xmlns:adec="http://schemas.microsoft.com/office/drawing/2017/decorative" val="0"/>
              </a:ext>
            </a:extLst>
          </p:cNvPr>
          <p:cNvGrpSpPr>
            <a:grpSpLocks noChangeAspect="1"/>
          </p:cNvGrpSpPr>
          <p:nvPr/>
        </p:nvGrpSpPr>
        <p:grpSpPr>
          <a:xfrm>
            <a:off x="2627235" y="2485786"/>
            <a:ext cx="330479" cy="330479"/>
            <a:chOff x="2627235" y="2485229"/>
            <a:chExt cx="330479" cy="330479"/>
          </a:xfrm>
        </p:grpSpPr>
        <p:sp>
          <p:nvSpPr>
            <p:cNvPr id="85" name="Text Placeholder 7">
              <a:extLst>
                <a:ext uri="{FF2B5EF4-FFF2-40B4-BE49-F238E27FC236}">
                  <a16:creationId xmlns:a16="http://schemas.microsoft.com/office/drawing/2014/main" id="{2DAAE377-A290-8131-A639-AEF4BA4C2184}"/>
                </a:ext>
              </a:extLst>
            </p:cNvPr>
            <p:cNvSpPr txBox="1">
              <a:spLocks/>
            </p:cNvSpPr>
            <p:nvPr/>
          </p:nvSpPr>
          <p:spPr>
            <a:xfrm>
              <a:off x="2648913" y="2506907"/>
              <a:ext cx="280644" cy="280644"/>
            </a:xfrm>
            <a:prstGeom prst="ellipse">
              <a:avLst/>
            </a:prstGeom>
            <a:solidFill>
              <a:schemeClr val="bg1"/>
            </a:solidFill>
            <a:ln w="31750">
              <a:noFill/>
            </a:ln>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endParaRPr lang="en-US" sz="2800" b="1"/>
            </a:p>
          </p:txBody>
        </p:sp>
        <p:grpSp>
          <p:nvGrpSpPr>
            <p:cNvPr id="93" name="Graphic 85">
              <a:extLst>
                <a:ext uri="{FF2B5EF4-FFF2-40B4-BE49-F238E27FC236}">
                  <a16:creationId xmlns:a16="http://schemas.microsoft.com/office/drawing/2014/main" id="{8877E03B-8236-DB08-9BB2-D422CF5A70E8}"/>
                </a:ext>
              </a:extLst>
            </p:cNvPr>
            <p:cNvGrpSpPr/>
            <p:nvPr/>
          </p:nvGrpSpPr>
          <p:grpSpPr>
            <a:xfrm>
              <a:off x="2627235" y="2485229"/>
              <a:ext cx="330479" cy="330479"/>
              <a:chOff x="2627235" y="2485229"/>
              <a:chExt cx="330479" cy="330479"/>
            </a:xfrm>
            <a:gradFill>
              <a:gsLst>
                <a:gs pos="0">
                  <a:srgbClr val="E31937"/>
                </a:gs>
                <a:gs pos="60000">
                  <a:srgbClr val="A82465"/>
                </a:gs>
                <a:gs pos="100000">
                  <a:srgbClr val="5236AB"/>
                </a:gs>
              </a:gsLst>
              <a:lin ang="0" scaled="0"/>
            </a:gradFill>
          </p:grpSpPr>
          <p:sp>
            <p:nvSpPr>
              <p:cNvPr id="94" name="Freeform 93">
                <a:extLst>
                  <a:ext uri="{FF2B5EF4-FFF2-40B4-BE49-F238E27FC236}">
                    <a16:creationId xmlns:a16="http://schemas.microsoft.com/office/drawing/2014/main" id="{CF5C0FE0-315F-1923-334C-9877C9570098}"/>
                  </a:ext>
                </a:extLst>
              </p:cNvPr>
              <p:cNvSpPr/>
              <p:nvPr/>
            </p:nvSpPr>
            <p:spPr>
              <a:xfrm>
                <a:off x="2627235" y="2485229"/>
                <a:ext cx="330479" cy="330479"/>
              </a:xfrm>
              <a:custGeom>
                <a:avLst/>
                <a:gdLst>
                  <a:gd name="connsiteX0" fmla="*/ 165240 w 330479"/>
                  <a:gd name="connsiteY0" fmla="*/ 0 h 330479"/>
                  <a:gd name="connsiteX1" fmla="*/ 0 w 330479"/>
                  <a:gd name="connsiteY1" fmla="*/ 165240 h 330479"/>
                  <a:gd name="connsiteX2" fmla="*/ 165240 w 330479"/>
                  <a:gd name="connsiteY2" fmla="*/ 330480 h 330479"/>
                  <a:gd name="connsiteX3" fmla="*/ 330480 w 330479"/>
                  <a:gd name="connsiteY3" fmla="*/ 165240 h 330479"/>
                  <a:gd name="connsiteX4" fmla="*/ 165240 w 330479"/>
                  <a:gd name="connsiteY4" fmla="*/ 0 h 330479"/>
                  <a:gd name="connsiteX5" fmla="*/ 165240 w 330479"/>
                  <a:gd name="connsiteY5" fmla="*/ 306828 h 330479"/>
                  <a:gd name="connsiteX6" fmla="*/ 23490 w 330479"/>
                  <a:gd name="connsiteY6" fmla="*/ 165078 h 330479"/>
                  <a:gd name="connsiteX7" fmla="*/ 165240 w 330479"/>
                  <a:gd name="connsiteY7" fmla="*/ 23328 h 330479"/>
                  <a:gd name="connsiteX8" fmla="*/ 306990 w 330479"/>
                  <a:gd name="connsiteY8" fmla="*/ 165078 h 330479"/>
                  <a:gd name="connsiteX9" fmla="*/ 165240 w 330479"/>
                  <a:gd name="connsiteY9" fmla="*/ 306828 h 3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0479" h="330479">
                    <a:moveTo>
                      <a:pt x="165240" y="0"/>
                    </a:moveTo>
                    <a:cubicBezTo>
                      <a:pt x="74034" y="0"/>
                      <a:pt x="0" y="74034"/>
                      <a:pt x="0" y="165240"/>
                    </a:cubicBezTo>
                    <a:cubicBezTo>
                      <a:pt x="0" y="256284"/>
                      <a:pt x="74034" y="330480"/>
                      <a:pt x="165240" y="330480"/>
                    </a:cubicBezTo>
                    <a:cubicBezTo>
                      <a:pt x="256284" y="330480"/>
                      <a:pt x="330480" y="256446"/>
                      <a:pt x="330480" y="165240"/>
                    </a:cubicBezTo>
                    <a:cubicBezTo>
                      <a:pt x="330318" y="74034"/>
                      <a:pt x="256284" y="0"/>
                      <a:pt x="165240" y="0"/>
                    </a:cubicBezTo>
                    <a:close/>
                    <a:moveTo>
                      <a:pt x="165240" y="306828"/>
                    </a:moveTo>
                    <a:cubicBezTo>
                      <a:pt x="87156" y="306828"/>
                      <a:pt x="23490" y="243324"/>
                      <a:pt x="23490" y="165078"/>
                    </a:cubicBezTo>
                    <a:cubicBezTo>
                      <a:pt x="23490" y="86994"/>
                      <a:pt x="86994" y="23328"/>
                      <a:pt x="165240" y="23328"/>
                    </a:cubicBezTo>
                    <a:cubicBezTo>
                      <a:pt x="243324" y="23328"/>
                      <a:pt x="306990" y="86832"/>
                      <a:pt x="306990" y="165078"/>
                    </a:cubicBezTo>
                    <a:cubicBezTo>
                      <a:pt x="306828" y="243324"/>
                      <a:pt x="243324" y="306828"/>
                      <a:pt x="165240" y="306828"/>
                    </a:cubicBezTo>
                    <a:close/>
                  </a:path>
                </a:pathLst>
              </a:custGeom>
              <a:grpFill/>
              <a:ln w="1619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F41A0709-E216-E527-EF89-3CB534607BC6}"/>
                  </a:ext>
                </a:extLst>
              </p:cNvPr>
              <p:cNvSpPr/>
              <p:nvPr/>
            </p:nvSpPr>
            <p:spPr>
              <a:xfrm>
                <a:off x="2718602" y="2576596"/>
                <a:ext cx="147501" cy="147744"/>
              </a:xfrm>
              <a:custGeom>
                <a:avLst/>
                <a:gdLst>
                  <a:gd name="connsiteX0" fmla="*/ 89262 w 147501"/>
                  <a:gd name="connsiteY0" fmla="*/ 73872 h 147744"/>
                  <a:gd name="connsiteX1" fmla="*/ 144342 w 147501"/>
                  <a:gd name="connsiteY1" fmla="*/ 18792 h 147744"/>
                  <a:gd name="connsiteX2" fmla="*/ 144342 w 147501"/>
                  <a:gd name="connsiteY2" fmla="*/ 3240 h 147744"/>
                  <a:gd name="connsiteX3" fmla="*/ 128952 w 147501"/>
                  <a:gd name="connsiteY3" fmla="*/ 3240 h 147744"/>
                  <a:gd name="connsiteX4" fmla="*/ 73872 w 147501"/>
                  <a:gd name="connsiteY4" fmla="*/ 58320 h 147744"/>
                  <a:gd name="connsiteX5" fmla="*/ 18792 w 147501"/>
                  <a:gd name="connsiteY5" fmla="*/ 3240 h 147744"/>
                  <a:gd name="connsiteX6" fmla="*/ 11016 w 147501"/>
                  <a:gd name="connsiteY6" fmla="*/ 0 h 147744"/>
                  <a:gd name="connsiteX7" fmla="*/ 11016 w 147501"/>
                  <a:gd name="connsiteY7" fmla="*/ 0 h 147744"/>
                  <a:gd name="connsiteX8" fmla="*/ 3240 w 147501"/>
                  <a:gd name="connsiteY8" fmla="*/ 3240 h 147744"/>
                  <a:gd name="connsiteX9" fmla="*/ 0 w 147501"/>
                  <a:gd name="connsiteY9" fmla="*/ 11016 h 147744"/>
                  <a:gd name="connsiteX10" fmla="*/ 3240 w 147501"/>
                  <a:gd name="connsiteY10" fmla="*/ 18792 h 147744"/>
                  <a:gd name="connsiteX11" fmla="*/ 58320 w 147501"/>
                  <a:gd name="connsiteY11" fmla="*/ 73872 h 147744"/>
                  <a:gd name="connsiteX12" fmla="*/ 3240 w 147501"/>
                  <a:gd name="connsiteY12" fmla="*/ 128952 h 147744"/>
                  <a:gd name="connsiteX13" fmla="*/ 0 w 147501"/>
                  <a:gd name="connsiteY13" fmla="*/ 136728 h 147744"/>
                  <a:gd name="connsiteX14" fmla="*/ 3240 w 147501"/>
                  <a:gd name="connsiteY14" fmla="*/ 144504 h 147744"/>
                  <a:gd name="connsiteX15" fmla="*/ 18630 w 147501"/>
                  <a:gd name="connsiteY15" fmla="*/ 144504 h 147744"/>
                  <a:gd name="connsiteX16" fmla="*/ 73710 w 147501"/>
                  <a:gd name="connsiteY16" fmla="*/ 89424 h 147744"/>
                  <a:gd name="connsiteX17" fmla="*/ 128790 w 147501"/>
                  <a:gd name="connsiteY17" fmla="*/ 144504 h 147744"/>
                  <a:gd name="connsiteX18" fmla="*/ 136566 w 147501"/>
                  <a:gd name="connsiteY18" fmla="*/ 147744 h 147744"/>
                  <a:gd name="connsiteX19" fmla="*/ 144342 w 147501"/>
                  <a:gd name="connsiteY19" fmla="*/ 144504 h 147744"/>
                  <a:gd name="connsiteX20" fmla="*/ 144342 w 147501"/>
                  <a:gd name="connsiteY20" fmla="*/ 129114 h 147744"/>
                  <a:gd name="connsiteX21" fmla="*/ 89262 w 147501"/>
                  <a:gd name="connsiteY21" fmla="*/ 73872 h 14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01" h="147744">
                    <a:moveTo>
                      <a:pt x="89262" y="73872"/>
                    </a:moveTo>
                    <a:lnTo>
                      <a:pt x="144342" y="18792"/>
                    </a:lnTo>
                    <a:cubicBezTo>
                      <a:pt x="148554" y="14580"/>
                      <a:pt x="148554" y="7614"/>
                      <a:pt x="144342" y="3240"/>
                    </a:cubicBezTo>
                    <a:cubicBezTo>
                      <a:pt x="140130" y="-972"/>
                      <a:pt x="133164" y="-972"/>
                      <a:pt x="128952" y="3240"/>
                    </a:cubicBezTo>
                    <a:lnTo>
                      <a:pt x="73872" y="58320"/>
                    </a:lnTo>
                    <a:lnTo>
                      <a:pt x="18792" y="3240"/>
                    </a:lnTo>
                    <a:cubicBezTo>
                      <a:pt x="16686" y="1134"/>
                      <a:pt x="13932" y="0"/>
                      <a:pt x="11016" y="0"/>
                    </a:cubicBezTo>
                    <a:cubicBezTo>
                      <a:pt x="11016" y="0"/>
                      <a:pt x="11016" y="0"/>
                      <a:pt x="11016" y="0"/>
                    </a:cubicBezTo>
                    <a:cubicBezTo>
                      <a:pt x="8100" y="0"/>
                      <a:pt x="5346" y="1134"/>
                      <a:pt x="3240" y="3240"/>
                    </a:cubicBezTo>
                    <a:cubicBezTo>
                      <a:pt x="1134" y="5346"/>
                      <a:pt x="0" y="8100"/>
                      <a:pt x="0" y="11016"/>
                    </a:cubicBezTo>
                    <a:cubicBezTo>
                      <a:pt x="0" y="13932"/>
                      <a:pt x="1134" y="16686"/>
                      <a:pt x="3240" y="18792"/>
                    </a:cubicBezTo>
                    <a:lnTo>
                      <a:pt x="58320" y="73872"/>
                    </a:lnTo>
                    <a:lnTo>
                      <a:pt x="3240" y="128952"/>
                    </a:lnTo>
                    <a:cubicBezTo>
                      <a:pt x="1134" y="131058"/>
                      <a:pt x="0" y="133812"/>
                      <a:pt x="0" y="136728"/>
                    </a:cubicBezTo>
                    <a:cubicBezTo>
                      <a:pt x="0" y="139644"/>
                      <a:pt x="1134" y="142398"/>
                      <a:pt x="3240" y="144504"/>
                    </a:cubicBezTo>
                    <a:cubicBezTo>
                      <a:pt x="7452" y="148716"/>
                      <a:pt x="14418" y="148716"/>
                      <a:pt x="18630" y="144504"/>
                    </a:cubicBezTo>
                    <a:lnTo>
                      <a:pt x="73710" y="89424"/>
                    </a:lnTo>
                    <a:lnTo>
                      <a:pt x="128790" y="144504"/>
                    </a:lnTo>
                    <a:cubicBezTo>
                      <a:pt x="130896" y="146610"/>
                      <a:pt x="133650" y="147744"/>
                      <a:pt x="136566" y="147744"/>
                    </a:cubicBezTo>
                    <a:cubicBezTo>
                      <a:pt x="139320" y="147744"/>
                      <a:pt x="142236" y="146610"/>
                      <a:pt x="144342" y="144504"/>
                    </a:cubicBezTo>
                    <a:cubicBezTo>
                      <a:pt x="148554" y="140292"/>
                      <a:pt x="148554" y="133326"/>
                      <a:pt x="144342" y="129114"/>
                    </a:cubicBezTo>
                    <a:lnTo>
                      <a:pt x="89262" y="73872"/>
                    </a:lnTo>
                    <a:close/>
                  </a:path>
                </a:pathLst>
              </a:custGeom>
              <a:grpFill/>
              <a:ln w="16193" cap="flat">
                <a:noFill/>
                <a:prstDash val="solid"/>
                <a:miter/>
              </a:ln>
            </p:spPr>
            <p:txBody>
              <a:bodyPr rtlCol="0" anchor="ctr"/>
              <a:lstStyle/>
              <a:p>
                <a:endParaRPr lang="en-US"/>
              </a:p>
            </p:txBody>
          </p:sp>
        </p:grpSp>
      </p:grpSp>
      <p:sp>
        <p:nvSpPr>
          <p:cNvPr id="8" name="Freeform 7" descr="Black arrow pointing right.">
            <a:extLst>
              <a:ext uri="{FF2B5EF4-FFF2-40B4-BE49-F238E27FC236}">
                <a16:creationId xmlns:a16="http://schemas.microsoft.com/office/drawing/2014/main" id="{E7DAE8A1-0C02-3605-DF0B-EEC0AF3326F7}"/>
              </a:ext>
              <a:ext uri="{C183D7F6-B498-43B3-948B-1728B52AA6E4}">
                <adec:decorative xmlns:adec="http://schemas.microsoft.com/office/drawing/2017/decorative" val="0"/>
              </a:ext>
            </a:extLst>
          </p:cNvPr>
          <p:cNvSpPr>
            <a:spLocks noChangeAspect="1"/>
          </p:cNvSpPr>
          <p:nvPr/>
        </p:nvSpPr>
        <p:spPr bwMode="gray">
          <a:xfrm rot="2700000">
            <a:off x="3333370" y="2050750"/>
            <a:ext cx="180000" cy="180000"/>
          </a:xfrm>
          <a:custGeom>
            <a:avLst/>
            <a:gdLst>
              <a:gd name="connsiteX0" fmla="*/ 727075 w 769336"/>
              <a:gd name="connsiteY0" fmla="*/ 769335 h 769335"/>
              <a:gd name="connsiteX1" fmla="*/ 727076 w 769336"/>
              <a:gd name="connsiteY1" fmla="*/ 769335 h 769335"/>
              <a:gd name="connsiteX2" fmla="*/ 727076 w 769336"/>
              <a:gd name="connsiteY2" fmla="*/ 769335 h 769335"/>
              <a:gd name="connsiteX3" fmla="*/ 21194 w 769336"/>
              <a:gd name="connsiteY3" fmla="*/ 746144 h 769335"/>
              <a:gd name="connsiteX4" fmla="*/ 21195 w 769336"/>
              <a:gd name="connsiteY4" fmla="*/ 746145 h 769335"/>
              <a:gd name="connsiteX5" fmla="*/ 21195 w 769336"/>
              <a:gd name="connsiteY5" fmla="*/ 746145 h 769335"/>
              <a:gd name="connsiteX6" fmla="*/ 0 w 769336"/>
              <a:gd name="connsiteY6" fmla="*/ 42259 h 769335"/>
              <a:gd name="connsiteX7" fmla="*/ 0 w 769336"/>
              <a:gd name="connsiteY7" fmla="*/ 42259 h 769335"/>
              <a:gd name="connsiteX8" fmla="*/ 0 w 769336"/>
              <a:gd name="connsiteY8" fmla="*/ 42260 h 769335"/>
              <a:gd name="connsiteX9" fmla="*/ 12377 w 769336"/>
              <a:gd name="connsiteY9" fmla="*/ 12378 h 769335"/>
              <a:gd name="connsiteX10" fmla="*/ 42260 w 769336"/>
              <a:gd name="connsiteY10" fmla="*/ 0 h 769335"/>
              <a:gd name="connsiteX11" fmla="*/ 719741 w 769336"/>
              <a:gd name="connsiteY11" fmla="*/ 0 h 769335"/>
              <a:gd name="connsiteX12" fmla="*/ 749624 w 769336"/>
              <a:gd name="connsiteY12" fmla="*/ 12378 h 769335"/>
              <a:gd name="connsiteX13" fmla="*/ 751772 w 769336"/>
              <a:gd name="connsiteY13" fmla="*/ 17564 h 769335"/>
              <a:gd name="connsiteX14" fmla="*/ 756959 w 769336"/>
              <a:gd name="connsiteY14" fmla="*/ 19713 h 769335"/>
              <a:gd name="connsiteX15" fmla="*/ 769336 w 769336"/>
              <a:gd name="connsiteY15" fmla="*/ 49595 h 769335"/>
              <a:gd name="connsiteX16" fmla="*/ 769335 w 769336"/>
              <a:gd name="connsiteY16" fmla="*/ 727075 h 769335"/>
              <a:gd name="connsiteX17" fmla="*/ 756958 w 769336"/>
              <a:gd name="connsiteY17" fmla="*/ 756958 h 769335"/>
              <a:gd name="connsiteX18" fmla="*/ 727076 w 769336"/>
              <a:gd name="connsiteY18" fmla="*/ 769335 h 769335"/>
              <a:gd name="connsiteX19" fmla="*/ 697194 w 769336"/>
              <a:gd name="connsiteY19" fmla="*/ 756958 h 769335"/>
              <a:gd name="connsiteX20" fmla="*/ 684816 w 769336"/>
              <a:gd name="connsiteY20" fmla="*/ 727075 h 769335"/>
              <a:gd name="connsiteX21" fmla="*/ 684816 w 769336"/>
              <a:gd name="connsiteY21" fmla="*/ 142288 h 769335"/>
              <a:gd name="connsiteX22" fmla="*/ 80959 w 769336"/>
              <a:gd name="connsiteY22" fmla="*/ 746144 h 769335"/>
              <a:gd name="connsiteX23" fmla="*/ 51076 w 769336"/>
              <a:gd name="connsiteY23" fmla="*/ 758522 h 769335"/>
              <a:gd name="connsiteX24" fmla="*/ 21195 w 769336"/>
              <a:gd name="connsiteY24" fmla="*/ 746145 h 769335"/>
              <a:gd name="connsiteX25" fmla="*/ 8817 w 769336"/>
              <a:gd name="connsiteY25" fmla="*/ 716263 h 769335"/>
              <a:gd name="connsiteX26" fmla="*/ 21195 w 769336"/>
              <a:gd name="connsiteY26" fmla="*/ 686380 h 769335"/>
              <a:gd name="connsiteX27" fmla="*/ 623055 w 769336"/>
              <a:gd name="connsiteY27" fmla="*/ 84520 h 769335"/>
              <a:gd name="connsiteX28" fmla="*/ 42260 w 769336"/>
              <a:gd name="connsiteY28" fmla="*/ 84519 h 769335"/>
              <a:gd name="connsiteX29" fmla="*/ 12377 w 769336"/>
              <a:gd name="connsiteY29" fmla="*/ 72141 h 769335"/>
              <a:gd name="connsiteX30" fmla="*/ 0 w 769336"/>
              <a:gd name="connsiteY30" fmla="*/ 42259 h 76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69336" h="769335">
                <a:moveTo>
                  <a:pt x="727075" y="769335"/>
                </a:moveTo>
                <a:lnTo>
                  <a:pt x="727076" y="769335"/>
                </a:lnTo>
                <a:lnTo>
                  <a:pt x="727076" y="769335"/>
                </a:lnTo>
                <a:close/>
                <a:moveTo>
                  <a:pt x="21194" y="746144"/>
                </a:moveTo>
                <a:lnTo>
                  <a:pt x="21195" y="746145"/>
                </a:lnTo>
                <a:lnTo>
                  <a:pt x="21195" y="746145"/>
                </a:lnTo>
                <a:close/>
                <a:moveTo>
                  <a:pt x="0" y="42259"/>
                </a:moveTo>
                <a:lnTo>
                  <a:pt x="0" y="42259"/>
                </a:lnTo>
                <a:lnTo>
                  <a:pt x="0" y="42260"/>
                </a:lnTo>
                <a:close/>
                <a:moveTo>
                  <a:pt x="12377" y="12378"/>
                </a:moveTo>
                <a:cubicBezTo>
                  <a:pt x="20025" y="4730"/>
                  <a:pt x="30590" y="0"/>
                  <a:pt x="42260" y="0"/>
                </a:cubicBezTo>
                <a:lnTo>
                  <a:pt x="719741" y="0"/>
                </a:lnTo>
                <a:cubicBezTo>
                  <a:pt x="731411" y="0"/>
                  <a:pt x="741976" y="4730"/>
                  <a:pt x="749624" y="12378"/>
                </a:cubicBezTo>
                <a:lnTo>
                  <a:pt x="751772" y="17564"/>
                </a:lnTo>
                <a:lnTo>
                  <a:pt x="756959" y="19713"/>
                </a:lnTo>
                <a:cubicBezTo>
                  <a:pt x="764606" y="27360"/>
                  <a:pt x="769336" y="37925"/>
                  <a:pt x="769336" y="49595"/>
                </a:cubicBezTo>
                <a:lnTo>
                  <a:pt x="769335" y="727075"/>
                </a:lnTo>
                <a:cubicBezTo>
                  <a:pt x="769335" y="738745"/>
                  <a:pt x="764605" y="749310"/>
                  <a:pt x="756958" y="756958"/>
                </a:cubicBezTo>
                <a:lnTo>
                  <a:pt x="727076" y="769335"/>
                </a:lnTo>
                <a:lnTo>
                  <a:pt x="697194" y="756958"/>
                </a:lnTo>
                <a:cubicBezTo>
                  <a:pt x="689546" y="749310"/>
                  <a:pt x="684816" y="738745"/>
                  <a:pt x="684816" y="727075"/>
                </a:cubicBezTo>
                <a:lnTo>
                  <a:pt x="684816" y="142288"/>
                </a:lnTo>
                <a:lnTo>
                  <a:pt x="80959" y="746144"/>
                </a:lnTo>
                <a:cubicBezTo>
                  <a:pt x="72707" y="754396"/>
                  <a:pt x="61892" y="758522"/>
                  <a:pt x="51076" y="758522"/>
                </a:cubicBezTo>
                <a:lnTo>
                  <a:pt x="21195" y="746145"/>
                </a:lnTo>
                <a:lnTo>
                  <a:pt x="8817" y="716263"/>
                </a:lnTo>
                <a:cubicBezTo>
                  <a:pt x="8817" y="705448"/>
                  <a:pt x="12943" y="694632"/>
                  <a:pt x="21195" y="686380"/>
                </a:cubicBezTo>
                <a:lnTo>
                  <a:pt x="623055" y="84520"/>
                </a:lnTo>
                <a:lnTo>
                  <a:pt x="42260" y="84519"/>
                </a:lnTo>
                <a:cubicBezTo>
                  <a:pt x="30590" y="84519"/>
                  <a:pt x="20025" y="79789"/>
                  <a:pt x="12377" y="72141"/>
                </a:cubicBezTo>
                <a:lnTo>
                  <a:pt x="0" y="42259"/>
                </a:lnTo>
                <a:close/>
              </a:path>
            </a:pathLst>
          </a:custGeom>
          <a:solidFill>
            <a:schemeClr val="tx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grpSp>
        <p:nvGrpSpPr>
          <p:cNvPr id="10" name="Group 9" descr="Black arrow pointing right.">
            <a:extLst>
              <a:ext uri="{FF2B5EF4-FFF2-40B4-BE49-F238E27FC236}">
                <a16:creationId xmlns:a16="http://schemas.microsoft.com/office/drawing/2014/main" id="{37395B5B-B77E-AD63-26FC-82A0304D0E25}"/>
              </a:ext>
              <a:ext uri="{C183D7F6-B498-43B3-948B-1728B52AA6E4}">
                <adec:decorative xmlns:adec="http://schemas.microsoft.com/office/drawing/2017/decorative" val="0"/>
              </a:ext>
            </a:extLst>
          </p:cNvPr>
          <p:cNvGrpSpPr>
            <a:grpSpLocks noChangeAspect="1"/>
          </p:cNvGrpSpPr>
          <p:nvPr/>
        </p:nvGrpSpPr>
        <p:grpSpPr>
          <a:xfrm>
            <a:off x="3220520" y="2435025"/>
            <a:ext cx="432000" cy="432000"/>
            <a:chOff x="4629517" y="3486329"/>
            <a:chExt cx="697206" cy="697206"/>
          </a:xfrm>
        </p:grpSpPr>
        <p:sp>
          <p:nvSpPr>
            <p:cNvPr id="11" name="Oval 10">
              <a:extLst>
                <a:ext uri="{FF2B5EF4-FFF2-40B4-BE49-F238E27FC236}">
                  <a16:creationId xmlns:a16="http://schemas.microsoft.com/office/drawing/2014/main" id="{5B63F97F-09D0-04A0-74F6-AE5CFCAF63EC}"/>
                </a:ext>
              </a:extLst>
            </p:cNvPr>
            <p:cNvSpPr/>
            <p:nvPr/>
          </p:nvSpPr>
          <p:spPr bwMode="gray">
            <a:xfrm>
              <a:off x="4629517" y="3486329"/>
              <a:ext cx="697206" cy="697206"/>
            </a:xfrm>
            <a:prstGeom prst="ellipse">
              <a:avLst/>
            </a:prstGeom>
            <a:solidFill>
              <a:schemeClr val="bg1"/>
            </a:solidFill>
            <a:ln w="9525" algn="ctr">
              <a:noFill/>
              <a:miter lim="800000"/>
              <a:headEnd/>
              <a:tailEnd/>
            </a:ln>
            <a:effectLst>
              <a:outerShdw blurRad="50800" dist="38100" dir="2700000" algn="tl" rotWithShape="0">
                <a:prstClr val="black">
                  <a:alpha val="10000"/>
                </a:prstClr>
              </a:outerShdw>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12" name="Freeform 11">
              <a:extLst>
                <a:ext uri="{FF2B5EF4-FFF2-40B4-BE49-F238E27FC236}">
                  <a16:creationId xmlns:a16="http://schemas.microsoft.com/office/drawing/2014/main" id="{216F02B6-B7A0-E8FE-06E5-1EEA75EEBD0D}"/>
                </a:ext>
              </a:extLst>
            </p:cNvPr>
            <p:cNvSpPr>
              <a:spLocks noChangeAspect="1"/>
            </p:cNvSpPr>
            <p:nvPr/>
          </p:nvSpPr>
          <p:spPr bwMode="gray">
            <a:xfrm rot="2700000">
              <a:off x="4861692" y="3717069"/>
              <a:ext cx="232856" cy="232856"/>
            </a:xfrm>
            <a:custGeom>
              <a:avLst/>
              <a:gdLst>
                <a:gd name="connsiteX0" fmla="*/ 727075 w 769336"/>
                <a:gd name="connsiteY0" fmla="*/ 769335 h 769335"/>
                <a:gd name="connsiteX1" fmla="*/ 727076 w 769336"/>
                <a:gd name="connsiteY1" fmla="*/ 769335 h 769335"/>
                <a:gd name="connsiteX2" fmla="*/ 727076 w 769336"/>
                <a:gd name="connsiteY2" fmla="*/ 769335 h 769335"/>
                <a:gd name="connsiteX3" fmla="*/ 21194 w 769336"/>
                <a:gd name="connsiteY3" fmla="*/ 746144 h 769335"/>
                <a:gd name="connsiteX4" fmla="*/ 21195 w 769336"/>
                <a:gd name="connsiteY4" fmla="*/ 746145 h 769335"/>
                <a:gd name="connsiteX5" fmla="*/ 21195 w 769336"/>
                <a:gd name="connsiteY5" fmla="*/ 746145 h 769335"/>
                <a:gd name="connsiteX6" fmla="*/ 0 w 769336"/>
                <a:gd name="connsiteY6" fmla="*/ 42259 h 769335"/>
                <a:gd name="connsiteX7" fmla="*/ 0 w 769336"/>
                <a:gd name="connsiteY7" fmla="*/ 42259 h 769335"/>
                <a:gd name="connsiteX8" fmla="*/ 0 w 769336"/>
                <a:gd name="connsiteY8" fmla="*/ 42260 h 769335"/>
                <a:gd name="connsiteX9" fmla="*/ 12377 w 769336"/>
                <a:gd name="connsiteY9" fmla="*/ 12378 h 769335"/>
                <a:gd name="connsiteX10" fmla="*/ 42260 w 769336"/>
                <a:gd name="connsiteY10" fmla="*/ 0 h 769335"/>
                <a:gd name="connsiteX11" fmla="*/ 719741 w 769336"/>
                <a:gd name="connsiteY11" fmla="*/ 0 h 769335"/>
                <a:gd name="connsiteX12" fmla="*/ 749624 w 769336"/>
                <a:gd name="connsiteY12" fmla="*/ 12378 h 769335"/>
                <a:gd name="connsiteX13" fmla="*/ 751772 w 769336"/>
                <a:gd name="connsiteY13" fmla="*/ 17564 h 769335"/>
                <a:gd name="connsiteX14" fmla="*/ 756959 w 769336"/>
                <a:gd name="connsiteY14" fmla="*/ 19713 h 769335"/>
                <a:gd name="connsiteX15" fmla="*/ 769336 w 769336"/>
                <a:gd name="connsiteY15" fmla="*/ 49595 h 769335"/>
                <a:gd name="connsiteX16" fmla="*/ 769335 w 769336"/>
                <a:gd name="connsiteY16" fmla="*/ 727075 h 769335"/>
                <a:gd name="connsiteX17" fmla="*/ 756958 w 769336"/>
                <a:gd name="connsiteY17" fmla="*/ 756958 h 769335"/>
                <a:gd name="connsiteX18" fmla="*/ 727076 w 769336"/>
                <a:gd name="connsiteY18" fmla="*/ 769335 h 769335"/>
                <a:gd name="connsiteX19" fmla="*/ 697194 w 769336"/>
                <a:gd name="connsiteY19" fmla="*/ 756958 h 769335"/>
                <a:gd name="connsiteX20" fmla="*/ 684816 w 769336"/>
                <a:gd name="connsiteY20" fmla="*/ 727075 h 769335"/>
                <a:gd name="connsiteX21" fmla="*/ 684816 w 769336"/>
                <a:gd name="connsiteY21" fmla="*/ 142288 h 769335"/>
                <a:gd name="connsiteX22" fmla="*/ 80959 w 769336"/>
                <a:gd name="connsiteY22" fmla="*/ 746144 h 769335"/>
                <a:gd name="connsiteX23" fmla="*/ 51076 w 769336"/>
                <a:gd name="connsiteY23" fmla="*/ 758522 h 769335"/>
                <a:gd name="connsiteX24" fmla="*/ 21195 w 769336"/>
                <a:gd name="connsiteY24" fmla="*/ 746145 h 769335"/>
                <a:gd name="connsiteX25" fmla="*/ 8817 w 769336"/>
                <a:gd name="connsiteY25" fmla="*/ 716263 h 769335"/>
                <a:gd name="connsiteX26" fmla="*/ 21195 w 769336"/>
                <a:gd name="connsiteY26" fmla="*/ 686380 h 769335"/>
                <a:gd name="connsiteX27" fmla="*/ 623055 w 769336"/>
                <a:gd name="connsiteY27" fmla="*/ 84520 h 769335"/>
                <a:gd name="connsiteX28" fmla="*/ 42260 w 769336"/>
                <a:gd name="connsiteY28" fmla="*/ 84519 h 769335"/>
                <a:gd name="connsiteX29" fmla="*/ 12377 w 769336"/>
                <a:gd name="connsiteY29" fmla="*/ 72141 h 769335"/>
                <a:gd name="connsiteX30" fmla="*/ 0 w 769336"/>
                <a:gd name="connsiteY30" fmla="*/ 42259 h 76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69336" h="769335">
                  <a:moveTo>
                    <a:pt x="727075" y="769335"/>
                  </a:moveTo>
                  <a:lnTo>
                    <a:pt x="727076" y="769335"/>
                  </a:lnTo>
                  <a:lnTo>
                    <a:pt x="727076" y="769335"/>
                  </a:lnTo>
                  <a:close/>
                  <a:moveTo>
                    <a:pt x="21194" y="746144"/>
                  </a:moveTo>
                  <a:lnTo>
                    <a:pt x="21195" y="746145"/>
                  </a:lnTo>
                  <a:lnTo>
                    <a:pt x="21195" y="746145"/>
                  </a:lnTo>
                  <a:close/>
                  <a:moveTo>
                    <a:pt x="0" y="42259"/>
                  </a:moveTo>
                  <a:lnTo>
                    <a:pt x="0" y="42259"/>
                  </a:lnTo>
                  <a:lnTo>
                    <a:pt x="0" y="42260"/>
                  </a:lnTo>
                  <a:close/>
                  <a:moveTo>
                    <a:pt x="12377" y="12378"/>
                  </a:moveTo>
                  <a:cubicBezTo>
                    <a:pt x="20025" y="4730"/>
                    <a:pt x="30590" y="0"/>
                    <a:pt x="42260" y="0"/>
                  </a:cubicBezTo>
                  <a:lnTo>
                    <a:pt x="719741" y="0"/>
                  </a:lnTo>
                  <a:cubicBezTo>
                    <a:pt x="731411" y="0"/>
                    <a:pt x="741976" y="4730"/>
                    <a:pt x="749624" y="12378"/>
                  </a:cubicBezTo>
                  <a:lnTo>
                    <a:pt x="751772" y="17564"/>
                  </a:lnTo>
                  <a:lnTo>
                    <a:pt x="756959" y="19713"/>
                  </a:lnTo>
                  <a:cubicBezTo>
                    <a:pt x="764606" y="27360"/>
                    <a:pt x="769336" y="37925"/>
                    <a:pt x="769336" y="49595"/>
                  </a:cubicBezTo>
                  <a:lnTo>
                    <a:pt x="769335" y="727075"/>
                  </a:lnTo>
                  <a:cubicBezTo>
                    <a:pt x="769335" y="738745"/>
                    <a:pt x="764605" y="749310"/>
                    <a:pt x="756958" y="756958"/>
                  </a:cubicBezTo>
                  <a:lnTo>
                    <a:pt x="727076" y="769335"/>
                  </a:lnTo>
                  <a:lnTo>
                    <a:pt x="697194" y="756958"/>
                  </a:lnTo>
                  <a:cubicBezTo>
                    <a:pt x="689546" y="749310"/>
                    <a:pt x="684816" y="738745"/>
                    <a:pt x="684816" y="727075"/>
                  </a:cubicBezTo>
                  <a:lnTo>
                    <a:pt x="684816" y="142288"/>
                  </a:lnTo>
                  <a:lnTo>
                    <a:pt x="80959" y="746144"/>
                  </a:lnTo>
                  <a:cubicBezTo>
                    <a:pt x="72707" y="754396"/>
                    <a:pt x="61892" y="758522"/>
                    <a:pt x="51076" y="758522"/>
                  </a:cubicBezTo>
                  <a:lnTo>
                    <a:pt x="21195" y="746145"/>
                  </a:lnTo>
                  <a:lnTo>
                    <a:pt x="8817" y="716263"/>
                  </a:lnTo>
                  <a:cubicBezTo>
                    <a:pt x="8817" y="705448"/>
                    <a:pt x="12943" y="694632"/>
                    <a:pt x="21195" y="686380"/>
                  </a:cubicBezTo>
                  <a:lnTo>
                    <a:pt x="623055" y="84520"/>
                  </a:lnTo>
                  <a:lnTo>
                    <a:pt x="42260" y="84519"/>
                  </a:lnTo>
                  <a:cubicBezTo>
                    <a:pt x="30590" y="84519"/>
                    <a:pt x="20025" y="79789"/>
                    <a:pt x="12377" y="72141"/>
                  </a:cubicBezTo>
                  <a:lnTo>
                    <a:pt x="0" y="42259"/>
                  </a:lnTo>
                  <a:close/>
                </a:path>
              </a:pathLst>
            </a:custGeom>
            <a:solidFill>
              <a:schemeClr val="tx1"/>
            </a:solidFill>
            <a:ln w="6350" algn="ctr">
              <a:solidFill>
                <a:schemeClr val="tx1"/>
              </a:solid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grpSp>
      <p:sp>
        <p:nvSpPr>
          <p:cNvPr id="115" name="Freeform 114" descr="Black plus symbol.">
            <a:extLst>
              <a:ext uri="{FF2B5EF4-FFF2-40B4-BE49-F238E27FC236}">
                <a16:creationId xmlns:a16="http://schemas.microsoft.com/office/drawing/2014/main" id="{1702BBEC-AD3F-5084-94A5-BD82DF064F74}"/>
              </a:ext>
              <a:ext uri="{C183D7F6-B498-43B3-948B-1728B52AA6E4}">
                <adec:decorative xmlns:adec="http://schemas.microsoft.com/office/drawing/2017/decorative" val="0"/>
              </a:ext>
            </a:extLst>
          </p:cNvPr>
          <p:cNvSpPr>
            <a:spLocks noChangeAspect="1"/>
          </p:cNvSpPr>
          <p:nvPr/>
        </p:nvSpPr>
        <p:spPr>
          <a:xfrm>
            <a:off x="3884588" y="2032750"/>
            <a:ext cx="216034" cy="216000"/>
          </a:xfrm>
          <a:custGeom>
            <a:avLst/>
            <a:gdLst>
              <a:gd name="connsiteX0" fmla="*/ 56485 w 60254"/>
              <a:gd name="connsiteY0" fmla="*/ 26394 h 60245"/>
              <a:gd name="connsiteX1" fmla="*/ 33862 w 60254"/>
              <a:gd name="connsiteY1" fmla="*/ 26394 h 60245"/>
              <a:gd name="connsiteX2" fmla="*/ 33862 w 60254"/>
              <a:gd name="connsiteY2" fmla="*/ 3729 h 60245"/>
              <a:gd name="connsiteX3" fmla="*/ 30091 w 60254"/>
              <a:gd name="connsiteY3" fmla="*/ 0 h 60245"/>
              <a:gd name="connsiteX4" fmla="*/ 26393 w 60254"/>
              <a:gd name="connsiteY4" fmla="*/ 3729 h 60245"/>
              <a:gd name="connsiteX5" fmla="*/ 26393 w 60254"/>
              <a:gd name="connsiteY5" fmla="*/ 26394 h 60245"/>
              <a:gd name="connsiteX6" fmla="*/ 3771 w 60254"/>
              <a:gd name="connsiteY6" fmla="*/ 26394 h 60245"/>
              <a:gd name="connsiteX7" fmla="*/ 0 w 60254"/>
              <a:gd name="connsiteY7" fmla="*/ 30122 h 60245"/>
              <a:gd name="connsiteX8" fmla="*/ 3771 w 60254"/>
              <a:gd name="connsiteY8" fmla="*/ 33851 h 60245"/>
              <a:gd name="connsiteX9" fmla="*/ 26393 w 60254"/>
              <a:gd name="connsiteY9" fmla="*/ 33851 h 60245"/>
              <a:gd name="connsiteX10" fmla="*/ 26393 w 60254"/>
              <a:gd name="connsiteY10" fmla="*/ 56516 h 60245"/>
              <a:gd name="connsiteX11" fmla="*/ 30091 w 60254"/>
              <a:gd name="connsiteY11" fmla="*/ 60245 h 60245"/>
              <a:gd name="connsiteX12" fmla="*/ 33862 w 60254"/>
              <a:gd name="connsiteY12" fmla="*/ 56516 h 60245"/>
              <a:gd name="connsiteX13" fmla="*/ 33862 w 60254"/>
              <a:gd name="connsiteY13" fmla="*/ 33851 h 60245"/>
              <a:gd name="connsiteX14" fmla="*/ 56485 w 60254"/>
              <a:gd name="connsiteY14" fmla="*/ 33851 h 60245"/>
              <a:gd name="connsiteX15" fmla="*/ 60254 w 60254"/>
              <a:gd name="connsiteY15" fmla="*/ 30122 h 60245"/>
              <a:gd name="connsiteX16" fmla="*/ 56485 w 60254"/>
              <a:gd name="connsiteY16" fmla="*/ 26394 h 6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254" h="60245">
                <a:moveTo>
                  <a:pt x="56485" y="26394"/>
                </a:moveTo>
                <a:lnTo>
                  <a:pt x="33862" y="26394"/>
                </a:lnTo>
                <a:lnTo>
                  <a:pt x="33862" y="3729"/>
                </a:lnTo>
                <a:cubicBezTo>
                  <a:pt x="33862" y="1670"/>
                  <a:pt x="32193" y="0"/>
                  <a:pt x="30091" y="0"/>
                </a:cubicBezTo>
                <a:cubicBezTo>
                  <a:pt x="28061" y="0"/>
                  <a:pt x="26393" y="1670"/>
                  <a:pt x="26393" y="3729"/>
                </a:cubicBezTo>
                <a:lnTo>
                  <a:pt x="26393" y="26394"/>
                </a:lnTo>
                <a:lnTo>
                  <a:pt x="3771" y="26394"/>
                </a:lnTo>
                <a:cubicBezTo>
                  <a:pt x="1668" y="26394"/>
                  <a:pt x="0" y="28063"/>
                  <a:pt x="0" y="30122"/>
                </a:cubicBezTo>
                <a:cubicBezTo>
                  <a:pt x="0" y="32182"/>
                  <a:pt x="1668" y="33851"/>
                  <a:pt x="3771" y="33851"/>
                </a:cubicBezTo>
                <a:lnTo>
                  <a:pt x="26393" y="33851"/>
                </a:lnTo>
                <a:lnTo>
                  <a:pt x="26393" y="56516"/>
                </a:lnTo>
                <a:cubicBezTo>
                  <a:pt x="26393" y="58576"/>
                  <a:pt x="28061" y="60245"/>
                  <a:pt x="30091" y="60245"/>
                </a:cubicBezTo>
                <a:cubicBezTo>
                  <a:pt x="32193" y="60245"/>
                  <a:pt x="33862" y="58576"/>
                  <a:pt x="33862" y="56516"/>
                </a:cubicBezTo>
                <a:lnTo>
                  <a:pt x="33862" y="33851"/>
                </a:lnTo>
                <a:lnTo>
                  <a:pt x="56485" y="33851"/>
                </a:lnTo>
                <a:cubicBezTo>
                  <a:pt x="58587" y="33851"/>
                  <a:pt x="60254" y="32182"/>
                  <a:pt x="60254" y="30122"/>
                </a:cubicBezTo>
                <a:cubicBezTo>
                  <a:pt x="60254" y="28063"/>
                  <a:pt x="58587" y="26394"/>
                  <a:pt x="56485" y="26394"/>
                </a:cubicBezTo>
                <a:close/>
              </a:path>
            </a:pathLst>
          </a:custGeom>
          <a:solidFill>
            <a:srgbClr val="000000"/>
          </a:solidFill>
          <a:ln w="7250" cap="flat">
            <a:noFill/>
            <a:prstDash val="solid"/>
            <a:miter/>
          </a:ln>
        </p:spPr>
        <p:txBody>
          <a:bodyPr rtlCol="0" anchor="ctr"/>
          <a:lstStyle/>
          <a:p>
            <a:endParaRPr lang="en-US"/>
          </a:p>
        </p:txBody>
      </p:sp>
      <p:grpSp>
        <p:nvGrpSpPr>
          <p:cNvPr id="120" name="Group 119" descr="Black plus symbol.">
            <a:extLst>
              <a:ext uri="{FF2B5EF4-FFF2-40B4-BE49-F238E27FC236}">
                <a16:creationId xmlns:a16="http://schemas.microsoft.com/office/drawing/2014/main" id="{7B17515E-0134-56FA-4939-941310229D10}"/>
              </a:ext>
              <a:ext uri="{C183D7F6-B498-43B3-948B-1728B52AA6E4}">
                <adec:decorative xmlns:adec="http://schemas.microsoft.com/office/drawing/2017/decorative" val="0"/>
              </a:ext>
            </a:extLst>
          </p:cNvPr>
          <p:cNvGrpSpPr>
            <a:grpSpLocks noChangeAspect="1"/>
          </p:cNvGrpSpPr>
          <p:nvPr/>
        </p:nvGrpSpPr>
        <p:grpSpPr>
          <a:xfrm>
            <a:off x="3788999" y="2435025"/>
            <a:ext cx="432000" cy="432000"/>
            <a:chOff x="2836211" y="2331738"/>
            <a:chExt cx="432000" cy="432000"/>
          </a:xfrm>
        </p:grpSpPr>
        <p:sp>
          <p:nvSpPr>
            <p:cNvPr id="117" name="Oval 116">
              <a:extLst>
                <a:ext uri="{FF2B5EF4-FFF2-40B4-BE49-F238E27FC236}">
                  <a16:creationId xmlns:a16="http://schemas.microsoft.com/office/drawing/2014/main" id="{ABA74A46-539C-16F2-5D51-E79A2754617F}"/>
                </a:ext>
              </a:extLst>
            </p:cNvPr>
            <p:cNvSpPr/>
            <p:nvPr/>
          </p:nvSpPr>
          <p:spPr bwMode="gray">
            <a:xfrm>
              <a:off x="2836211" y="2331738"/>
              <a:ext cx="432000" cy="432000"/>
            </a:xfrm>
            <a:prstGeom prst="ellipse">
              <a:avLst/>
            </a:prstGeom>
            <a:solidFill>
              <a:schemeClr val="bg1"/>
            </a:solidFill>
            <a:ln w="9525" algn="ctr">
              <a:noFill/>
              <a:miter lim="800000"/>
              <a:headEnd/>
              <a:tailEnd/>
            </a:ln>
            <a:effectLst>
              <a:outerShdw blurRad="50800" dist="38100" dir="2700000" algn="tl" rotWithShape="0">
                <a:prstClr val="black">
                  <a:alpha val="10000"/>
                </a:prstClr>
              </a:outerShdw>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119" name="Freeform 118">
              <a:extLst>
                <a:ext uri="{FF2B5EF4-FFF2-40B4-BE49-F238E27FC236}">
                  <a16:creationId xmlns:a16="http://schemas.microsoft.com/office/drawing/2014/main" id="{2FB88DCE-ABC9-9F2B-4A1E-8640646D67ED}"/>
                </a:ext>
              </a:extLst>
            </p:cNvPr>
            <p:cNvSpPr>
              <a:spLocks noChangeAspect="1"/>
            </p:cNvSpPr>
            <p:nvPr/>
          </p:nvSpPr>
          <p:spPr>
            <a:xfrm>
              <a:off x="2962197" y="2457738"/>
              <a:ext cx="180028" cy="180000"/>
            </a:xfrm>
            <a:custGeom>
              <a:avLst/>
              <a:gdLst>
                <a:gd name="connsiteX0" fmla="*/ 56485 w 60254"/>
                <a:gd name="connsiteY0" fmla="*/ 26394 h 60245"/>
                <a:gd name="connsiteX1" fmla="*/ 33862 w 60254"/>
                <a:gd name="connsiteY1" fmla="*/ 26394 h 60245"/>
                <a:gd name="connsiteX2" fmla="*/ 33862 w 60254"/>
                <a:gd name="connsiteY2" fmla="*/ 3729 h 60245"/>
                <a:gd name="connsiteX3" fmla="*/ 30091 w 60254"/>
                <a:gd name="connsiteY3" fmla="*/ 0 h 60245"/>
                <a:gd name="connsiteX4" fmla="*/ 26393 w 60254"/>
                <a:gd name="connsiteY4" fmla="*/ 3729 h 60245"/>
                <a:gd name="connsiteX5" fmla="*/ 26393 w 60254"/>
                <a:gd name="connsiteY5" fmla="*/ 26394 h 60245"/>
                <a:gd name="connsiteX6" fmla="*/ 3771 w 60254"/>
                <a:gd name="connsiteY6" fmla="*/ 26394 h 60245"/>
                <a:gd name="connsiteX7" fmla="*/ 0 w 60254"/>
                <a:gd name="connsiteY7" fmla="*/ 30122 h 60245"/>
                <a:gd name="connsiteX8" fmla="*/ 3771 w 60254"/>
                <a:gd name="connsiteY8" fmla="*/ 33851 h 60245"/>
                <a:gd name="connsiteX9" fmla="*/ 26393 w 60254"/>
                <a:gd name="connsiteY9" fmla="*/ 33851 h 60245"/>
                <a:gd name="connsiteX10" fmla="*/ 26393 w 60254"/>
                <a:gd name="connsiteY10" fmla="*/ 56516 h 60245"/>
                <a:gd name="connsiteX11" fmla="*/ 30091 w 60254"/>
                <a:gd name="connsiteY11" fmla="*/ 60245 h 60245"/>
                <a:gd name="connsiteX12" fmla="*/ 33862 w 60254"/>
                <a:gd name="connsiteY12" fmla="*/ 56516 h 60245"/>
                <a:gd name="connsiteX13" fmla="*/ 33862 w 60254"/>
                <a:gd name="connsiteY13" fmla="*/ 33851 h 60245"/>
                <a:gd name="connsiteX14" fmla="*/ 56485 w 60254"/>
                <a:gd name="connsiteY14" fmla="*/ 33851 h 60245"/>
                <a:gd name="connsiteX15" fmla="*/ 60254 w 60254"/>
                <a:gd name="connsiteY15" fmla="*/ 30122 h 60245"/>
                <a:gd name="connsiteX16" fmla="*/ 56485 w 60254"/>
                <a:gd name="connsiteY16" fmla="*/ 26394 h 6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254" h="60245">
                  <a:moveTo>
                    <a:pt x="56485" y="26394"/>
                  </a:moveTo>
                  <a:lnTo>
                    <a:pt x="33862" y="26394"/>
                  </a:lnTo>
                  <a:lnTo>
                    <a:pt x="33862" y="3729"/>
                  </a:lnTo>
                  <a:cubicBezTo>
                    <a:pt x="33862" y="1670"/>
                    <a:pt x="32193" y="0"/>
                    <a:pt x="30091" y="0"/>
                  </a:cubicBezTo>
                  <a:cubicBezTo>
                    <a:pt x="28061" y="0"/>
                    <a:pt x="26393" y="1670"/>
                    <a:pt x="26393" y="3729"/>
                  </a:cubicBezTo>
                  <a:lnTo>
                    <a:pt x="26393" y="26394"/>
                  </a:lnTo>
                  <a:lnTo>
                    <a:pt x="3771" y="26394"/>
                  </a:lnTo>
                  <a:cubicBezTo>
                    <a:pt x="1668" y="26394"/>
                    <a:pt x="0" y="28063"/>
                    <a:pt x="0" y="30122"/>
                  </a:cubicBezTo>
                  <a:cubicBezTo>
                    <a:pt x="0" y="32182"/>
                    <a:pt x="1668" y="33851"/>
                    <a:pt x="3771" y="33851"/>
                  </a:cubicBezTo>
                  <a:lnTo>
                    <a:pt x="26393" y="33851"/>
                  </a:lnTo>
                  <a:lnTo>
                    <a:pt x="26393" y="56516"/>
                  </a:lnTo>
                  <a:cubicBezTo>
                    <a:pt x="26393" y="58576"/>
                    <a:pt x="28061" y="60245"/>
                    <a:pt x="30091" y="60245"/>
                  </a:cubicBezTo>
                  <a:cubicBezTo>
                    <a:pt x="32193" y="60245"/>
                    <a:pt x="33862" y="58576"/>
                    <a:pt x="33862" y="56516"/>
                  </a:cubicBezTo>
                  <a:lnTo>
                    <a:pt x="33862" y="33851"/>
                  </a:lnTo>
                  <a:lnTo>
                    <a:pt x="56485" y="33851"/>
                  </a:lnTo>
                  <a:cubicBezTo>
                    <a:pt x="58587" y="33851"/>
                    <a:pt x="60254" y="32182"/>
                    <a:pt x="60254" y="30122"/>
                  </a:cubicBezTo>
                  <a:cubicBezTo>
                    <a:pt x="60254" y="28063"/>
                    <a:pt x="58587" y="26394"/>
                    <a:pt x="56485" y="26394"/>
                  </a:cubicBezTo>
                  <a:close/>
                </a:path>
              </a:pathLst>
            </a:custGeom>
            <a:solidFill>
              <a:srgbClr val="000000"/>
            </a:solidFill>
            <a:ln w="7250" cap="flat">
              <a:noFill/>
              <a:prstDash val="solid"/>
              <a:miter/>
            </a:ln>
          </p:spPr>
          <p:txBody>
            <a:bodyPr rtlCol="0" anchor="ctr"/>
            <a:lstStyle/>
            <a:p>
              <a:endParaRPr lang="en-US"/>
            </a:p>
          </p:txBody>
        </p:sp>
      </p:grpSp>
      <p:sp>
        <p:nvSpPr>
          <p:cNvPr id="52" name="Isosceles Triangle 12" descr="Green arrow pointing up indicating a positive increase.">
            <a:extLst>
              <a:ext uri="{FF2B5EF4-FFF2-40B4-BE49-F238E27FC236}">
                <a16:creationId xmlns:a16="http://schemas.microsoft.com/office/drawing/2014/main" id="{59F8CEB2-7FC5-6E49-BFE4-4B1C3F946D51}"/>
              </a:ext>
              <a:ext uri="{C183D7F6-B498-43B3-948B-1728B52AA6E4}">
                <adec:decorative xmlns:adec="http://schemas.microsoft.com/office/drawing/2017/decorative" val="0"/>
              </a:ext>
            </a:extLst>
          </p:cNvPr>
          <p:cNvSpPr>
            <a:spLocks noChangeAspect="1"/>
          </p:cNvSpPr>
          <p:nvPr/>
        </p:nvSpPr>
        <p:spPr bwMode="gray">
          <a:xfrm>
            <a:off x="4668956" y="1979128"/>
            <a:ext cx="288000" cy="230400"/>
          </a:xfrm>
          <a:prstGeom prst="triangle">
            <a:avLst/>
          </a:prstGeom>
          <a:solidFill>
            <a:srgbClr val="128354"/>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rgbClr val="1AB977"/>
              </a:solidFill>
              <a:cs typeface="Arial" pitchFamily="34" charset="0"/>
            </a:endParaRPr>
          </a:p>
        </p:txBody>
      </p:sp>
      <p:sp>
        <p:nvSpPr>
          <p:cNvPr id="5" name="Flowchart: Process 17">
            <a:extLst>
              <a:ext uri="{FF2B5EF4-FFF2-40B4-BE49-F238E27FC236}">
                <a16:creationId xmlns:a16="http://schemas.microsoft.com/office/drawing/2014/main" id="{5E58D14E-E237-AD11-071A-900941D437CE}"/>
              </a:ext>
              <a:ext uri="{C183D7F6-B498-43B3-948B-1728B52AA6E4}">
                <adec:decorative xmlns:adec="http://schemas.microsoft.com/office/drawing/2017/decorative" val="1"/>
              </a:ext>
            </a:extLst>
          </p:cNvPr>
          <p:cNvSpPr>
            <a:spLocks noChangeAspect="1"/>
          </p:cNvSpPr>
          <p:nvPr/>
        </p:nvSpPr>
        <p:spPr bwMode="gray">
          <a:xfrm>
            <a:off x="4669532" y="2352970"/>
            <a:ext cx="287424" cy="82860"/>
          </a:xfrm>
          <a:prstGeom prst="flowChartProcess">
            <a:avLst/>
          </a:prstGeom>
          <a:solidFill>
            <a:srgbClr val="333333"/>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53" name="Isosceles Triangle 36" descr="Red arrow pointing up indicating a negative decrease.">
            <a:extLst>
              <a:ext uri="{FF2B5EF4-FFF2-40B4-BE49-F238E27FC236}">
                <a16:creationId xmlns:a16="http://schemas.microsoft.com/office/drawing/2014/main" id="{3E81B607-F7F5-2ACD-3B1B-F35A365BD7B2}"/>
              </a:ext>
              <a:ext uri="{C183D7F6-B498-43B3-948B-1728B52AA6E4}">
                <adec:decorative xmlns:adec="http://schemas.microsoft.com/office/drawing/2017/decorative" val="0"/>
              </a:ext>
            </a:extLst>
          </p:cNvPr>
          <p:cNvSpPr>
            <a:spLocks noChangeAspect="1"/>
          </p:cNvSpPr>
          <p:nvPr/>
        </p:nvSpPr>
        <p:spPr bwMode="gray">
          <a:xfrm rot="10800000">
            <a:off x="4668956" y="2559177"/>
            <a:ext cx="288000" cy="230400"/>
          </a:xfrm>
          <a:prstGeom prst="triangle">
            <a:avLst/>
          </a:prstGeom>
          <a:solidFill>
            <a:srgbClr val="B00020"/>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rgbClr val="B00020"/>
              </a:solidFill>
              <a:cs typeface="Arial" pitchFamily="34" charset="0"/>
            </a:endParaRPr>
          </a:p>
        </p:txBody>
      </p:sp>
      <p:sp>
        <p:nvSpPr>
          <p:cNvPr id="37" name="TextBox 36">
            <a:extLst>
              <a:ext uri="{FF2B5EF4-FFF2-40B4-BE49-F238E27FC236}">
                <a16:creationId xmlns:a16="http://schemas.microsoft.com/office/drawing/2014/main" id="{8B93349A-2A69-2B96-F03C-6D1E81E046B4}"/>
              </a:ext>
            </a:extLst>
          </p:cNvPr>
          <p:cNvSpPr txBox="1"/>
          <p:nvPr/>
        </p:nvSpPr>
        <p:spPr>
          <a:xfrm>
            <a:off x="765737" y="3093541"/>
            <a:ext cx="4572000" cy="277200"/>
          </a:xfrm>
          <a:prstGeom prst="rect">
            <a:avLst/>
          </a:prstGeom>
          <a:solidFill>
            <a:srgbClr val="200A58"/>
          </a:solidFill>
        </p:spPr>
        <p:txBody>
          <a:bodyPr vert="horz" wrap="none" lIns="0" tIns="0" rIns="0" bIns="0" rtlCol="0" anchor="ctr" anchorCtr="0">
            <a:normAutofit/>
          </a:bodyPr>
          <a:lstStyle/>
          <a:p>
            <a:pPr algn="ctr"/>
            <a:r>
              <a:rPr lang="en-US" sz="1400">
                <a:solidFill>
                  <a:schemeClr val="bg1"/>
                </a:solidFill>
              </a:rPr>
              <a:t>Lines &amp; connectors</a:t>
            </a:r>
          </a:p>
        </p:txBody>
      </p:sp>
      <p:sp>
        <p:nvSpPr>
          <p:cNvPr id="87" name="TextBox 86">
            <a:extLst>
              <a:ext uri="{FF2B5EF4-FFF2-40B4-BE49-F238E27FC236}">
                <a16:creationId xmlns:a16="http://schemas.microsoft.com/office/drawing/2014/main" id="{5A6B98EA-FDF3-0592-8827-449B920C330D}"/>
              </a:ext>
              <a:ext uri="{C183D7F6-B498-43B3-948B-1728B52AA6E4}">
                <adec:decorative xmlns:adec="http://schemas.microsoft.com/office/drawing/2017/decorative" val="1"/>
              </a:ext>
            </a:extLst>
          </p:cNvPr>
          <p:cNvSpPr txBox="1">
            <a:spLocks/>
          </p:cNvSpPr>
          <p:nvPr/>
        </p:nvSpPr>
        <p:spPr>
          <a:xfrm flipH="1">
            <a:off x="761999" y="3397193"/>
            <a:ext cx="4571998" cy="1123694"/>
          </a:xfrm>
          <a:prstGeom prst="rect">
            <a:avLst/>
          </a:prstGeom>
          <a:solidFill>
            <a:schemeClr val="bg1">
              <a:lumMod val="95000"/>
            </a:schemeClr>
          </a:solidFill>
        </p:spPr>
        <p:txBody>
          <a:bodyPr vert="horz" wrap="square" lIns="108000" tIns="108000" rIns="108000" bIns="108000" rtlCol="0" anchor="ctr" anchorCtr="0">
            <a:noAutofit/>
          </a:bodyPr>
          <a:lstStyle/>
          <a:p>
            <a:pPr algn="ctr"/>
            <a:endParaRPr lang="en-US" sz="1600">
              <a:solidFill>
                <a:schemeClr val="accent6">
                  <a:lumMod val="25000"/>
                </a:schemeClr>
              </a:solidFill>
            </a:endParaRPr>
          </a:p>
        </p:txBody>
      </p:sp>
      <p:grpSp>
        <p:nvGrpSpPr>
          <p:cNvPr id="15" name="Group 14 Lines and connectors" descr="8 ready-to-use lines and connectors.">
            <a:extLst>
              <a:ext uri="{FF2B5EF4-FFF2-40B4-BE49-F238E27FC236}">
                <a16:creationId xmlns:a16="http://schemas.microsoft.com/office/drawing/2014/main" id="{4C54A761-40B6-37FD-D778-DD66FEF2CA7F}"/>
              </a:ext>
            </a:extLst>
          </p:cNvPr>
          <p:cNvGrpSpPr/>
          <p:nvPr/>
        </p:nvGrpSpPr>
        <p:grpSpPr>
          <a:xfrm>
            <a:off x="999542" y="3628818"/>
            <a:ext cx="4034087" cy="680514"/>
            <a:chOff x="999542" y="3628818"/>
            <a:chExt cx="4034087" cy="680514"/>
          </a:xfrm>
        </p:grpSpPr>
        <p:cxnSp>
          <p:nvCxnSpPr>
            <p:cNvPr id="80" name="Straight Arrow Connector 79">
              <a:extLst>
                <a:ext uri="{FF2B5EF4-FFF2-40B4-BE49-F238E27FC236}">
                  <a16:creationId xmlns:a16="http://schemas.microsoft.com/office/drawing/2014/main" id="{9081253F-3506-48CD-AD32-7A3596260056}"/>
                </a:ext>
                <a:ext uri="{C183D7F6-B498-43B3-948B-1728B52AA6E4}">
                  <adec:decorative xmlns:adec="http://schemas.microsoft.com/office/drawing/2017/decorative" val="1"/>
                </a:ext>
              </a:extLst>
            </p:cNvPr>
            <p:cNvCxnSpPr>
              <a:cxnSpLocks/>
            </p:cNvCxnSpPr>
            <p:nvPr/>
          </p:nvCxnSpPr>
          <p:spPr bwMode="gray">
            <a:xfrm>
              <a:off x="999542" y="3628818"/>
              <a:ext cx="1800000" cy="0"/>
            </a:xfrm>
            <a:prstGeom prst="straightConnector1">
              <a:avLst/>
            </a:prstGeom>
            <a:noFill/>
            <a:ln w="12700" cap="rnd">
              <a:solidFill>
                <a:srgbClr val="999999"/>
              </a:solidFill>
              <a:round/>
              <a:headEnd type="none" w="med" len="med"/>
              <a:tailEnd type="none" w="med" len="sm"/>
            </a:ln>
            <a:effectLst/>
          </p:spPr>
        </p:cxnSp>
        <p:cxnSp>
          <p:nvCxnSpPr>
            <p:cNvPr id="78" name="Straight Arrow Connector 77">
              <a:extLst>
                <a:ext uri="{FF2B5EF4-FFF2-40B4-BE49-F238E27FC236}">
                  <a16:creationId xmlns:a16="http://schemas.microsoft.com/office/drawing/2014/main" id="{F8EB532D-A86A-5ABB-EA4A-033EFB6CACBB}"/>
                </a:ext>
                <a:ext uri="{C183D7F6-B498-43B3-948B-1728B52AA6E4}">
                  <adec:decorative xmlns:adec="http://schemas.microsoft.com/office/drawing/2017/decorative" val="1"/>
                </a:ext>
              </a:extLst>
            </p:cNvPr>
            <p:cNvCxnSpPr>
              <a:cxnSpLocks/>
            </p:cNvCxnSpPr>
            <p:nvPr/>
          </p:nvCxnSpPr>
          <p:spPr bwMode="gray">
            <a:xfrm>
              <a:off x="999542" y="3855656"/>
              <a:ext cx="1800000" cy="0"/>
            </a:xfrm>
            <a:prstGeom prst="straightConnector1">
              <a:avLst/>
            </a:prstGeom>
            <a:noFill/>
            <a:ln w="15875" cap="rnd">
              <a:solidFill>
                <a:schemeClr val="tx1"/>
              </a:solidFill>
              <a:round/>
              <a:headEnd type="none" w="med" len="med"/>
              <a:tailEnd type="none" w="med" len="sm"/>
            </a:ln>
            <a:effectLst/>
          </p:spPr>
        </p:cxnSp>
        <p:cxnSp>
          <p:nvCxnSpPr>
            <p:cNvPr id="79" name="Straight Arrow Connector 78">
              <a:extLst>
                <a:ext uri="{FF2B5EF4-FFF2-40B4-BE49-F238E27FC236}">
                  <a16:creationId xmlns:a16="http://schemas.microsoft.com/office/drawing/2014/main" id="{94B49C5A-EE62-08F1-0E3C-46B7C0A8D6B7}"/>
                </a:ext>
                <a:ext uri="{C183D7F6-B498-43B3-948B-1728B52AA6E4}">
                  <adec:decorative xmlns:adec="http://schemas.microsoft.com/office/drawing/2017/decorative" val="1"/>
                </a:ext>
              </a:extLst>
            </p:cNvPr>
            <p:cNvCxnSpPr>
              <a:cxnSpLocks/>
            </p:cNvCxnSpPr>
            <p:nvPr/>
          </p:nvCxnSpPr>
          <p:spPr bwMode="gray">
            <a:xfrm>
              <a:off x="999542" y="4082494"/>
              <a:ext cx="1800000" cy="0"/>
            </a:xfrm>
            <a:prstGeom prst="straightConnector1">
              <a:avLst/>
            </a:prstGeom>
            <a:noFill/>
            <a:ln w="15875" cap="rnd">
              <a:solidFill>
                <a:srgbClr val="000000"/>
              </a:solidFill>
              <a:prstDash val="sysDot"/>
              <a:round/>
              <a:headEnd type="none" w="med" len="med"/>
              <a:tailEnd type="none" w="med" len="sm"/>
            </a:ln>
            <a:effectLst/>
          </p:spPr>
        </p:cxnSp>
        <p:cxnSp>
          <p:nvCxnSpPr>
            <p:cNvPr id="81" name="Straight Arrow Connector 80">
              <a:extLst>
                <a:ext uri="{FF2B5EF4-FFF2-40B4-BE49-F238E27FC236}">
                  <a16:creationId xmlns:a16="http://schemas.microsoft.com/office/drawing/2014/main" id="{B36D2DBA-A7E3-E2FD-750D-24794766784D}"/>
                </a:ext>
                <a:ext uri="{C183D7F6-B498-43B3-948B-1728B52AA6E4}">
                  <adec:decorative xmlns:adec="http://schemas.microsoft.com/office/drawing/2017/decorative" val="1"/>
                </a:ext>
              </a:extLst>
            </p:cNvPr>
            <p:cNvCxnSpPr>
              <a:cxnSpLocks/>
            </p:cNvCxnSpPr>
            <p:nvPr/>
          </p:nvCxnSpPr>
          <p:spPr bwMode="gray">
            <a:xfrm>
              <a:off x="999542" y="4309332"/>
              <a:ext cx="1800000" cy="0"/>
            </a:xfrm>
            <a:prstGeom prst="straightConnector1">
              <a:avLst/>
            </a:prstGeom>
            <a:noFill/>
            <a:ln w="15875" cap="rnd">
              <a:solidFill>
                <a:schemeClr val="tx1"/>
              </a:solidFill>
              <a:prstDash val="dash"/>
              <a:round/>
              <a:headEnd type="none" w="med" len="med"/>
              <a:tailEnd type="none" w="med" len="sm"/>
            </a:ln>
            <a:effectLst/>
          </p:spPr>
        </p:cxnSp>
        <p:cxnSp>
          <p:nvCxnSpPr>
            <p:cNvPr id="75" name="Straight Arrow Connector 74">
              <a:extLst>
                <a:ext uri="{FF2B5EF4-FFF2-40B4-BE49-F238E27FC236}">
                  <a16:creationId xmlns:a16="http://schemas.microsoft.com/office/drawing/2014/main" id="{26CF6D1D-5A98-3310-B59E-D9082F1B6726}"/>
                </a:ext>
                <a:ext uri="{C183D7F6-B498-43B3-948B-1728B52AA6E4}">
                  <adec:decorative xmlns:adec="http://schemas.microsoft.com/office/drawing/2017/decorative" val="1"/>
                </a:ext>
              </a:extLst>
            </p:cNvPr>
            <p:cNvCxnSpPr>
              <a:cxnSpLocks/>
            </p:cNvCxnSpPr>
            <p:nvPr/>
          </p:nvCxnSpPr>
          <p:spPr bwMode="gray">
            <a:xfrm>
              <a:off x="3282764" y="3710879"/>
              <a:ext cx="1750865" cy="0"/>
            </a:xfrm>
            <a:prstGeom prst="straightConnector1">
              <a:avLst/>
            </a:prstGeom>
            <a:noFill/>
            <a:ln w="15875" cap="rnd">
              <a:solidFill>
                <a:schemeClr val="tx1"/>
              </a:solidFill>
              <a:round/>
              <a:headEnd type="none" w="med" len="med"/>
              <a:tailEnd type="arrow" w="med" len="sm"/>
            </a:ln>
            <a:effectLst/>
          </p:spPr>
        </p:cxnSp>
        <p:cxnSp>
          <p:nvCxnSpPr>
            <p:cNvPr id="76" name="Straight Arrow Connector 75">
              <a:extLst>
                <a:ext uri="{FF2B5EF4-FFF2-40B4-BE49-F238E27FC236}">
                  <a16:creationId xmlns:a16="http://schemas.microsoft.com/office/drawing/2014/main" id="{8D4254CF-E814-ED23-ED1A-0CE39C5AEFA8}"/>
                </a:ext>
                <a:ext uri="{C183D7F6-B498-43B3-948B-1728B52AA6E4}">
                  <adec:decorative xmlns:adec="http://schemas.microsoft.com/office/drawing/2017/decorative" val="1"/>
                </a:ext>
              </a:extLst>
            </p:cNvPr>
            <p:cNvCxnSpPr>
              <a:cxnSpLocks/>
            </p:cNvCxnSpPr>
            <p:nvPr/>
          </p:nvCxnSpPr>
          <p:spPr bwMode="gray">
            <a:xfrm>
              <a:off x="3282764" y="3980643"/>
              <a:ext cx="1714865" cy="0"/>
            </a:xfrm>
            <a:prstGeom prst="straightConnector1">
              <a:avLst/>
            </a:prstGeom>
            <a:noFill/>
            <a:ln w="15875" cap="rnd">
              <a:solidFill>
                <a:schemeClr val="tx1"/>
              </a:solidFill>
              <a:round/>
              <a:headEnd type="none" w="med" len="med"/>
              <a:tailEnd type="oval" w="med" len="med"/>
            </a:ln>
            <a:effectLst/>
          </p:spPr>
        </p:cxnSp>
        <p:cxnSp>
          <p:nvCxnSpPr>
            <p:cNvPr id="77" name="Straight Arrow Connector 76">
              <a:extLst>
                <a:ext uri="{FF2B5EF4-FFF2-40B4-BE49-F238E27FC236}">
                  <a16:creationId xmlns:a16="http://schemas.microsoft.com/office/drawing/2014/main" id="{1AF83E3B-6AD2-3F0B-6243-F9E56B22EF2E}"/>
                </a:ext>
                <a:ext uri="{C183D7F6-B498-43B3-948B-1728B52AA6E4}">
                  <adec:decorative xmlns:adec="http://schemas.microsoft.com/office/drawing/2017/decorative" val="1"/>
                </a:ext>
              </a:extLst>
            </p:cNvPr>
            <p:cNvCxnSpPr>
              <a:cxnSpLocks/>
            </p:cNvCxnSpPr>
            <p:nvPr/>
          </p:nvCxnSpPr>
          <p:spPr bwMode="gray">
            <a:xfrm>
              <a:off x="3282764" y="4230301"/>
              <a:ext cx="1714865" cy="0"/>
            </a:xfrm>
            <a:prstGeom prst="straightConnector1">
              <a:avLst/>
            </a:prstGeom>
            <a:noFill/>
            <a:ln w="15875" cap="rnd">
              <a:solidFill>
                <a:schemeClr val="tx1"/>
              </a:solidFill>
              <a:round/>
              <a:headEnd type="none" w="med" len="med"/>
              <a:tailEnd type="diamond" w="med" len="med"/>
            </a:ln>
            <a:effectLst/>
          </p:spPr>
        </p:cxnSp>
      </p:grpSp>
      <p:sp>
        <p:nvSpPr>
          <p:cNvPr id="38" name="TextBox 37">
            <a:extLst>
              <a:ext uri="{FF2B5EF4-FFF2-40B4-BE49-F238E27FC236}">
                <a16:creationId xmlns:a16="http://schemas.microsoft.com/office/drawing/2014/main" id="{BA137C3E-F8B8-A671-3A6A-E4B4B7321850}"/>
              </a:ext>
            </a:extLst>
          </p:cNvPr>
          <p:cNvSpPr txBox="1"/>
          <p:nvPr/>
        </p:nvSpPr>
        <p:spPr>
          <a:xfrm>
            <a:off x="765737" y="4659424"/>
            <a:ext cx="4572000" cy="277200"/>
          </a:xfrm>
          <a:prstGeom prst="rect">
            <a:avLst/>
          </a:prstGeom>
          <a:solidFill>
            <a:srgbClr val="200A58"/>
          </a:solidFill>
        </p:spPr>
        <p:txBody>
          <a:bodyPr vert="horz" wrap="none" lIns="0" tIns="0" rIns="0" bIns="0" rtlCol="0" anchor="ctr" anchorCtr="0">
            <a:normAutofit/>
          </a:bodyPr>
          <a:lstStyle/>
          <a:p>
            <a:pPr algn="ctr"/>
            <a:r>
              <a:rPr lang="en-US" sz="1400">
                <a:solidFill>
                  <a:schemeClr val="bg1"/>
                </a:solidFill>
              </a:rPr>
              <a:t>Bubbles (for numbers and icons)</a:t>
            </a:r>
          </a:p>
        </p:txBody>
      </p:sp>
      <p:sp>
        <p:nvSpPr>
          <p:cNvPr id="88" name="TextBox 87">
            <a:extLst>
              <a:ext uri="{FF2B5EF4-FFF2-40B4-BE49-F238E27FC236}">
                <a16:creationId xmlns:a16="http://schemas.microsoft.com/office/drawing/2014/main" id="{62366772-DC9D-6086-4A68-41431516271D}"/>
              </a:ext>
              <a:ext uri="{C183D7F6-B498-43B3-948B-1728B52AA6E4}">
                <adec:decorative xmlns:adec="http://schemas.microsoft.com/office/drawing/2017/decorative" val="1"/>
              </a:ext>
            </a:extLst>
          </p:cNvPr>
          <p:cNvSpPr txBox="1">
            <a:spLocks/>
          </p:cNvSpPr>
          <p:nvPr/>
        </p:nvSpPr>
        <p:spPr>
          <a:xfrm flipH="1">
            <a:off x="761999" y="4965516"/>
            <a:ext cx="4571998" cy="1123694"/>
          </a:xfrm>
          <a:prstGeom prst="rect">
            <a:avLst/>
          </a:prstGeom>
          <a:solidFill>
            <a:schemeClr val="bg1">
              <a:lumMod val="95000"/>
            </a:schemeClr>
          </a:solidFill>
        </p:spPr>
        <p:txBody>
          <a:bodyPr vert="horz" wrap="square" lIns="108000" tIns="108000" rIns="108000" bIns="108000" rtlCol="0" anchor="ctr" anchorCtr="0">
            <a:noAutofit/>
          </a:bodyPr>
          <a:lstStyle/>
          <a:p>
            <a:pPr algn="ctr"/>
            <a:endParaRPr lang="en-US" sz="1600">
              <a:solidFill>
                <a:schemeClr val="accent6">
                  <a:lumMod val="25000"/>
                </a:schemeClr>
              </a:solidFill>
            </a:endParaRPr>
          </a:p>
        </p:txBody>
      </p:sp>
      <p:sp>
        <p:nvSpPr>
          <p:cNvPr id="13" name="Text Placeholder 7" descr="Bubble example (for numbers and icons) with a white background and the CGI gradient B outline. &#10;">
            <a:extLst>
              <a:ext uri="{FF2B5EF4-FFF2-40B4-BE49-F238E27FC236}">
                <a16:creationId xmlns:a16="http://schemas.microsoft.com/office/drawing/2014/main" id="{E4965B16-5405-2094-F19C-3E7BC0C52087}"/>
              </a:ext>
              <a:ext uri="{C183D7F6-B498-43B3-948B-1728B52AA6E4}">
                <adec:decorative xmlns:adec="http://schemas.microsoft.com/office/drawing/2017/decorative" val="0"/>
              </a:ext>
            </a:extLst>
          </p:cNvPr>
          <p:cNvSpPr txBox="1">
            <a:spLocks noChangeAspect="1"/>
          </p:cNvSpPr>
          <p:nvPr/>
        </p:nvSpPr>
        <p:spPr>
          <a:xfrm>
            <a:off x="1098367" y="5167363"/>
            <a:ext cx="720000" cy="720000"/>
          </a:xfrm>
          <a:prstGeom prst="ellipse">
            <a:avLst/>
          </a:prstGeom>
          <a:solidFill>
            <a:schemeClr val="bg1"/>
          </a:solidFill>
          <a:ln w="28575">
            <a:gradFill>
              <a:gsLst>
                <a:gs pos="66000">
                  <a:srgbClr val="E31937"/>
                </a:gs>
                <a:gs pos="33000">
                  <a:srgbClr val="FF6A00"/>
                </a:gs>
                <a:gs pos="0">
                  <a:srgbClr val="FFCDD2"/>
                </a:gs>
                <a:gs pos="100000">
                  <a:srgbClr val="991F3D"/>
                </a:gs>
              </a:gsLst>
              <a:lin ang="10800000" scaled="0"/>
            </a:gradFill>
          </a:ln>
          <a:effectLst>
            <a:outerShdw blurRad="88900" dist="25400" dir="3600000" algn="tl" rotWithShape="0">
              <a:prstClr val="black">
                <a:alpha val="25000"/>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en-US" sz="1400" b="1"/>
          </a:p>
        </p:txBody>
      </p:sp>
      <p:sp>
        <p:nvSpPr>
          <p:cNvPr id="6" name="Text Placeholder 7" descr="Bubble example (for numbers and icons) with a white background and the CGI gradient A outline. &#10;">
            <a:extLst>
              <a:ext uri="{FF2B5EF4-FFF2-40B4-BE49-F238E27FC236}">
                <a16:creationId xmlns:a16="http://schemas.microsoft.com/office/drawing/2014/main" id="{778C54D6-7838-1F4B-E825-1F06AB54A90A}"/>
              </a:ext>
              <a:ext uri="{C183D7F6-B498-43B3-948B-1728B52AA6E4}">
                <adec:decorative xmlns:adec="http://schemas.microsoft.com/office/drawing/2017/decorative" val="0"/>
              </a:ext>
            </a:extLst>
          </p:cNvPr>
          <p:cNvSpPr txBox="1">
            <a:spLocks noChangeAspect="1"/>
          </p:cNvSpPr>
          <p:nvPr/>
        </p:nvSpPr>
        <p:spPr>
          <a:xfrm>
            <a:off x="2158121" y="5167363"/>
            <a:ext cx="720000" cy="720000"/>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88900" dist="25400" dir="3600000" algn="tl" rotWithShape="0">
              <a:prstClr val="black">
                <a:alpha val="25000"/>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en-US" sz="1400" b="1"/>
          </a:p>
        </p:txBody>
      </p:sp>
      <p:sp>
        <p:nvSpPr>
          <p:cNvPr id="7" name="Text Placeholder 7" descr="Bubble example (for numbers and icons) with a white background and grey outline. &#10;">
            <a:extLst>
              <a:ext uri="{FF2B5EF4-FFF2-40B4-BE49-F238E27FC236}">
                <a16:creationId xmlns:a16="http://schemas.microsoft.com/office/drawing/2014/main" id="{BE9B72F1-E2DD-7F42-9C56-611BF0CFA6EA}"/>
              </a:ext>
              <a:ext uri="{C183D7F6-B498-43B3-948B-1728B52AA6E4}">
                <adec:decorative xmlns:adec="http://schemas.microsoft.com/office/drawing/2017/decorative" val="0"/>
              </a:ext>
            </a:extLst>
          </p:cNvPr>
          <p:cNvSpPr txBox="1">
            <a:spLocks noChangeAspect="1"/>
          </p:cNvSpPr>
          <p:nvPr/>
        </p:nvSpPr>
        <p:spPr>
          <a:xfrm>
            <a:off x="3217875" y="5167363"/>
            <a:ext cx="720000" cy="720000"/>
          </a:xfrm>
          <a:prstGeom prst="ellipse">
            <a:avLst/>
          </a:prstGeom>
          <a:solidFill>
            <a:schemeClr val="bg1"/>
          </a:solidFill>
          <a:ln w="28575">
            <a:solidFill>
              <a:srgbClr val="555555"/>
            </a:solidFill>
          </a:ln>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en-US" sz="1400" b="1"/>
          </a:p>
        </p:txBody>
      </p:sp>
      <p:sp>
        <p:nvSpPr>
          <p:cNvPr id="112" name="Text Placeholder 7" descr="Bubble example (for numbers and icons) with a white background and no outline. &#10;">
            <a:extLst>
              <a:ext uri="{FF2B5EF4-FFF2-40B4-BE49-F238E27FC236}">
                <a16:creationId xmlns:a16="http://schemas.microsoft.com/office/drawing/2014/main" id="{34DC2816-2DF1-24CB-2A5C-89E240FDA898}"/>
              </a:ext>
              <a:ext uri="{C183D7F6-B498-43B3-948B-1728B52AA6E4}">
                <adec:decorative xmlns:adec="http://schemas.microsoft.com/office/drawing/2017/decorative" val="0"/>
              </a:ext>
            </a:extLst>
          </p:cNvPr>
          <p:cNvSpPr txBox="1">
            <a:spLocks noChangeAspect="1"/>
          </p:cNvSpPr>
          <p:nvPr/>
        </p:nvSpPr>
        <p:spPr>
          <a:xfrm>
            <a:off x="4277629" y="5167363"/>
            <a:ext cx="720000" cy="720000"/>
          </a:xfrm>
          <a:prstGeom prst="ellipse">
            <a:avLst/>
          </a:prstGeom>
          <a:solidFill>
            <a:schemeClr val="bg1"/>
          </a:solidFill>
          <a:ln w="28575">
            <a:noFill/>
          </a:ln>
          <a:effectLst>
            <a:outerShdw blurRad="88900" dist="25400" dir="3600000" algn="tl" rotWithShape="0">
              <a:prstClr val="black">
                <a:alpha val="25000"/>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en-US" sz="1400" b="1"/>
          </a:p>
        </p:txBody>
      </p:sp>
      <p:sp>
        <p:nvSpPr>
          <p:cNvPr id="30" name="TextBox 29">
            <a:extLst>
              <a:ext uri="{FF2B5EF4-FFF2-40B4-BE49-F238E27FC236}">
                <a16:creationId xmlns:a16="http://schemas.microsoft.com/office/drawing/2014/main" id="{C75B4C06-5FCA-747B-F111-2EB2B639ADC0}"/>
              </a:ext>
            </a:extLst>
          </p:cNvPr>
          <p:cNvSpPr txBox="1"/>
          <p:nvPr/>
        </p:nvSpPr>
        <p:spPr>
          <a:xfrm>
            <a:off x="6096001" y="1527048"/>
            <a:ext cx="5328694" cy="276560"/>
          </a:xfrm>
          <a:prstGeom prst="rect">
            <a:avLst/>
          </a:prstGeom>
          <a:solidFill>
            <a:srgbClr val="200A58"/>
          </a:solidFill>
        </p:spPr>
        <p:txBody>
          <a:bodyPr vert="horz" wrap="none" lIns="0" tIns="0" rIns="0" bIns="0" rtlCol="0" anchor="ctr" anchorCtr="0">
            <a:normAutofit/>
          </a:bodyPr>
          <a:lstStyle/>
          <a:p>
            <a:pPr algn="ctr"/>
            <a:r>
              <a:rPr lang="en-US" sz="1400">
                <a:solidFill>
                  <a:schemeClr val="bg1"/>
                </a:solidFill>
              </a:rPr>
              <a:t>Highlight text boxes</a:t>
            </a:r>
          </a:p>
        </p:txBody>
      </p:sp>
      <p:sp>
        <p:nvSpPr>
          <p:cNvPr id="31" name="TextBox 30">
            <a:extLst>
              <a:ext uri="{FF2B5EF4-FFF2-40B4-BE49-F238E27FC236}">
                <a16:creationId xmlns:a16="http://schemas.microsoft.com/office/drawing/2014/main" id="{B3639D65-3B51-2AE9-9F3A-6758830088C9}"/>
              </a:ext>
            </a:extLst>
          </p:cNvPr>
          <p:cNvSpPr txBox="1">
            <a:spLocks/>
          </p:cNvSpPr>
          <p:nvPr/>
        </p:nvSpPr>
        <p:spPr>
          <a:xfrm flipH="1">
            <a:off x="6096000" y="2073714"/>
            <a:ext cx="1625208" cy="819344"/>
          </a:xfrm>
          <a:prstGeom prst="rect">
            <a:avLst/>
          </a:prstGeom>
          <a:solidFill>
            <a:schemeClr val="bg1"/>
          </a:solidFill>
          <a:ln w="9525">
            <a:solidFill>
              <a:srgbClr val="999999"/>
            </a:solidFill>
          </a:ln>
        </p:spPr>
        <p:txBody>
          <a:bodyPr vert="horz" wrap="square" lIns="108000" tIns="108000" rIns="108000" bIns="108000" rtlCol="0" anchor="ctr" anchorCtr="0">
            <a:noAutofit/>
          </a:bodyPr>
          <a:lstStyle/>
          <a:p>
            <a:pPr algn="ctr"/>
            <a:r>
              <a:rPr lang="en-US" sz="1600">
                <a:solidFill>
                  <a:schemeClr val="accent6">
                    <a:lumMod val="25000"/>
                  </a:schemeClr>
                </a:solidFill>
              </a:rPr>
              <a:t>Placeholder text</a:t>
            </a:r>
          </a:p>
        </p:txBody>
      </p:sp>
      <p:graphicFrame>
        <p:nvGraphicFramePr>
          <p:cNvPr id="34" name="Table 33">
            <a:extLst>
              <a:ext uri="{FF2B5EF4-FFF2-40B4-BE49-F238E27FC236}">
                <a16:creationId xmlns:a16="http://schemas.microsoft.com/office/drawing/2014/main" id="{1C3DF46F-CE4E-433F-491D-D70257957469}"/>
              </a:ext>
            </a:extLst>
          </p:cNvPr>
          <p:cNvGraphicFramePr>
            <a:graphicFrameLocks noGrp="1"/>
          </p:cNvGraphicFramePr>
          <p:nvPr>
            <p:extLst>
              <p:ext uri="{D42A27DB-BD31-4B8C-83A1-F6EECF244321}">
                <p14:modId xmlns:p14="http://schemas.microsoft.com/office/powerpoint/2010/main" val="3681727494"/>
              </p:ext>
            </p:extLst>
          </p:nvPr>
        </p:nvGraphicFramePr>
        <p:xfrm>
          <a:off x="7959557" y="2073713"/>
          <a:ext cx="1625208" cy="819344"/>
        </p:xfrm>
        <a:graphic>
          <a:graphicData uri="http://schemas.openxmlformats.org/drawingml/2006/table">
            <a:tbl>
              <a:tblPr firstRow="1" bandRow="1">
                <a:tableStyleId>{2D5ABB26-0587-4C30-8999-92F81FD0307C}</a:tableStyleId>
              </a:tblPr>
              <a:tblGrid>
                <a:gridCol w="1625208">
                  <a:extLst>
                    <a:ext uri="{9D8B030D-6E8A-4147-A177-3AD203B41FA5}">
                      <a16:colId xmlns:a16="http://schemas.microsoft.com/office/drawing/2014/main" val="1289833240"/>
                    </a:ext>
                  </a:extLst>
                </a:gridCol>
              </a:tblGrid>
              <a:tr h="7929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a:solidFill>
                            <a:srgbClr val="000000"/>
                          </a:solidFill>
                        </a:rPr>
                        <a:t>Placeholder text</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08000" marR="108000" marT="108000" marB="108000"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358555"/>
                  </a:ext>
                </a:extLst>
              </a:tr>
              <a:tr h="26430">
                <a:tc>
                  <a:txBody>
                    <a:bodyPr/>
                    <a:lstStyle/>
                    <a:p>
                      <a:pPr algn="ctr"/>
                      <a:endParaRPr lang="en-US" sz="100">
                        <a:solidFill>
                          <a:schemeClr val="tx1"/>
                        </a:solidFill>
                      </a:endParaRPr>
                    </a:p>
                  </a:txBody>
                  <a:tcPr marL="0" marR="0" marT="0" marB="0">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60000">
                          <a:srgbClr val="A82465"/>
                        </a:gs>
                        <a:gs pos="0">
                          <a:srgbClr val="E31937"/>
                        </a:gs>
                        <a:gs pos="100000">
                          <a:srgbClr val="5236AB"/>
                        </a:gs>
                      </a:gsLst>
                      <a:lin ang="10800000" scaled="0"/>
                      <a:tileRect/>
                    </a:gradFill>
                  </a:tcPr>
                </a:tc>
                <a:extLst>
                  <a:ext uri="{0D108BD9-81ED-4DB2-BD59-A6C34878D82A}">
                    <a16:rowId xmlns:a16="http://schemas.microsoft.com/office/drawing/2014/main" val="1043736692"/>
                  </a:ext>
                </a:extLst>
              </a:tr>
            </a:tbl>
          </a:graphicData>
        </a:graphic>
      </p:graphicFrame>
      <p:graphicFrame>
        <p:nvGraphicFramePr>
          <p:cNvPr id="24" name="Table 23">
            <a:extLst>
              <a:ext uri="{FF2B5EF4-FFF2-40B4-BE49-F238E27FC236}">
                <a16:creationId xmlns:a16="http://schemas.microsoft.com/office/drawing/2014/main" id="{8E5BB72A-1D96-96DA-45F0-C91EBFD3F5D6}"/>
              </a:ext>
            </a:extLst>
          </p:cNvPr>
          <p:cNvGraphicFramePr>
            <a:graphicFrameLocks noGrp="1"/>
          </p:cNvGraphicFramePr>
          <p:nvPr>
            <p:extLst>
              <p:ext uri="{D42A27DB-BD31-4B8C-83A1-F6EECF244321}">
                <p14:modId xmlns:p14="http://schemas.microsoft.com/office/powerpoint/2010/main" val="4238596655"/>
              </p:ext>
            </p:extLst>
          </p:nvPr>
        </p:nvGraphicFramePr>
        <p:xfrm>
          <a:off x="9776881" y="2073713"/>
          <a:ext cx="1625208" cy="819344"/>
        </p:xfrm>
        <a:graphic>
          <a:graphicData uri="http://schemas.openxmlformats.org/drawingml/2006/table">
            <a:tbl>
              <a:tblPr firstRow="1" bandRow="1">
                <a:tableStyleId>{2D5ABB26-0587-4C30-8999-92F81FD0307C}</a:tableStyleId>
              </a:tblPr>
              <a:tblGrid>
                <a:gridCol w="1625208">
                  <a:extLst>
                    <a:ext uri="{9D8B030D-6E8A-4147-A177-3AD203B41FA5}">
                      <a16:colId xmlns:a16="http://schemas.microsoft.com/office/drawing/2014/main" val="1289833240"/>
                    </a:ext>
                  </a:extLst>
                </a:gridCol>
              </a:tblGrid>
              <a:tr h="79291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a:solidFill>
                            <a:srgbClr val="000000"/>
                          </a:solidFill>
                        </a:rPr>
                        <a:t>Placeholder text</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08000" marR="108000" marT="108000" marB="108000"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358555"/>
                  </a:ext>
                </a:extLst>
              </a:tr>
              <a:tr h="26430">
                <a:tc>
                  <a:txBody>
                    <a:bodyPr/>
                    <a:lstStyle/>
                    <a:p>
                      <a:pPr algn="ctr"/>
                      <a:endParaRPr lang="en-US" sz="100">
                        <a:solidFill>
                          <a:schemeClr val="tx1"/>
                        </a:solidFill>
                      </a:endParaRPr>
                    </a:p>
                  </a:txBody>
                  <a:tcPr marL="0" marR="0" marT="0" marB="0">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CDD2"/>
                        </a:gs>
                        <a:gs pos="66000">
                          <a:srgbClr val="E31937"/>
                        </a:gs>
                        <a:gs pos="33000">
                          <a:srgbClr val="FF6A00"/>
                        </a:gs>
                        <a:gs pos="100000">
                          <a:srgbClr val="991F3D"/>
                        </a:gs>
                      </a:gsLst>
                      <a:lin ang="0" scaled="1"/>
                      <a:tileRect/>
                    </a:gradFill>
                  </a:tcPr>
                </a:tc>
                <a:extLst>
                  <a:ext uri="{0D108BD9-81ED-4DB2-BD59-A6C34878D82A}">
                    <a16:rowId xmlns:a16="http://schemas.microsoft.com/office/drawing/2014/main" val="1043736692"/>
                  </a:ext>
                </a:extLst>
              </a:tr>
            </a:tbl>
          </a:graphicData>
        </a:graphic>
      </p:graphicFrame>
      <p:sp>
        <p:nvSpPr>
          <p:cNvPr id="25" name="TextBox 24">
            <a:extLst>
              <a:ext uri="{FF2B5EF4-FFF2-40B4-BE49-F238E27FC236}">
                <a16:creationId xmlns:a16="http://schemas.microsoft.com/office/drawing/2014/main" id="{96387FEC-A860-92E6-E28A-887C0BC41767}"/>
              </a:ext>
            </a:extLst>
          </p:cNvPr>
          <p:cNvSpPr txBox="1">
            <a:spLocks/>
          </p:cNvSpPr>
          <p:nvPr/>
        </p:nvSpPr>
        <p:spPr>
          <a:xfrm flipH="1">
            <a:off x="6096000" y="3079238"/>
            <a:ext cx="1625208" cy="819344"/>
          </a:xfrm>
          <a:prstGeom prst="rect">
            <a:avLst/>
          </a:prstGeom>
          <a:solidFill>
            <a:schemeClr val="bg1">
              <a:lumMod val="95000"/>
            </a:schemeClr>
          </a:solidFill>
        </p:spPr>
        <p:txBody>
          <a:bodyPr vert="horz" wrap="square" lIns="108000" tIns="108000" rIns="108000" bIns="108000" rtlCol="0" anchor="ctr" anchorCtr="0">
            <a:noAutofit/>
          </a:bodyPr>
          <a:lstStyle/>
          <a:p>
            <a:pPr algn="ctr"/>
            <a:r>
              <a:rPr lang="en-US" sz="1600">
                <a:solidFill>
                  <a:schemeClr val="accent6">
                    <a:lumMod val="25000"/>
                  </a:schemeClr>
                </a:solidFill>
              </a:rPr>
              <a:t>Placeholder text</a:t>
            </a:r>
          </a:p>
        </p:txBody>
      </p:sp>
      <p:graphicFrame>
        <p:nvGraphicFramePr>
          <p:cNvPr id="29" name="Table 3">
            <a:extLst>
              <a:ext uri="{FF2B5EF4-FFF2-40B4-BE49-F238E27FC236}">
                <a16:creationId xmlns:a16="http://schemas.microsoft.com/office/drawing/2014/main" id="{B2A812D6-3A11-7752-FE3E-D37DF9639189}"/>
              </a:ext>
            </a:extLst>
          </p:cNvPr>
          <p:cNvGraphicFramePr>
            <a:graphicFrameLocks noGrp="1"/>
          </p:cNvGraphicFramePr>
          <p:nvPr>
            <p:extLst>
              <p:ext uri="{D42A27DB-BD31-4B8C-83A1-F6EECF244321}">
                <p14:modId xmlns:p14="http://schemas.microsoft.com/office/powerpoint/2010/main" val="3227689024"/>
              </p:ext>
            </p:extLst>
          </p:nvPr>
        </p:nvGraphicFramePr>
        <p:xfrm>
          <a:off x="7959557" y="3079237"/>
          <a:ext cx="1625208" cy="820026"/>
        </p:xfrm>
        <a:graphic>
          <a:graphicData uri="http://schemas.openxmlformats.org/drawingml/2006/table">
            <a:tbl>
              <a:tblPr firstRow="1" bandRow="1">
                <a:tableStyleId>{5C22544A-7EE6-4342-B048-85BDC9FD1C3A}</a:tableStyleId>
              </a:tblPr>
              <a:tblGrid>
                <a:gridCol w="1625208">
                  <a:extLst>
                    <a:ext uri="{9D8B030D-6E8A-4147-A177-3AD203B41FA5}">
                      <a16:colId xmlns:a16="http://schemas.microsoft.com/office/drawing/2014/main" val="1278623551"/>
                    </a:ext>
                  </a:extLst>
                </a:gridCol>
              </a:tblGrid>
              <a:tr h="0">
                <a:tc>
                  <a:txBody>
                    <a:bodyPr/>
                    <a:lstStyle/>
                    <a:p>
                      <a:endParaRPr lang="en-US" sz="100"/>
                    </a:p>
                  </a:txBody>
                  <a:tcPr marT="0" marB="0">
                    <a:lnL w="12700" cmpd="sng">
                      <a:noFill/>
                    </a:lnL>
                    <a:lnR w="12700" cmpd="sng">
                      <a:noFill/>
                    </a:lnR>
                    <a:lnT w="127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60000">
                          <a:srgbClr val="A82465"/>
                        </a:gs>
                        <a:gs pos="0">
                          <a:srgbClr val="E31937"/>
                        </a:gs>
                        <a:gs pos="100000">
                          <a:srgbClr val="5236AB"/>
                        </a:gs>
                      </a:gsLst>
                      <a:lin ang="10800000" scaled="0"/>
                      <a:tileRect/>
                    </a:gradFill>
                  </a:tcPr>
                </a:tc>
                <a:extLst>
                  <a:ext uri="{0D108BD9-81ED-4DB2-BD59-A6C34878D82A}">
                    <a16:rowId xmlns:a16="http://schemas.microsoft.com/office/drawing/2014/main" val="2432436091"/>
                  </a:ext>
                </a:extLst>
              </a:tr>
              <a:tr h="794626">
                <a:tc>
                  <a:txBody>
                    <a:bodyPr/>
                    <a:lstStyle/>
                    <a:p>
                      <a:pPr algn="ctr"/>
                      <a:r>
                        <a:rPr lang="en-GB" sz="1600">
                          <a:solidFill>
                            <a:schemeClr val="accent6">
                              <a:lumMod val="25000"/>
                            </a:schemeClr>
                          </a:solidFill>
                        </a:rPr>
                        <a:t>Placeholder text</a:t>
                      </a:r>
                      <a:endParaRPr lang="en-GB" sz="1600" b="1">
                        <a:latin typeface="+mn-lt"/>
                      </a:endParaRPr>
                    </a:p>
                  </a:txBody>
                  <a:tcPr marL="108000" marR="108000" marT="108000" marB="108000">
                    <a:lnL w="12700" cmpd="sng">
                      <a:noFill/>
                    </a:lnL>
                    <a:lnR w="12700" cmpd="sng">
                      <a:noFill/>
                    </a:lnR>
                    <a:lnT w="381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86562817"/>
                  </a:ext>
                </a:extLst>
              </a:tr>
            </a:tbl>
          </a:graphicData>
        </a:graphic>
      </p:graphicFrame>
      <p:graphicFrame>
        <p:nvGraphicFramePr>
          <p:cNvPr id="27" name="Table 3">
            <a:extLst>
              <a:ext uri="{FF2B5EF4-FFF2-40B4-BE49-F238E27FC236}">
                <a16:creationId xmlns:a16="http://schemas.microsoft.com/office/drawing/2014/main" id="{509C901A-26F9-7B8F-747F-CAE09AD1604E}"/>
              </a:ext>
            </a:extLst>
          </p:cNvPr>
          <p:cNvGraphicFramePr>
            <a:graphicFrameLocks noGrp="1"/>
          </p:cNvGraphicFramePr>
          <p:nvPr>
            <p:extLst>
              <p:ext uri="{D42A27DB-BD31-4B8C-83A1-F6EECF244321}">
                <p14:modId xmlns:p14="http://schemas.microsoft.com/office/powerpoint/2010/main" val="2156855562"/>
              </p:ext>
            </p:extLst>
          </p:nvPr>
        </p:nvGraphicFramePr>
        <p:xfrm>
          <a:off x="9776881" y="3079237"/>
          <a:ext cx="1625208" cy="821000"/>
        </p:xfrm>
        <a:graphic>
          <a:graphicData uri="http://schemas.openxmlformats.org/drawingml/2006/table">
            <a:tbl>
              <a:tblPr firstRow="1" bandRow="1">
                <a:tableStyleId>{5C22544A-7EE6-4342-B048-85BDC9FD1C3A}</a:tableStyleId>
              </a:tblPr>
              <a:tblGrid>
                <a:gridCol w="1625208">
                  <a:extLst>
                    <a:ext uri="{9D8B030D-6E8A-4147-A177-3AD203B41FA5}">
                      <a16:colId xmlns:a16="http://schemas.microsoft.com/office/drawing/2014/main" val="1278623551"/>
                    </a:ext>
                  </a:extLst>
                </a:gridCol>
              </a:tblGrid>
              <a:tr h="0">
                <a:tc>
                  <a:txBody>
                    <a:bodyPr/>
                    <a:lstStyle/>
                    <a:p>
                      <a:endParaRPr lang="en-US" sz="100"/>
                    </a:p>
                  </a:txBody>
                  <a:tcPr marT="0" marB="0">
                    <a:lnL w="12700" cmpd="sng">
                      <a:noFill/>
                    </a:lnL>
                    <a:lnR w="12700" cmpd="sng">
                      <a:noFill/>
                    </a:lnR>
                    <a:lnT w="127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CDD2"/>
                        </a:gs>
                        <a:gs pos="33000">
                          <a:srgbClr val="FF6A00"/>
                        </a:gs>
                        <a:gs pos="66000">
                          <a:srgbClr val="E31937"/>
                        </a:gs>
                        <a:gs pos="100000">
                          <a:srgbClr val="991F3D"/>
                        </a:gs>
                      </a:gsLst>
                      <a:lin ang="10800000" scaled="0"/>
                      <a:tileRect/>
                    </a:gradFill>
                  </a:tcPr>
                </a:tc>
                <a:extLst>
                  <a:ext uri="{0D108BD9-81ED-4DB2-BD59-A6C34878D82A}">
                    <a16:rowId xmlns:a16="http://schemas.microsoft.com/office/drawing/2014/main" val="2432436091"/>
                  </a:ext>
                </a:extLst>
              </a:tr>
              <a:tr h="795600">
                <a:tc>
                  <a:txBody>
                    <a:bodyPr/>
                    <a:lstStyle/>
                    <a:p>
                      <a:pPr algn="ctr"/>
                      <a:r>
                        <a:rPr lang="en-GB" sz="1600">
                          <a:solidFill>
                            <a:schemeClr val="accent6">
                              <a:lumMod val="25000"/>
                            </a:schemeClr>
                          </a:solidFill>
                        </a:rPr>
                        <a:t>Placeholder text</a:t>
                      </a:r>
                      <a:endParaRPr lang="en-GB" sz="1600" b="1">
                        <a:latin typeface="+mn-lt"/>
                      </a:endParaRPr>
                    </a:p>
                  </a:txBody>
                  <a:tcPr marL="108000" marR="108000" marT="108000" marB="108000">
                    <a:lnL w="12700" cmpd="sng">
                      <a:noFill/>
                    </a:lnL>
                    <a:lnR w="12700" cmpd="sng">
                      <a:noFill/>
                    </a:lnR>
                    <a:lnT w="381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86562817"/>
                  </a:ext>
                </a:extLst>
              </a:tr>
            </a:tbl>
          </a:graphicData>
        </a:graphic>
      </p:graphicFrame>
      <p:sp>
        <p:nvSpPr>
          <p:cNvPr id="32" name="TextBox 31">
            <a:extLst>
              <a:ext uri="{FF2B5EF4-FFF2-40B4-BE49-F238E27FC236}">
                <a16:creationId xmlns:a16="http://schemas.microsoft.com/office/drawing/2014/main" id="{D5CDA772-F938-7D76-014E-66C90C83E2BB}"/>
              </a:ext>
            </a:extLst>
          </p:cNvPr>
          <p:cNvSpPr txBox="1">
            <a:spLocks/>
          </p:cNvSpPr>
          <p:nvPr/>
        </p:nvSpPr>
        <p:spPr>
          <a:xfrm flipH="1">
            <a:off x="6096000" y="4171686"/>
            <a:ext cx="1625208" cy="820800"/>
          </a:xfrm>
          <a:prstGeom prst="rect">
            <a:avLst/>
          </a:prstGeom>
          <a:solidFill>
            <a:schemeClr val="bg1"/>
          </a:solidFill>
          <a:ln w="28575" cap="flat">
            <a:solidFill>
              <a:schemeClr val="bg1">
                <a:lumMod val="75000"/>
              </a:schemeClr>
            </a:solidFill>
            <a:miter lim="800000"/>
          </a:ln>
        </p:spPr>
        <p:txBody>
          <a:bodyPr vert="horz" wrap="square" lIns="108000" tIns="108000" rIns="108000" bIns="108000" rtlCol="0" anchor="ctr" anchorCtr="0">
            <a:noAutofit/>
          </a:bodyPr>
          <a:lstStyle/>
          <a:p>
            <a:pPr algn="ctr"/>
            <a:r>
              <a:rPr lang="en-US" sz="1600">
                <a:solidFill>
                  <a:schemeClr val="accent6">
                    <a:lumMod val="25000"/>
                  </a:schemeClr>
                </a:solidFill>
              </a:rPr>
              <a:t>Placeholder text</a:t>
            </a:r>
          </a:p>
        </p:txBody>
      </p:sp>
      <p:sp>
        <p:nvSpPr>
          <p:cNvPr id="33" name="TextBox 32">
            <a:extLst>
              <a:ext uri="{FF2B5EF4-FFF2-40B4-BE49-F238E27FC236}">
                <a16:creationId xmlns:a16="http://schemas.microsoft.com/office/drawing/2014/main" id="{548E038D-749E-33A9-D972-26B6DAA22DEE}"/>
              </a:ext>
            </a:extLst>
          </p:cNvPr>
          <p:cNvSpPr txBox="1">
            <a:spLocks/>
          </p:cNvSpPr>
          <p:nvPr/>
        </p:nvSpPr>
        <p:spPr>
          <a:xfrm flipH="1">
            <a:off x="7959557" y="4172414"/>
            <a:ext cx="1625208" cy="819345"/>
          </a:xfrm>
          <a:prstGeom prst="rect">
            <a:avLst/>
          </a:prstGeom>
          <a:solidFill>
            <a:schemeClr val="bg1"/>
          </a:solidFill>
          <a:ln w="28575">
            <a:gradFill>
              <a:gsLst>
                <a:gs pos="60000">
                  <a:srgbClr val="A82465"/>
                </a:gs>
                <a:gs pos="0">
                  <a:srgbClr val="E31937"/>
                </a:gs>
                <a:gs pos="100000">
                  <a:srgbClr val="5236AB"/>
                </a:gs>
              </a:gsLst>
              <a:lin ang="0" scaled="0"/>
            </a:gradFill>
            <a:miter lim="800000"/>
          </a:ln>
        </p:spPr>
        <p:txBody>
          <a:bodyPr vert="horz" wrap="square" lIns="108000" tIns="108000" rIns="108000" bIns="108000" rtlCol="0" anchor="ctr" anchorCtr="0">
            <a:noAutofit/>
          </a:bodyPr>
          <a:lstStyle/>
          <a:p>
            <a:pPr algn="ctr"/>
            <a:r>
              <a:rPr lang="en-US" sz="1600">
                <a:solidFill>
                  <a:schemeClr val="accent6">
                    <a:lumMod val="25000"/>
                  </a:schemeClr>
                </a:solidFill>
              </a:rPr>
              <a:t>Placeholder text</a:t>
            </a:r>
          </a:p>
        </p:txBody>
      </p:sp>
      <p:sp>
        <p:nvSpPr>
          <p:cNvPr id="35" name="TextBox 34">
            <a:extLst>
              <a:ext uri="{FF2B5EF4-FFF2-40B4-BE49-F238E27FC236}">
                <a16:creationId xmlns:a16="http://schemas.microsoft.com/office/drawing/2014/main" id="{90848D3E-D108-1699-2136-3F2BE883FFC0}"/>
              </a:ext>
            </a:extLst>
          </p:cNvPr>
          <p:cNvSpPr txBox="1">
            <a:spLocks/>
          </p:cNvSpPr>
          <p:nvPr/>
        </p:nvSpPr>
        <p:spPr>
          <a:xfrm flipH="1">
            <a:off x="9776880" y="4171686"/>
            <a:ext cx="1625207" cy="820800"/>
          </a:xfrm>
          <a:prstGeom prst="rect">
            <a:avLst/>
          </a:prstGeom>
          <a:solidFill>
            <a:schemeClr val="bg1"/>
          </a:solidFill>
          <a:ln w="28575">
            <a:gradFill>
              <a:gsLst>
                <a:gs pos="66000">
                  <a:srgbClr val="E31937"/>
                </a:gs>
                <a:gs pos="33000">
                  <a:srgbClr val="FF6A00"/>
                </a:gs>
                <a:gs pos="0">
                  <a:srgbClr val="FFCDD2"/>
                </a:gs>
                <a:gs pos="100000">
                  <a:srgbClr val="991F3D"/>
                </a:gs>
              </a:gsLst>
              <a:lin ang="0" scaled="0"/>
            </a:gradFill>
            <a:miter lim="800000"/>
          </a:ln>
        </p:spPr>
        <p:txBody>
          <a:bodyPr vert="horz" wrap="square" lIns="108000" tIns="108000" rIns="108000" bIns="108000" rtlCol="0" anchor="ctr" anchorCtr="0">
            <a:noAutofit/>
          </a:bodyPr>
          <a:lstStyle/>
          <a:p>
            <a:pPr algn="ctr"/>
            <a:r>
              <a:rPr lang="en-US" sz="1600">
                <a:solidFill>
                  <a:schemeClr val="accent6">
                    <a:lumMod val="25000"/>
                  </a:schemeClr>
                </a:solidFill>
              </a:rPr>
              <a:t>Placeholder text</a:t>
            </a:r>
          </a:p>
        </p:txBody>
      </p:sp>
      <p:sp>
        <p:nvSpPr>
          <p:cNvPr id="45" name="Rectangle">
            <a:extLst>
              <a:ext uri="{FF2B5EF4-FFF2-40B4-BE49-F238E27FC236}">
                <a16:creationId xmlns:a16="http://schemas.microsoft.com/office/drawing/2014/main" id="{090CD571-0E43-72A5-21AE-4F52DFD82444}"/>
              </a:ext>
            </a:extLst>
          </p:cNvPr>
          <p:cNvSpPr/>
          <p:nvPr/>
        </p:nvSpPr>
        <p:spPr>
          <a:xfrm>
            <a:off x="6113362" y="5273480"/>
            <a:ext cx="1625208" cy="819345"/>
          </a:xfrm>
          <a:prstGeom prst="rect">
            <a:avLst/>
          </a:prstGeom>
          <a:solidFill>
            <a:schemeClr val="bg1"/>
          </a:solidFill>
          <a:ln w="9525" algn="ctr">
            <a:noFill/>
            <a:miter lim="800000"/>
            <a:headEnd/>
            <a:tailEnd/>
          </a:ln>
          <a:effectLst>
            <a:outerShdw blurRad="101600" dist="25400" dir="3116037" rotWithShape="0">
              <a:schemeClr val="tx1">
                <a:lumMod val="75000"/>
                <a:lumOff val="25000"/>
                <a:alpha val="30000"/>
              </a:schemeClr>
            </a:outerShdw>
          </a:effectLst>
        </p:spPr>
        <p:txBody>
          <a:bodyPr lIns="108000" tIns="108000" rIns="108000" bIns="108000" rtlCol="0" anchor="ctr" anchorCtr="0"/>
          <a:lstStyle/>
          <a:p>
            <a:pPr algn="ctr"/>
            <a:r>
              <a:rPr lang="en-US" sz="1600">
                <a:solidFill>
                  <a:schemeClr val="accent6">
                    <a:lumMod val="25000"/>
                  </a:schemeClr>
                </a:solidFill>
              </a:rPr>
              <a:t>Placeholder text</a:t>
            </a:r>
          </a:p>
        </p:txBody>
      </p:sp>
      <p:graphicFrame>
        <p:nvGraphicFramePr>
          <p:cNvPr id="48" name="Table 47">
            <a:extLst>
              <a:ext uri="{FF2B5EF4-FFF2-40B4-BE49-F238E27FC236}">
                <a16:creationId xmlns:a16="http://schemas.microsoft.com/office/drawing/2014/main" id="{A0E11E74-0249-4EB1-FFA7-D998903316C7}"/>
              </a:ext>
            </a:extLst>
          </p:cNvPr>
          <p:cNvGraphicFramePr>
            <a:graphicFrameLocks noGrp="1"/>
          </p:cNvGraphicFramePr>
          <p:nvPr>
            <p:extLst>
              <p:ext uri="{D42A27DB-BD31-4B8C-83A1-F6EECF244321}">
                <p14:modId xmlns:p14="http://schemas.microsoft.com/office/powerpoint/2010/main" val="3208717250"/>
              </p:ext>
            </p:extLst>
          </p:nvPr>
        </p:nvGraphicFramePr>
        <p:xfrm>
          <a:off x="7959557" y="5268683"/>
          <a:ext cx="1625208" cy="819344"/>
        </p:xfrm>
        <a:graphic>
          <a:graphicData uri="http://schemas.openxmlformats.org/drawingml/2006/table">
            <a:tbl>
              <a:tblPr firstRow="1" bandRow="1">
                <a:tableStyleId>{2D5ABB26-0587-4C30-8999-92F81FD0307C}</a:tableStyleId>
              </a:tblPr>
              <a:tblGrid>
                <a:gridCol w="32651">
                  <a:extLst>
                    <a:ext uri="{9D8B030D-6E8A-4147-A177-3AD203B41FA5}">
                      <a16:colId xmlns:a16="http://schemas.microsoft.com/office/drawing/2014/main" val="318213339"/>
                    </a:ext>
                  </a:extLst>
                </a:gridCol>
                <a:gridCol w="1592557">
                  <a:extLst>
                    <a:ext uri="{9D8B030D-6E8A-4147-A177-3AD203B41FA5}">
                      <a16:colId xmlns:a16="http://schemas.microsoft.com/office/drawing/2014/main" val="1289833240"/>
                    </a:ext>
                  </a:extLst>
                </a:gridCol>
              </a:tblGrid>
              <a:tr h="8193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0" marR="0" marT="137160" marB="13716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E31937"/>
                        </a:gs>
                        <a:gs pos="60000">
                          <a:srgbClr val="A82465"/>
                        </a:gs>
                        <a:gs pos="100000">
                          <a:srgbClr val="5236AB"/>
                        </a:gs>
                      </a:gsLst>
                      <a:lin ang="5400000" scaled="1"/>
                      <a:tileRect/>
                    </a:gra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rgbClr val="000000"/>
                          </a:solidFill>
                        </a:rPr>
                        <a:t>Placeholder text</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08000" marR="108000" marT="108000" marB="10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358555"/>
                  </a:ext>
                </a:extLst>
              </a:tr>
            </a:tbl>
          </a:graphicData>
        </a:graphic>
      </p:graphicFrame>
      <p:graphicFrame>
        <p:nvGraphicFramePr>
          <p:cNvPr id="110" name="Table 109">
            <a:extLst>
              <a:ext uri="{FF2B5EF4-FFF2-40B4-BE49-F238E27FC236}">
                <a16:creationId xmlns:a16="http://schemas.microsoft.com/office/drawing/2014/main" id="{3145CCF5-504F-A82B-A2A8-24FE984820A8}"/>
              </a:ext>
            </a:extLst>
          </p:cNvPr>
          <p:cNvGraphicFramePr>
            <a:graphicFrameLocks noGrp="1"/>
          </p:cNvGraphicFramePr>
          <p:nvPr>
            <p:extLst>
              <p:ext uri="{D42A27DB-BD31-4B8C-83A1-F6EECF244321}">
                <p14:modId xmlns:p14="http://schemas.microsoft.com/office/powerpoint/2010/main" val="3532637710"/>
              </p:ext>
            </p:extLst>
          </p:nvPr>
        </p:nvGraphicFramePr>
        <p:xfrm>
          <a:off x="9770771" y="5268683"/>
          <a:ext cx="1625207" cy="819344"/>
        </p:xfrm>
        <a:graphic>
          <a:graphicData uri="http://schemas.openxmlformats.org/drawingml/2006/table">
            <a:tbl>
              <a:tblPr firstRow="1" bandRow="1">
                <a:tableStyleId>{2D5ABB26-0587-4C30-8999-92F81FD0307C}</a:tableStyleId>
              </a:tblPr>
              <a:tblGrid>
                <a:gridCol w="32651">
                  <a:extLst>
                    <a:ext uri="{9D8B030D-6E8A-4147-A177-3AD203B41FA5}">
                      <a16:colId xmlns:a16="http://schemas.microsoft.com/office/drawing/2014/main" val="318213339"/>
                    </a:ext>
                  </a:extLst>
                </a:gridCol>
                <a:gridCol w="1592556">
                  <a:extLst>
                    <a:ext uri="{9D8B030D-6E8A-4147-A177-3AD203B41FA5}">
                      <a16:colId xmlns:a16="http://schemas.microsoft.com/office/drawing/2014/main" val="1289833240"/>
                    </a:ext>
                  </a:extLst>
                </a:gridCol>
              </a:tblGrid>
              <a:tr h="8193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0" marR="0" marT="137160" marB="13716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FFCDD2"/>
                        </a:gs>
                        <a:gs pos="35040">
                          <a:srgbClr val="FF6A00"/>
                        </a:gs>
                        <a:gs pos="66000">
                          <a:srgbClr val="E31937"/>
                        </a:gs>
                        <a:gs pos="100000">
                          <a:srgbClr val="991F3D"/>
                        </a:gs>
                      </a:gsLst>
                      <a:lin ang="5400000" scaled="1"/>
                      <a:tileRect/>
                    </a:gra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rgbClr val="000000"/>
                          </a:solidFill>
                        </a:rPr>
                        <a:t>Placeholder text</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L="108000" marR="108000" marT="108000" marB="10800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358555"/>
                  </a:ext>
                </a:extLst>
              </a:tr>
            </a:tbl>
          </a:graphicData>
        </a:graphic>
      </p:graphicFrame>
      <p:sp>
        <p:nvSpPr>
          <p:cNvPr id="16" name="TextBox 15" descr="Brand tip&#10;Copy and paste these components into your slides. Then, adjust their size, position, and text alignment to suit your content and needs.&#10;">
            <a:extLst>
              <a:ext uri="{FF2B5EF4-FFF2-40B4-BE49-F238E27FC236}">
                <a16:creationId xmlns:a16="http://schemas.microsoft.com/office/drawing/2014/main" id="{3FDED6B8-DB75-4F1C-A975-CDCB2B0F9AFF}"/>
              </a:ext>
              <a:ext uri="{C183D7F6-B498-43B3-948B-1728B52AA6E4}">
                <adec:decorative xmlns:adec="http://schemas.microsoft.com/office/drawing/2017/decorative" val="0"/>
              </a:ext>
            </a:extLst>
          </p:cNvPr>
          <p:cNvSpPr txBox="1"/>
          <p:nvPr/>
        </p:nvSpPr>
        <p:spPr>
          <a:xfrm>
            <a:off x="12399902" y="0"/>
            <a:ext cx="2190741" cy="1490400"/>
          </a:xfrm>
          <a:prstGeom prst="rect">
            <a:avLst/>
          </a:prstGeom>
          <a:solidFill>
            <a:srgbClr val="FFFFCC"/>
          </a:solidFill>
          <a:ln w="12700">
            <a:solidFill>
              <a:schemeClr val="bg1">
                <a:lumMod val="75000"/>
              </a:schemeClr>
            </a:solidFill>
          </a:ln>
        </p:spPr>
        <p:txBody>
          <a:bodyPr wrap="square" lIns="91440">
            <a:spAutoFit/>
          </a:bodyPr>
          <a:lstStyle/>
          <a:p>
            <a:pPr>
              <a:spcAft>
                <a:spcPts val="600"/>
              </a:spcAft>
            </a:pPr>
            <a:r>
              <a:rPr lang="en-US" sz="1400" b="1">
                <a:solidFill>
                  <a:schemeClr val="accent4"/>
                </a:solidFill>
              </a:rPr>
              <a:t>Brand tip</a:t>
            </a:r>
          </a:p>
          <a:p>
            <a:r>
              <a:rPr lang="en-US" sz="1200"/>
              <a:t>Copy and paste these components into your slides. Then, adjust their size, position, and text alignment to suit your content and needs.</a:t>
            </a:r>
          </a:p>
        </p:txBody>
      </p:sp>
    </p:spTree>
    <p:extLst>
      <p:ext uri="{BB962C8B-B14F-4D97-AF65-F5344CB8AC3E}">
        <p14:creationId xmlns:p14="http://schemas.microsoft.com/office/powerpoint/2010/main" val="408666889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AA6A8B-6823-8003-D1CF-371B2769945F}"/>
              </a:ext>
              <a:ext uri="{C183D7F6-B498-43B3-948B-1728B52AA6E4}">
                <adec:decorative xmlns:adec="http://schemas.microsoft.com/office/drawing/2017/decorative" val="1"/>
              </a:ext>
            </a:extLst>
          </p:cNvPr>
          <p:cNvSpPr/>
          <p:nvPr/>
        </p:nvSpPr>
        <p:spPr bwMode="gray">
          <a:xfrm>
            <a:off x="770375" y="1830999"/>
            <a:ext cx="4567362" cy="2989378"/>
          </a:xfrm>
          <a:prstGeom prst="rect">
            <a:avLst/>
          </a:prstGeom>
          <a:solidFill>
            <a:schemeClr val="bg1">
              <a:lumMod val="95000"/>
            </a:schemeClr>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1">
            <a:extLst>
              <a:ext uri="{FF2B5EF4-FFF2-40B4-BE49-F238E27FC236}">
                <a16:creationId xmlns:a16="http://schemas.microsoft.com/office/drawing/2014/main" id="{636F78D9-87AC-D042-100C-197AACC13538}"/>
              </a:ext>
            </a:extLst>
          </p:cNvPr>
          <p:cNvSpPr>
            <a:spLocks noGrp="1"/>
          </p:cNvSpPr>
          <p:nvPr>
            <p:ph type="title"/>
          </p:nvPr>
        </p:nvSpPr>
        <p:spPr/>
        <p:txBody>
          <a:bodyPr/>
          <a:lstStyle/>
          <a:p>
            <a:r>
              <a:rPr lang="en-US"/>
              <a:t>Buttons</a:t>
            </a:r>
          </a:p>
        </p:txBody>
      </p:sp>
      <p:sp>
        <p:nvSpPr>
          <p:cNvPr id="5" name="Rectangle 4">
            <a:extLst>
              <a:ext uri="{FF2B5EF4-FFF2-40B4-BE49-F238E27FC236}">
                <a16:creationId xmlns:a16="http://schemas.microsoft.com/office/drawing/2014/main" id="{104DE86F-EC37-33E0-5CFD-570B6A948D4C}"/>
              </a:ext>
              <a:ext uri="{C183D7F6-B498-43B3-948B-1728B52AA6E4}">
                <adec:decorative xmlns:adec="http://schemas.microsoft.com/office/drawing/2017/decorative" val="1"/>
              </a:ext>
            </a:extLst>
          </p:cNvPr>
          <p:cNvSpPr/>
          <p:nvPr/>
        </p:nvSpPr>
        <p:spPr bwMode="gray">
          <a:xfrm>
            <a:off x="6096001" y="1830999"/>
            <a:ext cx="5328692" cy="4261826"/>
          </a:xfrm>
          <a:prstGeom prst="rect">
            <a:avLst/>
          </a:prstGeom>
          <a:solidFill>
            <a:schemeClr val="bg1">
              <a:lumMod val="95000"/>
            </a:schemeClr>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7" name="TextBox 6">
            <a:extLst>
              <a:ext uri="{FF2B5EF4-FFF2-40B4-BE49-F238E27FC236}">
                <a16:creationId xmlns:a16="http://schemas.microsoft.com/office/drawing/2014/main" id="{A716DF70-9349-FEE8-372A-4AAB8BD77D73}"/>
              </a:ext>
            </a:extLst>
          </p:cNvPr>
          <p:cNvSpPr txBox="1"/>
          <p:nvPr/>
        </p:nvSpPr>
        <p:spPr>
          <a:xfrm>
            <a:off x="765737" y="1528919"/>
            <a:ext cx="4572000" cy="277200"/>
          </a:xfrm>
          <a:prstGeom prst="rect">
            <a:avLst/>
          </a:prstGeom>
          <a:solidFill>
            <a:srgbClr val="200A58"/>
          </a:solidFill>
        </p:spPr>
        <p:txBody>
          <a:bodyPr vert="horz" wrap="none" lIns="0" tIns="0" rIns="0" bIns="0" rtlCol="0" anchor="ctr" anchorCtr="0">
            <a:normAutofit/>
          </a:bodyPr>
          <a:lstStyle/>
          <a:p>
            <a:pPr algn="ctr"/>
            <a:r>
              <a:rPr lang="en-US" sz="1400">
                <a:solidFill>
                  <a:schemeClr val="bg1"/>
                </a:solidFill>
              </a:rPr>
              <a:t>Short CTA (up to 3 words)</a:t>
            </a:r>
          </a:p>
        </p:txBody>
      </p:sp>
      <p:grpSp>
        <p:nvGrpSpPr>
          <p:cNvPr id="6" name="Group 5" descr="Large purple button with rounded corners. Button includes placeholder text and a white arrow pointing to the right signifying a call to action.">
            <a:extLst>
              <a:ext uri="{FF2B5EF4-FFF2-40B4-BE49-F238E27FC236}">
                <a16:creationId xmlns:a16="http://schemas.microsoft.com/office/drawing/2014/main" id="{997BC21B-94D7-7DBA-1F01-30E230CCFDEF}"/>
              </a:ext>
            </a:extLst>
          </p:cNvPr>
          <p:cNvGrpSpPr/>
          <p:nvPr/>
        </p:nvGrpSpPr>
        <p:grpSpPr>
          <a:xfrm>
            <a:off x="1026993" y="2057008"/>
            <a:ext cx="2983304" cy="468000"/>
            <a:chOff x="765736" y="2616829"/>
            <a:chExt cx="2983304" cy="468000"/>
          </a:xfrm>
        </p:grpSpPr>
        <p:sp>
          <p:nvSpPr>
            <p:cNvPr id="13" name="Rounded Rectangle 12">
              <a:extLst>
                <a:ext uri="{FF2B5EF4-FFF2-40B4-BE49-F238E27FC236}">
                  <a16:creationId xmlns:a16="http://schemas.microsoft.com/office/drawing/2014/main" id="{5AEB8E98-55AB-497F-D7B6-8CEC969AE066}"/>
                </a:ext>
              </a:extLst>
            </p:cNvPr>
            <p:cNvSpPr/>
            <p:nvPr/>
          </p:nvSpPr>
          <p:spPr bwMode="gray">
            <a:xfrm>
              <a:off x="765736" y="2616829"/>
              <a:ext cx="2983304" cy="468000"/>
            </a:xfrm>
            <a:prstGeom prst="roundRect">
              <a:avLst>
                <a:gd name="adj" fmla="val 50000"/>
              </a:avLst>
            </a:prstGeom>
            <a:solidFill>
              <a:srgbClr val="5236AB"/>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14" name="Picture 13">
              <a:extLst>
                <a:ext uri="{FF2B5EF4-FFF2-40B4-BE49-F238E27FC236}">
                  <a16:creationId xmlns:a16="http://schemas.microsoft.com/office/drawing/2014/main" id="{BBD5C832-829C-47C4-83DE-DC55F8109A8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04180" y="2787573"/>
              <a:ext cx="343980" cy="146614"/>
            </a:xfrm>
            <a:prstGeom prst="rect">
              <a:avLst/>
            </a:prstGeom>
          </p:spPr>
        </p:pic>
        <p:sp>
          <p:nvSpPr>
            <p:cNvPr id="15" name="TextBox 14">
              <a:extLst>
                <a:ext uri="{FF2B5EF4-FFF2-40B4-BE49-F238E27FC236}">
                  <a16:creationId xmlns:a16="http://schemas.microsoft.com/office/drawing/2014/main" id="{631EAE8E-2738-50CA-BDE4-DEC247785288}"/>
                </a:ext>
              </a:extLst>
            </p:cNvPr>
            <p:cNvSpPr txBox="1"/>
            <p:nvPr/>
          </p:nvSpPr>
          <p:spPr>
            <a:xfrm>
              <a:off x="1110492" y="2702714"/>
              <a:ext cx="2067783" cy="296562"/>
            </a:xfrm>
            <a:prstGeom prst="rect">
              <a:avLst/>
            </a:prstGeom>
          </p:spPr>
          <p:txBody>
            <a:bodyPr vert="horz" wrap="none" lIns="0" tIns="0" rIns="0" bIns="0" rtlCol="0" anchor="ctr" anchorCtr="0">
              <a:noAutofit/>
            </a:bodyPr>
            <a:lstStyle/>
            <a:p>
              <a:pPr algn="l"/>
              <a:r>
                <a:rPr lang="en-US" i="0">
                  <a:solidFill>
                    <a:schemeClr val="bg1"/>
                  </a:solidFill>
                  <a:effectLst/>
                  <a:latin typeface="+mj-lt"/>
                </a:rPr>
                <a:t>Insert short CTA</a:t>
              </a:r>
              <a:endParaRPr lang="en-US">
                <a:solidFill>
                  <a:schemeClr val="bg1"/>
                </a:solidFill>
                <a:latin typeface="+mj-lt"/>
              </a:endParaRPr>
            </a:p>
          </p:txBody>
        </p:sp>
      </p:grpSp>
      <p:grpSp>
        <p:nvGrpSpPr>
          <p:cNvPr id="16" name="Group 15" descr="Small purple button with rounded corners. Button includes placeholder text and a white arrow pointing to the right signifying a call to action.">
            <a:extLst>
              <a:ext uri="{FF2B5EF4-FFF2-40B4-BE49-F238E27FC236}">
                <a16:creationId xmlns:a16="http://schemas.microsoft.com/office/drawing/2014/main" id="{5AF4CBEB-651B-EAB4-7463-1B967A8C5C06}"/>
              </a:ext>
            </a:extLst>
          </p:cNvPr>
          <p:cNvGrpSpPr/>
          <p:nvPr/>
        </p:nvGrpSpPr>
        <p:grpSpPr>
          <a:xfrm>
            <a:off x="1026993" y="2810009"/>
            <a:ext cx="2338444" cy="363386"/>
            <a:chOff x="765736" y="3591479"/>
            <a:chExt cx="2338444" cy="363386"/>
          </a:xfrm>
          <a:solidFill>
            <a:srgbClr val="5236AB"/>
          </a:solidFill>
        </p:grpSpPr>
        <p:sp>
          <p:nvSpPr>
            <p:cNvPr id="20" name="Rounded Rectangle 19">
              <a:extLst>
                <a:ext uri="{FF2B5EF4-FFF2-40B4-BE49-F238E27FC236}">
                  <a16:creationId xmlns:a16="http://schemas.microsoft.com/office/drawing/2014/main" id="{AFE311CB-A33C-09D0-48BA-8532D5124305}"/>
                </a:ext>
              </a:extLst>
            </p:cNvPr>
            <p:cNvSpPr>
              <a:spLocks noChangeAspect="1"/>
            </p:cNvSpPr>
            <p:nvPr/>
          </p:nvSpPr>
          <p:spPr bwMode="gray">
            <a:xfrm>
              <a:off x="765736" y="3591479"/>
              <a:ext cx="2338444" cy="363386"/>
            </a:xfrm>
            <a:prstGeom prst="roundRect">
              <a:avLst>
                <a:gd name="adj" fmla="val 50000"/>
              </a:avLst>
            </a:prstGeom>
            <a:grp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2" name="TextBox 21">
              <a:extLst>
                <a:ext uri="{FF2B5EF4-FFF2-40B4-BE49-F238E27FC236}">
                  <a16:creationId xmlns:a16="http://schemas.microsoft.com/office/drawing/2014/main" id="{957C671F-CB8E-801E-BE92-2613D32AF9BB}"/>
                </a:ext>
              </a:extLst>
            </p:cNvPr>
            <p:cNvSpPr txBox="1"/>
            <p:nvPr/>
          </p:nvSpPr>
          <p:spPr>
            <a:xfrm>
              <a:off x="1073953" y="3624891"/>
              <a:ext cx="1660103" cy="296562"/>
            </a:xfrm>
            <a:prstGeom prst="rect">
              <a:avLst/>
            </a:prstGeom>
            <a:grpFill/>
          </p:spPr>
          <p:txBody>
            <a:bodyPr vert="horz" wrap="none" lIns="0" tIns="0" rIns="0" bIns="0" rtlCol="0" anchor="ctr" anchorCtr="0">
              <a:noAutofit/>
            </a:bodyPr>
            <a:lstStyle/>
            <a:p>
              <a:pPr algn="l"/>
              <a:r>
                <a:rPr lang="en-US" sz="1400" i="0">
                  <a:solidFill>
                    <a:schemeClr val="bg1"/>
                  </a:solidFill>
                  <a:effectLst/>
                  <a:latin typeface="+mj-lt"/>
                </a:rPr>
                <a:t>Insert short CTA</a:t>
              </a:r>
              <a:endParaRPr lang="en-US" sz="1400">
                <a:solidFill>
                  <a:schemeClr val="bg1"/>
                </a:solidFill>
                <a:latin typeface="+mj-lt"/>
              </a:endParaRPr>
            </a:p>
          </p:txBody>
        </p:sp>
        <p:pic>
          <p:nvPicPr>
            <p:cNvPr id="21" name="Picture 20">
              <a:extLst>
                <a:ext uri="{FF2B5EF4-FFF2-40B4-BE49-F238E27FC236}">
                  <a16:creationId xmlns:a16="http://schemas.microsoft.com/office/drawing/2014/main" id="{2862FC9F-C471-7852-A0C7-EC50421167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617683" y="3739227"/>
              <a:ext cx="252000" cy="107410"/>
            </a:xfrm>
            <a:prstGeom prst="rect">
              <a:avLst/>
            </a:prstGeom>
            <a:grpFill/>
          </p:spPr>
        </p:pic>
      </p:grpSp>
      <p:grpSp>
        <p:nvGrpSpPr>
          <p:cNvPr id="26" name="Group 25" descr="Large rectangular shaped button filled with the CGI gradient A. Button includes placeholder text and a white arrow pointing to the right signifying a call to action.">
            <a:extLst>
              <a:ext uri="{FF2B5EF4-FFF2-40B4-BE49-F238E27FC236}">
                <a16:creationId xmlns:a16="http://schemas.microsoft.com/office/drawing/2014/main" id="{182C7168-F5F4-5521-333B-FD57FDCEA230}"/>
              </a:ext>
            </a:extLst>
          </p:cNvPr>
          <p:cNvGrpSpPr/>
          <p:nvPr/>
        </p:nvGrpSpPr>
        <p:grpSpPr>
          <a:xfrm>
            <a:off x="1026993" y="3420103"/>
            <a:ext cx="2983304" cy="468000"/>
            <a:chOff x="765736" y="2616829"/>
            <a:chExt cx="2983304" cy="468000"/>
          </a:xfrm>
        </p:grpSpPr>
        <p:sp>
          <p:nvSpPr>
            <p:cNvPr id="28" name="Rounded Rectangle 27" descr="Large gradient square shaped button with signifying a call to action.">
              <a:extLst>
                <a:ext uri="{FF2B5EF4-FFF2-40B4-BE49-F238E27FC236}">
                  <a16:creationId xmlns:a16="http://schemas.microsoft.com/office/drawing/2014/main" id="{14E2F3D1-6B23-ECCD-7295-96C7C8F5305E}"/>
                </a:ext>
              </a:extLst>
            </p:cNvPr>
            <p:cNvSpPr/>
            <p:nvPr/>
          </p:nvSpPr>
          <p:spPr bwMode="gray">
            <a:xfrm>
              <a:off x="765736" y="2616829"/>
              <a:ext cx="2983304" cy="468000"/>
            </a:xfrm>
            <a:prstGeom prst="roundRect">
              <a:avLst>
                <a:gd name="adj" fmla="val 0"/>
              </a:avLst>
            </a:prstGeom>
            <a:gradFill>
              <a:gsLst>
                <a:gs pos="0">
                  <a:srgbClr val="E31937"/>
                </a:gs>
                <a:gs pos="60000">
                  <a:srgbClr val="A82465"/>
                </a:gs>
                <a:gs pos="100000">
                  <a:srgbClr val="5236AB"/>
                </a:gs>
              </a:gsLst>
              <a:lin ang="0" scaled="0"/>
            </a:gra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39" name="Picture 38">
              <a:extLst>
                <a:ext uri="{FF2B5EF4-FFF2-40B4-BE49-F238E27FC236}">
                  <a16:creationId xmlns:a16="http://schemas.microsoft.com/office/drawing/2014/main" id="{C66B04D3-A435-1CE3-8A49-712A7DFC54A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04180" y="2787573"/>
              <a:ext cx="343980" cy="146614"/>
            </a:xfrm>
            <a:prstGeom prst="rect">
              <a:avLst/>
            </a:prstGeom>
          </p:spPr>
        </p:pic>
        <p:sp>
          <p:nvSpPr>
            <p:cNvPr id="40" name="TextBox 39">
              <a:extLst>
                <a:ext uri="{FF2B5EF4-FFF2-40B4-BE49-F238E27FC236}">
                  <a16:creationId xmlns:a16="http://schemas.microsoft.com/office/drawing/2014/main" id="{7DF9A8BE-36AF-61F7-215A-C0E89EE7EB6D}"/>
                </a:ext>
              </a:extLst>
            </p:cNvPr>
            <p:cNvSpPr txBox="1"/>
            <p:nvPr/>
          </p:nvSpPr>
          <p:spPr>
            <a:xfrm>
              <a:off x="1110492" y="2702714"/>
              <a:ext cx="2067783" cy="296562"/>
            </a:xfrm>
            <a:prstGeom prst="rect">
              <a:avLst/>
            </a:prstGeom>
          </p:spPr>
          <p:txBody>
            <a:bodyPr vert="horz" wrap="none" lIns="0" tIns="0" rIns="0" bIns="0" rtlCol="0" anchor="ctr" anchorCtr="0">
              <a:noAutofit/>
            </a:bodyPr>
            <a:lstStyle/>
            <a:p>
              <a:pPr algn="l"/>
              <a:r>
                <a:rPr lang="en-US" i="0">
                  <a:solidFill>
                    <a:schemeClr val="bg1"/>
                  </a:solidFill>
                  <a:effectLst/>
                  <a:latin typeface="+mj-lt"/>
                </a:rPr>
                <a:t>Insert short CTA</a:t>
              </a:r>
              <a:endParaRPr lang="en-US">
                <a:solidFill>
                  <a:schemeClr val="bg1"/>
                </a:solidFill>
                <a:latin typeface="+mj-lt"/>
              </a:endParaRPr>
            </a:p>
          </p:txBody>
        </p:sp>
      </p:grpSp>
      <p:grpSp>
        <p:nvGrpSpPr>
          <p:cNvPr id="41" name="Group 40" descr="Small rectangular shaped button filled with the CGI gradient A. Button includes placeholder text and a white arrow pointing to the right signifying a call to action.">
            <a:extLst>
              <a:ext uri="{FF2B5EF4-FFF2-40B4-BE49-F238E27FC236}">
                <a16:creationId xmlns:a16="http://schemas.microsoft.com/office/drawing/2014/main" id="{EA30D601-B05F-9649-D637-713A6BCF8F55}"/>
              </a:ext>
            </a:extLst>
          </p:cNvPr>
          <p:cNvGrpSpPr/>
          <p:nvPr/>
        </p:nvGrpSpPr>
        <p:grpSpPr>
          <a:xfrm>
            <a:off x="1026993" y="4173104"/>
            <a:ext cx="2338444" cy="363386"/>
            <a:chOff x="765736" y="3591479"/>
            <a:chExt cx="2338444" cy="363386"/>
          </a:xfrm>
        </p:grpSpPr>
        <p:sp>
          <p:nvSpPr>
            <p:cNvPr id="42" name="Rounded Rectangle 41">
              <a:extLst>
                <a:ext uri="{FF2B5EF4-FFF2-40B4-BE49-F238E27FC236}">
                  <a16:creationId xmlns:a16="http://schemas.microsoft.com/office/drawing/2014/main" id="{DFDEBBA4-369D-89EE-0199-270BC456A37B}"/>
                </a:ext>
              </a:extLst>
            </p:cNvPr>
            <p:cNvSpPr>
              <a:spLocks noChangeAspect="1"/>
            </p:cNvSpPr>
            <p:nvPr/>
          </p:nvSpPr>
          <p:spPr bwMode="gray">
            <a:xfrm>
              <a:off x="765736" y="3591479"/>
              <a:ext cx="2338444" cy="363386"/>
            </a:xfrm>
            <a:prstGeom prst="roundRect">
              <a:avLst>
                <a:gd name="adj" fmla="val 0"/>
              </a:avLst>
            </a:prstGeom>
            <a:gradFill>
              <a:gsLst>
                <a:gs pos="0">
                  <a:srgbClr val="E31937"/>
                </a:gs>
                <a:gs pos="60000">
                  <a:srgbClr val="A82465"/>
                </a:gs>
                <a:gs pos="100000">
                  <a:srgbClr val="5236AB"/>
                </a:gs>
              </a:gsLst>
              <a:lin ang="0" scaled="0"/>
            </a:gra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43" name="Picture 42">
              <a:extLst>
                <a:ext uri="{FF2B5EF4-FFF2-40B4-BE49-F238E27FC236}">
                  <a16:creationId xmlns:a16="http://schemas.microsoft.com/office/drawing/2014/main" id="{74C1D6C1-B6E8-D2F9-2D96-8FDDEF4E075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617683" y="3739227"/>
              <a:ext cx="252000" cy="107410"/>
            </a:xfrm>
            <a:prstGeom prst="rect">
              <a:avLst/>
            </a:prstGeom>
          </p:spPr>
        </p:pic>
        <p:sp>
          <p:nvSpPr>
            <p:cNvPr id="44" name="TextBox 43">
              <a:extLst>
                <a:ext uri="{FF2B5EF4-FFF2-40B4-BE49-F238E27FC236}">
                  <a16:creationId xmlns:a16="http://schemas.microsoft.com/office/drawing/2014/main" id="{AC93772A-2DBD-B096-F809-76FB412A9489}"/>
                </a:ext>
              </a:extLst>
            </p:cNvPr>
            <p:cNvSpPr txBox="1"/>
            <p:nvPr/>
          </p:nvSpPr>
          <p:spPr>
            <a:xfrm>
              <a:off x="1073953" y="3624891"/>
              <a:ext cx="1660103" cy="296562"/>
            </a:xfrm>
            <a:prstGeom prst="rect">
              <a:avLst/>
            </a:prstGeom>
          </p:spPr>
          <p:txBody>
            <a:bodyPr vert="horz" wrap="none" lIns="0" tIns="0" rIns="0" bIns="0" rtlCol="0" anchor="ctr" anchorCtr="0">
              <a:noAutofit/>
            </a:bodyPr>
            <a:lstStyle/>
            <a:p>
              <a:pPr algn="l"/>
              <a:r>
                <a:rPr lang="en-US" sz="1400" i="0">
                  <a:solidFill>
                    <a:schemeClr val="bg1"/>
                  </a:solidFill>
                  <a:effectLst/>
                  <a:latin typeface="+mj-lt"/>
                </a:rPr>
                <a:t>Insert short CTA</a:t>
              </a:r>
              <a:endParaRPr lang="en-US" sz="1400">
                <a:solidFill>
                  <a:schemeClr val="bg1"/>
                </a:solidFill>
                <a:latin typeface="+mj-lt"/>
              </a:endParaRPr>
            </a:p>
          </p:txBody>
        </p:sp>
      </p:grpSp>
      <p:sp>
        <p:nvSpPr>
          <p:cNvPr id="9" name="TextBox 8">
            <a:extLst>
              <a:ext uri="{FF2B5EF4-FFF2-40B4-BE49-F238E27FC236}">
                <a16:creationId xmlns:a16="http://schemas.microsoft.com/office/drawing/2014/main" id="{31A6570C-F2EF-9691-3E34-AD472D6D7686}"/>
              </a:ext>
            </a:extLst>
          </p:cNvPr>
          <p:cNvSpPr txBox="1"/>
          <p:nvPr/>
        </p:nvSpPr>
        <p:spPr>
          <a:xfrm>
            <a:off x="765737" y="4960775"/>
            <a:ext cx="4572000" cy="277200"/>
          </a:xfrm>
          <a:prstGeom prst="rect">
            <a:avLst/>
          </a:prstGeom>
          <a:solidFill>
            <a:srgbClr val="200A58"/>
          </a:solidFill>
        </p:spPr>
        <p:txBody>
          <a:bodyPr vert="horz" wrap="none" lIns="0" tIns="0" rIns="0" bIns="0" rtlCol="0" anchor="ctr" anchorCtr="0">
            <a:normAutofit/>
          </a:bodyPr>
          <a:lstStyle/>
          <a:p>
            <a:pPr algn="ctr"/>
            <a:r>
              <a:rPr lang="en-US" sz="1400">
                <a:solidFill>
                  <a:schemeClr val="bg1"/>
                </a:solidFill>
              </a:rPr>
              <a:t>Long CTA</a:t>
            </a:r>
          </a:p>
        </p:txBody>
      </p:sp>
      <p:grpSp>
        <p:nvGrpSpPr>
          <p:cNvPr id="46" name="Group 45" descr="Button example for when a long call to action is needed making the above examples unable to be used. Placeholder text is in the CGI purple with a purple arrow pointing to the right signifying a call to action.&#10;">
            <a:extLst>
              <a:ext uri="{FF2B5EF4-FFF2-40B4-BE49-F238E27FC236}">
                <a16:creationId xmlns:a16="http://schemas.microsoft.com/office/drawing/2014/main" id="{1BA6676E-93F6-541D-36E1-0F91B4170491}"/>
              </a:ext>
            </a:extLst>
          </p:cNvPr>
          <p:cNvGrpSpPr/>
          <p:nvPr/>
        </p:nvGrpSpPr>
        <p:grpSpPr>
          <a:xfrm>
            <a:off x="766763" y="5378373"/>
            <a:ext cx="4411422" cy="531097"/>
            <a:chOff x="766763" y="5007346"/>
            <a:chExt cx="4411422" cy="531097"/>
          </a:xfrm>
        </p:grpSpPr>
        <p:sp>
          <p:nvSpPr>
            <p:cNvPr id="47" name="TextBox 46">
              <a:extLst>
                <a:ext uri="{FF2B5EF4-FFF2-40B4-BE49-F238E27FC236}">
                  <a16:creationId xmlns:a16="http://schemas.microsoft.com/office/drawing/2014/main" id="{4C97B63E-166C-B7A1-AE42-4E714C0E0058}"/>
                </a:ext>
              </a:extLst>
            </p:cNvPr>
            <p:cNvSpPr txBox="1"/>
            <p:nvPr/>
          </p:nvSpPr>
          <p:spPr>
            <a:xfrm>
              <a:off x="766763" y="5007346"/>
              <a:ext cx="3972662" cy="531097"/>
            </a:xfrm>
            <a:prstGeom prst="rect">
              <a:avLst/>
            </a:prstGeom>
          </p:spPr>
          <p:txBody>
            <a:bodyPr vert="horz" wrap="none" lIns="0" tIns="0" rIns="0" bIns="0" rtlCol="0" anchor="b" anchorCtr="0">
              <a:noAutofit/>
            </a:bodyPr>
            <a:lstStyle/>
            <a:p>
              <a:pPr algn="l"/>
              <a:r>
                <a:rPr lang="en-US" b="1" i="0">
                  <a:solidFill>
                    <a:srgbClr val="5236AB"/>
                  </a:solidFill>
                  <a:effectLst/>
                  <a:latin typeface="+mj-lt"/>
                </a:rPr>
                <a:t>Insert longer CTA or when </a:t>
              </a:r>
              <a:br>
                <a:rPr lang="en-US" b="1" i="0">
                  <a:solidFill>
                    <a:srgbClr val="5236AB"/>
                  </a:solidFill>
                  <a:effectLst/>
                  <a:latin typeface="+mj-lt"/>
                </a:rPr>
              </a:br>
              <a:r>
                <a:rPr lang="en-US" b="1" i="0">
                  <a:solidFill>
                    <a:srgbClr val="5236AB"/>
                  </a:solidFill>
                  <a:effectLst/>
                  <a:latin typeface="+mj-lt"/>
                </a:rPr>
                <a:t>the text runs into more than one line</a:t>
              </a:r>
              <a:endParaRPr lang="en-US" b="1">
                <a:solidFill>
                  <a:srgbClr val="5236AB"/>
                </a:solidFill>
                <a:latin typeface="+mj-lt"/>
              </a:endParaRPr>
            </a:p>
          </p:txBody>
        </p:sp>
        <p:pic>
          <p:nvPicPr>
            <p:cNvPr id="48" name="Picture 47">
              <a:extLst>
                <a:ext uri="{FF2B5EF4-FFF2-40B4-BE49-F238E27FC236}">
                  <a16:creationId xmlns:a16="http://schemas.microsoft.com/office/drawing/2014/main" id="{F692859F-DDFD-148A-067E-9093FF59FB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8985" y="5355303"/>
              <a:ext cx="349200" cy="154564"/>
            </a:xfrm>
            <a:prstGeom prst="rect">
              <a:avLst/>
            </a:prstGeom>
          </p:spPr>
        </p:pic>
      </p:grpSp>
      <p:sp>
        <p:nvSpPr>
          <p:cNvPr id="8" name="TextBox 7">
            <a:extLst>
              <a:ext uri="{FF2B5EF4-FFF2-40B4-BE49-F238E27FC236}">
                <a16:creationId xmlns:a16="http://schemas.microsoft.com/office/drawing/2014/main" id="{C9A86584-3ADC-7759-27C4-821BBA86BCF5}"/>
              </a:ext>
            </a:extLst>
          </p:cNvPr>
          <p:cNvSpPr txBox="1"/>
          <p:nvPr/>
        </p:nvSpPr>
        <p:spPr>
          <a:xfrm>
            <a:off x="6092870" y="1528919"/>
            <a:ext cx="5331823" cy="277200"/>
          </a:xfrm>
          <a:prstGeom prst="rect">
            <a:avLst/>
          </a:prstGeom>
          <a:solidFill>
            <a:srgbClr val="200A58"/>
          </a:solidFill>
        </p:spPr>
        <p:txBody>
          <a:bodyPr vert="horz" wrap="none" lIns="0" tIns="0" rIns="0" bIns="0" rtlCol="0" anchor="ctr" anchorCtr="0">
            <a:normAutofit/>
          </a:bodyPr>
          <a:lstStyle/>
          <a:p>
            <a:pPr algn="ctr"/>
            <a:r>
              <a:rPr lang="en-US" sz="1400">
                <a:solidFill>
                  <a:schemeClr val="bg1"/>
                </a:solidFill>
              </a:rPr>
              <a:t>Example – how to use</a:t>
            </a:r>
          </a:p>
        </p:txBody>
      </p:sp>
      <p:pic>
        <p:nvPicPr>
          <p:cNvPr id="23" name="Picture 22" descr="Example of the Round purple button in use on a PowerPoint slide. &#10;">
            <a:extLst>
              <a:ext uri="{FF2B5EF4-FFF2-40B4-BE49-F238E27FC236}">
                <a16:creationId xmlns:a16="http://schemas.microsoft.com/office/drawing/2014/main" id="{19A63BBE-1236-99E2-1B32-B348936A7CC0}"/>
              </a:ext>
              <a:ext uri="{C183D7F6-B498-43B3-948B-1728B52AA6E4}">
                <adec:decorative xmlns:adec="http://schemas.microsoft.com/office/drawing/2017/decorative" val="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94164" y="2071993"/>
            <a:ext cx="4214154" cy="2369327"/>
          </a:xfrm>
          <a:prstGeom prst="rect">
            <a:avLst/>
          </a:prstGeom>
          <a:ln>
            <a:solidFill>
              <a:schemeClr val="bg1">
                <a:lumMod val="75000"/>
              </a:schemeClr>
            </a:solidFill>
          </a:ln>
        </p:spPr>
      </p:pic>
      <p:sp>
        <p:nvSpPr>
          <p:cNvPr id="49" name="TextBox 48">
            <a:extLst>
              <a:ext uri="{FF2B5EF4-FFF2-40B4-BE49-F238E27FC236}">
                <a16:creationId xmlns:a16="http://schemas.microsoft.com/office/drawing/2014/main" id="{C01F7645-C2E9-4FEC-105B-B68EEC051629}"/>
              </a:ext>
            </a:extLst>
          </p:cNvPr>
          <p:cNvSpPr txBox="1"/>
          <p:nvPr/>
        </p:nvSpPr>
        <p:spPr>
          <a:xfrm>
            <a:off x="6534761" y="4419702"/>
            <a:ext cx="4630246" cy="1636547"/>
          </a:xfrm>
          <a:prstGeom prst="rect">
            <a:avLst/>
          </a:prstGeom>
          <a:noFill/>
        </p:spPr>
        <p:txBody>
          <a:bodyPr vert="horz" wrap="square" lIns="288000" tIns="216000" rIns="216000" bIns="216000" rtlCol="0" anchor="t" anchorCtr="0">
            <a:spAutoFit/>
          </a:bodyPr>
          <a:lstStyle/>
          <a:p>
            <a:pPr algn="l">
              <a:spcAft>
                <a:spcPts val="1200"/>
              </a:spcAft>
            </a:pPr>
            <a:r>
              <a:rPr lang="en-US" sz="1600"/>
              <a:t>Don’t forget to add a hyperlink to your button:</a:t>
            </a:r>
          </a:p>
          <a:p>
            <a:pPr marL="285750" indent="-285750" algn="l">
              <a:spcAft>
                <a:spcPts val="600"/>
              </a:spcAft>
              <a:buFont typeface="Arial" panose="020B0604020202020204" pitchFamily="34" charset="0"/>
              <a:buChar char="•"/>
            </a:pPr>
            <a:r>
              <a:rPr lang="en-US" sz="1400"/>
              <a:t>Click the background shape to select it</a:t>
            </a:r>
          </a:p>
          <a:p>
            <a:pPr marL="285750" indent="-285750" algn="l">
              <a:spcAft>
                <a:spcPts val="600"/>
              </a:spcAft>
              <a:buFont typeface="Arial" panose="020B0604020202020204" pitchFamily="34" charset="0"/>
              <a:buChar char="•"/>
            </a:pPr>
            <a:r>
              <a:rPr lang="en-US" sz="1400"/>
              <a:t>Right click and select </a:t>
            </a:r>
            <a:r>
              <a:rPr lang="en-US" sz="1400" b="1"/>
              <a:t>Hyperlink...</a:t>
            </a:r>
          </a:p>
          <a:p>
            <a:pPr marL="285750" indent="-285750" algn="l">
              <a:spcAft>
                <a:spcPts val="600"/>
              </a:spcAft>
              <a:buFont typeface="Arial" panose="020B0604020202020204" pitchFamily="34" charset="0"/>
              <a:buChar char="•"/>
            </a:pPr>
            <a:r>
              <a:rPr lang="en-US" sz="1400"/>
              <a:t>Add the URL in the </a:t>
            </a:r>
            <a:r>
              <a:rPr lang="en-US" sz="1400" b="1"/>
              <a:t>Address</a:t>
            </a:r>
            <a:r>
              <a:rPr lang="en-US" sz="1400"/>
              <a:t> field</a:t>
            </a:r>
          </a:p>
        </p:txBody>
      </p:sp>
    </p:spTree>
    <p:extLst>
      <p:ext uri="{BB962C8B-B14F-4D97-AF65-F5344CB8AC3E}">
        <p14:creationId xmlns:p14="http://schemas.microsoft.com/office/powerpoint/2010/main" val="70029847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77819A66-E90E-422B-942C-D435515786CE}"/>
              </a:ext>
            </a:extLst>
          </p:cNvPr>
          <p:cNvSpPr>
            <a:spLocks noGrp="1"/>
          </p:cNvSpPr>
          <p:nvPr>
            <p:ph type="title"/>
          </p:nvPr>
        </p:nvSpPr>
        <p:spPr>
          <a:xfrm>
            <a:off x="768096" y="702000"/>
            <a:ext cx="4672584" cy="2907792"/>
          </a:xfrm>
          <a:noFill/>
        </p:spPr>
        <p:txBody>
          <a:bodyPr/>
          <a:lstStyle/>
          <a:p>
            <a:r>
              <a:rPr lang="en-US" noProof="0"/>
              <a:t>Cover title slide with gradient A</a:t>
            </a:r>
          </a:p>
        </p:txBody>
      </p:sp>
      <p:sp>
        <p:nvSpPr>
          <p:cNvPr id="3" name="Subtitle 2"/>
          <p:cNvSpPr>
            <a:spLocks noGrp="1"/>
          </p:cNvSpPr>
          <p:nvPr>
            <p:ph type="body" sz="quarter" idx="14"/>
          </p:nvPr>
        </p:nvSpPr>
        <p:spPr>
          <a:xfrm>
            <a:off x="766763" y="4173805"/>
            <a:ext cx="4698710" cy="765270"/>
          </a:xfrm>
        </p:spPr>
        <p:txBody>
          <a:bodyPr/>
          <a:lstStyle/>
          <a:p>
            <a:r>
              <a:rPr lang="en-US" noProof="0"/>
              <a:t>Name, role</a:t>
            </a:r>
          </a:p>
          <a:p>
            <a:r>
              <a:rPr lang="en-US" noProof="0"/>
              <a:t>Date</a:t>
            </a:r>
          </a:p>
        </p:txBody>
      </p:sp>
      <p:sp>
        <p:nvSpPr>
          <p:cNvPr id="6" name="Rectangle 5">
            <a:extLst>
              <a:ext uri="{FF2B5EF4-FFF2-40B4-BE49-F238E27FC236}">
                <a16:creationId xmlns:a16="http://schemas.microsoft.com/office/drawing/2014/main" id="{7C3F8AC3-8357-E1F2-986E-4A6D4927D5E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4" name="CGI logo" descr="CGI Inc. logo">
            <a:extLst>
              <a:ext uri="{FF2B5EF4-FFF2-40B4-BE49-F238E27FC236}">
                <a16:creationId xmlns:a16="http://schemas.microsoft.com/office/drawing/2014/main" id="{5FBE937D-9D61-5AF1-6A0D-45DF00FB36D3}"/>
              </a:ext>
            </a:extLst>
          </p:cNvPr>
          <p:cNvPicPr>
            <a:picLocks noGrp="1" noRot="1" noMove="1" noResize="1" noEditPoints="1" noAdjustHandles="1" noChangeArrowheads="1" noChangeShapeType="1" noCrop="1"/>
          </p:cNvPicPr>
          <p:nvPr/>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Tree>
    <p:extLst>
      <p:ext uri="{BB962C8B-B14F-4D97-AF65-F5344CB8AC3E}">
        <p14:creationId xmlns:p14="http://schemas.microsoft.com/office/powerpoint/2010/main" val="338853450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AA043BD1-E3F9-0986-700D-7794964ABB16}"/>
              </a:ext>
            </a:extLst>
          </p:cNvPr>
          <p:cNvSpPr>
            <a:spLocks noGrp="1"/>
          </p:cNvSpPr>
          <p:nvPr>
            <p:ph type="title"/>
          </p:nvPr>
        </p:nvSpPr>
        <p:spPr>
          <a:xfrm>
            <a:off x="768096" y="705600"/>
            <a:ext cx="4672584" cy="2907792"/>
          </a:xfrm>
        </p:spPr>
        <p:txBody>
          <a:bodyPr/>
          <a:lstStyle/>
          <a:p>
            <a:r>
              <a:rPr lang="en-US" noProof="0"/>
              <a:t>Cover title slide with cornerstone A</a:t>
            </a:r>
            <a:endParaRPr lang="en-US"/>
          </a:p>
        </p:txBody>
      </p:sp>
      <p:sp>
        <p:nvSpPr>
          <p:cNvPr id="19" name="Text Placeholder 18">
            <a:extLst>
              <a:ext uri="{FF2B5EF4-FFF2-40B4-BE49-F238E27FC236}">
                <a16:creationId xmlns:a16="http://schemas.microsoft.com/office/drawing/2014/main" id="{69970496-C936-0739-083E-28863B729870}"/>
              </a:ext>
            </a:extLst>
          </p:cNvPr>
          <p:cNvSpPr>
            <a:spLocks noGrp="1"/>
          </p:cNvSpPr>
          <p:nvPr>
            <p:ph type="body" sz="quarter" idx="14"/>
          </p:nvPr>
        </p:nvSpPr>
        <p:spPr>
          <a:xfrm>
            <a:off x="766763" y="4173805"/>
            <a:ext cx="4698710" cy="765270"/>
          </a:xfrm>
        </p:spPr>
        <p:txBody>
          <a:bodyPr/>
          <a:lstStyle/>
          <a:p>
            <a:r>
              <a:rPr lang="en-US" noProof="0"/>
              <a:t>Name, role</a:t>
            </a:r>
          </a:p>
          <a:p>
            <a:r>
              <a:rPr lang="en-US" noProof="0"/>
              <a:t>Date</a:t>
            </a:r>
          </a:p>
        </p:txBody>
      </p:sp>
      <p:pic>
        <p:nvPicPr>
          <p:cNvPr id="8" name="Picture Placeholder 7">
            <a:extLst>
              <a:ext uri="{FF2B5EF4-FFF2-40B4-BE49-F238E27FC236}">
                <a16:creationId xmlns:a16="http://schemas.microsoft.com/office/drawing/2014/main" id="{3AAE8933-7893-7DCF-3288-04CEA997317C}"/>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6097588" y="765175"/>
            <a:ext cx="5330952" cy="5330952"/>
          </a:xfrm>
          <a:ln>
            <a:noFill/>
          </a:ln>
        </p:spPr>
      </p:pic>
      <p:sp>
        <p:nvSpPr>
          <p:cNvPr id="4" name="Rectangle 3">
            <a:extLst>
              <a:ext uri="{FF2B5EF4-FFF2-40B4-BE49-F238E27FC236}">
                <a16:creationId xmlns:a16="http://schemas.microsoft.com/office/drawing/2014/main" id="{5FED54FE-DA85-B8EF-B0EC-672DF84F6CC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2" name="CGI logo" descr="CGI Inc. logo">
            <a:extLst>
              <a:ext uri="{FF2B5EF4-FFF2-40B4-BE49-F238E27FC236}">
                <a16:creationId xmlns:a16="http://schemas.microsoft.com/office/drawing/2014/main" id="{224A9F2E-C320-56EA-8E16-B8E07F1A81FE}"/>
              </a:ext>
            </a:extLst>
          </p:cNvPr>
          <p:cNvPicPr>
            <a:picLocks noGrp="1" noRot="1" noMove="1" noResize="1" noEditPoints="1" noAdjustHandles="1" noChangeArrowheads="1" noChangeShapeType="1" noCrop="1"/>
          </p:cNvPicPr>
          <p:nvPr/>
        </p:nvPicPr>
        <p:blipFill rotWithShape="1">
          <a:blip r:embed="rId3"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3"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75C1768E-5A17-C91E-C1F8-C8636091ED84}"/>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Replace this image with a </a:t>
            </a:r>
            <a:r>
              <a:rPr lang="en-US" sz="1200" b="1">
                <a:cs typeface="Arial" pitchFamily="34" charset="0"/>
              </a:rPr>
              <a:t>cornerstone image</a:t>
            </a:r>
            <a:r>
              <a:rPr lang="en-US" sz="1200">
                <a:cs typeface="Arial" pitchFamily="34" charset="0"/>
              </a:rPr>
              <a:t> from the </a:t>
            </a:r>
            <a:r>
              <a:rPr lang="en-US" sz="1200" b="1">
                <a:solidFill>
                  <a:schemeClr val="accent4"/>
                </a:solidFill>
                <a:cs typeface="Arial" pitchFamily="34" charset="0"/>
                <a:hlinkClick r:id="rId4"/>
              </a:rPr>
              <a:t>image library</a:t>
            </a:r>
            <a:r>
              <a:rPr lang="en-US" sz="1200">
                <a:cs typeface="Arial" pitchFamily="34" charset="0"/>
              </a:rPr>
              <a:t>.</a:t>
            </a:r>
            <a:br>
              <a:rPr lang="en-US" sz="1200" b="1">
                <a:solidFill>
                  <a:schemeClr val="accent4"/>
                </a:solidFill>
                <a:cs typeface="Arial" pitchFamily="34" charset="0"/>
              </a:rPr>
            </a:br>
            <a:br>
              <a:rPr lang="en-US" sz="1200" b="1">
                <a:solidFill>
                  <a:schemeClr val="accent4"/>
                </a:solidFill>
                <a:cs typeface="Arial" pitchFamily="34" charset="0"/>
              </a:rPr>
            </a:br>
            <a:r>
              <a:rPr lang="en-US" sz="1200" b="1">
                <a:solidFill>
                  <a:schemeClr val="accent4"/>
                </a:solidFill>
                <a:cs typeface="Arial" pitchFamily="34" charset="0"/>
              </a:rPr>
              <a:t>DO NOT </a:t>
            </a:r>
            <a:r>
              <a:rPr lang="en-US" sz="1200" b="1">
                <a:cs typeface="Arial" pitchFamily="34" charset="0"/>
              </a:rPr>
              <a:t>use an original image with this layout.</a:t>
            </a:r>
          </a:p>
        </p:txBody>
      </p:sp>
    </p:spTree>
    <p:extLst>
      <p:ext uri="{BB962C8B-B14F-4D97-AF65-F5344CB8AC3E}">
        <p14:creationId xmlns:p14="http://schemas.microsoft.com/office/powerpoint/2010/main" val="19125147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4E46840B-9A4F-1A7D-7129-08A26708D6AA}"/>
              </a:ext>
            </a:extLst>
          </p:cNvPr>
          <p:cNvSpPr>
            <a:spLocks noGrp="1"/>
          </p:cNvSpPr>
          <p:nvPr>
            <p:ph type="title"/>
          </p:nvPr>
        </p:nvSpPr>
        <p:spPr>
          <a:xfrm>
            <a:off x="768096" y="705600"/>
            <a:ext cx="4672584" cy="2907792"/>
          </a:xfrm>
        </p:spPr>
        <p:txBody>
          <a:bodyPr/>
          <a:lstStyle/>
          <a:p>
            <a:r>
              <a:rPr lang="en-US" noProof="0"/>
              <a:t>Cover title slide with cornerstone B</a:t>
            </a:r>
            <a:endParaRPr lang="en-US"/>
          </a:p>
        </p:txBody>
      </p:sp>
      <p:sp>
        <p:nvSpPr>
          <p:cNvPr id="6" name="Text Placeholder 5">
            <a:extLst>
              <a:ext uri="{FF2B5EF4-FFF2-40B4-BE49-F238E27FC236}">
                <a16:creationId xmlns:a16="http://schemas.microsoft.com/office/drawing/2014/main" id="{481E8F77-EC91-4075-AA9E-351E456674A2}"/>
              </a:ext>
            </a:extLst>
          </p:cNvPr>
          <p:cNvSpPr>
            <a:spLocks noGrp="1"/>
          </p:cNvSpPr>
          <p:nvPr>
            <p:ph type="body" sz="quarter" idx="14"/>
          </p:nvPr>
        </p:nvSpPr>
        <p:spPr>
          <a:xfrm>
            <a:off x="766763" y="4173805"/>
            <a:ext cx="4698710" cy="765270"/>
          </a:xfrm>
        </p:spPr>
        <p:txBody>
          <a:bodyPr/>
          <a:lstStyle/>
          <a:p>
            <a:r>
              <a:rPr lang="en-US" noProof="0"/>
              <a:t>Name, role</a:t>
            </a:r>
          </a:p>
          <a:p>
            <a:r>
              <a:rPr lang="en-US" noProof="0"/>
              <a:t>Date</a:t>
            </a:r>
          </a:p>
        </p:txBody>
      </p:sp>
      <p:pic>
        <p:nvPicPr>
          <p:cNvPr id="9" name="Picture Placeholder 8">
            <a:extLst>
              <a:ext uri="{FF2B5EF4-FFF2-40B4-BE49-F238E27FC236}">
                <a16:creationId xmlns:a16="http://schemas.microsoft.com/office/drawing/2014/main" id="{7B577950-102D-28C1-560D-DE9EAD0E0B36}"/>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6097588" y="765175"/>
            <a:ext cx="5330952" cy="5330952"/>
          </a:xfrm>
          <a:ln>
            <a:noFill/>
          </a:ln>
        </p:spPr>
      </p:pic>
      <p:sp>
        <p:nvSpPr>
          <p:cNvPr id="4" name="Rectangle 3">
            <a:extLst>
              <a:ext uri="{FF2B5EF4-FFF2-40B4-BE49-F238E27FC236}">
                <a16:creationId xmlns:a16="http://schemas.microsoft.com/office/drawing/2014/main" id="{17797B40-F5C5-1F2F-4101-BE0A83F6F6B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2" name="CGI logo" descr="CGI Inc. logo">
            <a:extLst>
              <a:ext uri="{FF2B5EF4-FFF2-40B4-BE49-F238E27FC236}">
                <a16:creationId xmlns:a16="http://schemas.microsoft.com/office/drawing/2014/main" id="{E1D24FB4-B0B7-9FDD-52EF-17EEB2192022}"/>
              </a:ext>
            </a:extLst>
          </p:cNvPr>
          <p:cNvPicPr>
            <a:picLocks noGrp="1" noRot="1" noMove="1" noResize="1" noEditPoints="1" noAdjustHandles="1" noChangeArrowheads="1" noChangeShapeType="1" noCrop="1"/>
          </p:cNvPicPr>
          <p:nvPr/>
        </p:nvPicPr>
        <p:blipFill rotWithShape="1">
          <a:blip r:embed="rId3"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5"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588C37F6-3986-CA46-D7B3-DBAEEF2081B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Replace this image with a </a:t>
            </a:r>
            <a:r>
              <a:rPr lang="en-US" sz="1200" b="1">
                <a:cs typeface="Arial" pitchFamily="34" charset="0"/>
              </a:rPr>
              <a:t>cornerstone image</a:t>
            </a:r>
            <a:r>
              <a:rPr lang="en-US" sz="1200">
                <a:cs typeface="Arial" pitchFamily="34" charset="0"/>
              </a:rPr>
              <a:t> from the </a:t>
            </a:r>
            <a:r>
              <a:rPr lang="en-US" sz="1200" b="1">
                <a:solidFill>
                  <a:schemeClr val="accent4"/>
                </a:solidFill>
                <a:cs typeface="Arial" pitchFamily="34" charset="0"/>
                <a:hlinkClick r:id="rId4"/>
              </a:rPr>
              <a:t>image library</a:t>
            </a:r>
            <a:r>
              <a:rPr lang="en-US" sz="1200">
                <a:cs typeface="Arial" pitchFamily="34" charset="0"/>
              </a:rPr>
              <a:t>.</a:t>
            </a:r>
            <a:br>
              <a:rPr lang="en-US" sz="1200" b="1">
                <a:solidFill>
                  <a:schemeClr val="accent4"/>
                </a:solidFill>
                <a:cs typeface="Arial" pitchFamily="34" charset="0"/>
              </a:rPr>
            </a:br>
            <a:br>
              <a:rPr lang="en-US" sz="1200" b="1">
                <a:solidFill>
                  <a:schemeClr val="accent4"/>
                </a:solidFill>
                <a:cs typeface="Arial" pitchFamily="34" charset="0"/>
              </a:rPr>
            </a:br>
            <a:r>
              <a:rPr lang="en-US" sz="1200" b="1">
                <a:solidFill>
                  <a:schemeClr val="accent4"/>
                </a:solidFill>
                <a:cs typeface="Arial" pitchFamily="34" charset="0"/>
              </a:rPr>
              <a:t>DO NOT </a:t>
            </a:r>
            <a:r>
              <a:rPr lang="en-US" sz="1200" b="1">
                <a:cs typeface="Arial" pitchFamily="34" charset="0"/>
              </a:rPr>
              <a:t>use an original image with this layout.</a:t>
            </a:r>
          </a:p>
        </p:txBody>
      </p:sp>
    </p:spTree>
    <p:extLst>
      <p:ext uri="{BB962C8B-B14F-4D97-AF65-F5344CB8AC3E}">
        <p14:creationId xmlns:p14="http://schemas.microsoft.com/office/powerpoint/2010/main" val="334098706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5CCC5B62-D381-4B53-3FBA-8C83F8C06679}"/>
              </a:ext>
            </a:extLst>
          </p:cNvPr>
          <p:cNvSpPr>
            <a:spLocks noGrp="1"/>
          </p:cNvSpPr>
          <p:nvPr>
            <p:ph type="title"/>
          </p:nvPr>
        </p:nvSpPr>
        <p:spPr>
          <a:xfrm>
            <a:off x="768096" y="705600"/>
            <a:ext cx="4672584" cy="2907792"/>
          </a:xfrm>
        </p:spPr>
        <p:txBody>
          <a:bodyPr/>
          <a:lstStyle/>
          <a:p>
            <a:r>
              <a:rPr lang="en-US" noProof="0"/>
              <a:t>Cover title slide with cornerstone C</a:t>
            </a:r>
            <a:endParaRPr lang="en-US"/>
          </a:p>
        </p:txBody>
      </p:sp>
      <p:sp>
        <p:nvSpPr>
          <p:cNvPr id="11" name="Text Placeholder 10">
            <a:extLst>
              <a:ext uri="{FF2B5EF4-FFF2-40B4-BE49-F238E27FC236}">
                <a16:creationId xmlns:a16="http://schemas.microsoft.com/office/drawing/2014/main" id="{95A1016B-CB54-4C17-3631-F8ED69C3D4FF}"/>
              </a:ext>
            </a:extLst>
          </p:cNvPr>
          <p:cNvSpPr>
            <a:spLocks noGrp="1"/>
          </p:cNvSpPr>
          <p:nvPr>
            <p:ph type="body" sz="quarter" idx="14"/>
          </p:nvPr>
        </p:nvSpPr>
        <p:spPr>
          <a:xfrm>
            <a:off x="766763" y="4173805"/>
            <a:ext cx="4698710" cy="765270"/>
          </a:xfrm>
        </p:spPr>
        <p:txBody>
          <a:bodyPr/>
          <a:lstStyle/>
          <a:p>
            <a:r>
              <a:rPr lang="en-US" noProof="0"/>
              <a:t>Name, role</a:t>
            </a:r>
          </a:p>
          <a:p>
            <a:r>
              <a:rPr lang="en-US" noProof="0"/>
              <a:t>Date</a:t>
            </a:r>
          </a:p>
        </p:txBody>
      </p:sp>
      <p:pic>
        <p:nvPicPr>
          <p:cNvPr id="9" name="Picture Placeholder 8">
            <a:extLst>
              <a:ext uri="{FF2B5EF4-FFF2-40B4-BE49-F238E27FC236}">
                <a16:creationId xmlns:a16="http://schemas.microsoft.com/office/drawing/2014/main" id="{545639A8-BAD0-4F29-5E93-EEB8E8F451C8}"/>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6097588" y="765175"/>
            <a:ext cx="5330952" cy="5330952"/>
          </a:xfrm>
          <a:ln>
            <a:noFill/>
          </a:ln>
        </p:spPr>
      </p:pic>
      <p:sp>
        <p:nvSpPr>
          <p:cNvPr id="4" name="Rectangle 3">
            <a:extLst>
              <a:ext uri="{FF2B5EF4-FFF2-40B4-BE49-F238E27FC236}">
                <a16:creationId xmlns:a16="http://schemas.microsoft.com/office/drawing/2014/main" id="{D0E49EF5-1BF4-3B4C-E4C6-EBE528744C9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3" name="CGI logo" descr="CGI Inc. logo">
            <a:extLst>
              <a:ext uri="{FF2B5EF4-FFF2-40B4-BE49-F238E27FC236}">
                <a16:creationId xmlns:a16="http://schemas.microsoft.com/office/drawing/2014/main" id="{B7DA4A3A-2C66-EE9B-9CAF-B37141C2B29B}"/>
              </a:ext>
            </a:extLst>
          </p:cNvPr>
          <p:cNvPicPr>
            <a:picLocks noGrp="1" noRot="1" noMove="1" noResize="1" noEditPoints="1" noAdjustHandles="1" noChangeArrowheads="1" noChangeShapeType="1" noCrop="1"/>
          </p:cNvPicPr>
          <p:nvPr/>
        </p:nvPicPr>
        <p:blipFill rotWithShape="1">
          <a:blip r:embed="rId3"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5"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19B67299-7693-D791-5852-00321E71C73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Replace this image with a </a:t>
            </a:r>
            <a:r>
              <a:rPr lang="en-US" sz="1200" b="1">
                <a:cs typeface="Arial" pitchFamily="34" charset="0"/>
              </a:rPr>
              <a:t>cornerstone image</a:t>
            </a:r>
            <a:r>
              <a:rPr lang="en-US" sz="1200">
                <a:cs typeface="Arial" pitchFamily="34" charset="0"/>
              </a:rPr>
              <a:t> from the </a:t>
            </a:r>
            <a:r>
              <a:rPr lang="en-US" sz="1200" b="1">
                <a:solidFill>
                  <a:schemeClr val="accent4"/>
                </a:solidFill>
                <a:cs typeface="Arial" pitchFamily="34" charset="0"/>
                <a:hlinkClick r:id="rId4"/>
              </a:rPr>
              <a:t>image library</a:t>
            </a:r>
            <a:r>
              <a:rPr lang="en-US" sz="1200">
                <a:cs typeface="Arial" pitchFamily="34" charset="0"/>
              </a:rPr>
              <a:t>.</a:t>
            </a:r>
            <a:br>
              <a:rPr lang="en-US" sz="1200" b="1">
                <a:solidFill>
                  <a:schemeClr val="accent4"/>
                </a:solidFill>
                <a:cs typeface="Arial" pitchFamily="34" charset="0"/>
              </a:rPr>
            </a:br>
            <a:br>
              <a:rPr lang="en-US" sz="1200" b="1">
                <a:solidFill>
                  <a:schemeClr val="accent4"/>
                </a:solidFill>
                <a:cs typeface="Arial" pitchFamily="34" charset="0"/>
              </a:rPr>
            </a:br>
            <a:r>
              <a:rPr lang="en-US" sz="1200" b="1">
                <a:solidFill>
                  <a:schemeClr val="accent4"/>
                </a:solidFill>
                <a:cs typeface="Arial" pitchFamily="34" charset="0"/>
              </a:rPr>
              <a:t>DO NOT </a:t>
            </a:r>
            <a:r>
              <a:rPr lang="en-US" sz="1200" b="1">
                <a:cs typeface="Arial" pitchFamily="34" charset="0"/>
              </a:rPr>
              <a:t>use an original image with this layout.</a:t>
            </a:r>
          </a:p>
        </p:txBody>
      </p:sp>
    </p:spTree>
    <p:extLst>
      <p:ext uri="{BB962C8B-B14F-4D97-AF65-F5344CB8AC3E}">
        <p14:creationId xmlns:p14="http://schemas.microsoft.com/office/powerpoint/2010/main" val="200012531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4708B921-39EF-AED1-062D-A3F0442391A7}"/>
              </a:ext>
            </a:extLst>
          </p:cNvPr>
          <p:cNvSpPr>
            <a:spLocks noGrp="1"/>
          </p:cNvSpPr>
          <p:nvPr>
            <p:ph type="title"/>
          </p:nvPr>
        </p:nvSpPr>
        <p:spPr>
          <a:xfrm>
            <a:off x="768096" y="705600"/>
            <a:ext cx="4672584" cy="2907792"/>
          </a:xfrm>
        </p:spPr>
        <p:txBody>
          <a:bodyPr/>
          <a:lstStyle/>
          <a:p>
            <a:r>
              <a:rPr lang="en-US" noProof="0"/>
              <a:t>Cover title slide with cornerstone D</a:t>
            </a:r>
            <a:endParaRPr lang="en-US"/>
          </a:p>
        </p:txBody>
      </p:sp>
      <p:sp>
        <p:nvSpPr>
          <p:cNvPr id="6" name="Text Placeholder 5">
            <a:extLst>
              <a:ext uri="{FF2B5EF4-FFF2-40B4-BE49-F238E27FC236}">
                <a16:creationId xmlns:a16="http://schemas.microsoft.com/office/drawing/2014/main" id="{9CA51EBF-4BD3-BCD3-2531-9CF5A5BEF4EC}"/>
              </a:ext>
            </a:extLst>
          </p:cNvPr>
          <p:cNvSpPr>
            <a:spLocks noGrp="1"/>
          </p:cNvSpPr>
          <p:nvPr>
            <p:ph type="body" sz="quarter" idx="14"/>
          </p:nvPr>
        </p:nvSpPr>
        <p:spPr>
          <a:xfrm>
            <a:off x="766763" y="4173805"/>
            <a:ext cx="4698710" cy="765270"/>
          </a:xfrm>
        </p:spPr>
        <p:txBody>
          <a:bodyPr/>
          <a:lstStyle/>
          <a:p>
            <a:r>
              <a:rPr lang="en-US" noProof="0"/>
              <a:t>Name, role</a:t>
            </a:r>
          </a:p>
          <a:p>
            <a:r>
              <a:rPr lang="en-US" noProof="0"/>
              <a:t>Date</a:t>
            </a:r>
          </a:p>
        </p:txBody>
      </p:sp>
      <p:pic>
        <p:nvPicPr>
          <p:cNvPr id="18" name="Picture Placeholder 17">
            <a:extLst>
              <a:ext uri="{FF2B5EF4-FFF2-40B4-BE49-F238E27FC236}">
                <a16:creationId xmlns:a16="http://schemas.microsoft.com/office/drawing/2014/main" id="{51E13BD5-F306-5D5A-A032-5EDA4111C332}"/>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6097588" y="765175"/>
            <a:ext cx="5330952" cy="5330952"/>
          </a:xfrm>
          <a:ln>
            <a:noFill/>
          </a:ln>
        </p:spPr>
      </p:pic>
      <p:sp>
        <p:nvSpPr>
          <p:cNvPr id="4" name="Rectangle 3">
            <a:extLst>
              <a:ext uri="{FF2B5EF4-FFF2-40B4-BE49-F238E27FC236}">
                <a16:creationId xmlns:a16="http://schemas.microsoft.com/office/drawing/2014/main" id="{DF5C19BF-1F02-83B8-DD90-34FF89AAE4F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3" name="CGI logo" descr="CGI Inc. logo">
            <a:extLst>
              <a:ext uri="{FF2B5EF4-FFF2-40B4-BE49-F238E27FC236}">
                <a16:creationId xmlns:a16="http://schemas.microsoft.com/office/drawing/2014/main" id="{1D0E65CB-2C2B-DC2C-A2D1-18C2DC14DA08}"/>
              </a:ext>
            </a:extLst>
          </p:cNvPr>
          <p:cNvPicPr>
            <a:picLocks noGrp="1" noRot="1" noMove="1" noResize="1" noEditPoints="1" noAdjustHandles="1" noChangeArrowheads="1" noChangeShapeType="1" noCrop="1"/>
          </p:cNvPicPr>
          <p:nvPr/>
        </p:nvPicPr>
        <p:blipFill rotWithShape="1">
          <a:blip r:embed="rId3"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3F642454-E198-8EBF-8BD1-4E4AF13D378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Replace this image with a </a:t>
            </a:r>
            <a:r>
              <a:rPr lang="en-US" sz="1200" b="1">
                <a:cs typeface="Arial" pitchFamily="34" charset="0"/>
              </a:rPr>
              <a:t>cornerstone image</a:t>
            </a:r>
            <a:r>
              <a:rPr lang="en-US" sz="1200">
                <a:cs typeface="Arial" pitchFamily="34" charset="0"/>
              </a:rPr>
              <a:t> from the </a:t>
            </a:r>
            <a:r>
              <a:rPr lang="en-US" sz="1200" b="1">
                <a:solidFill>
                  <a:schemeClr val="accent4"/>
                </a:solidFill>
                <a:cs typeface="Arial" pitchFamily="34" charset="0"/>
                <a:hlinkClick r:id="rId4"/>
              </a:rPr>
              <a:t>image library</a:t>
            </a:r>
            <a:r>
              <a:rPr lang="en-US" sz="1200">
                <a:cs typeface="Arial" pitchFamily="34" charset="0"/>
              </a:rPr>
              <a:t>.</a:t>
            </a:r>
            <a:br>
              <a:rPr lang="en-US" sz="1200" b="1">
                <a:solidFill>
                  <a:schemeClr val="accent4"/>
                </a:solidFill>
                <a:cs typeface="Arial" pitchFamily="34" charset="0"/>
              </a:rPr>
            </a:br>
            <a:br>
              <a:rPr lang="en-US" sz="1200" b="1">
                <a:solidFill>
                  <a:schemeClr val="accent4"/>
                </a:solidFill>
                <a:cs typeface="Arial" pitchFamily="34" charset="0"/>
              </a:rPr>
            </a:br>
            <a:r>
              <a:rPr lang="en-US" sz="1200" b="1">
                <a:solidFill>
                  <a:schemeClr val="accent4"/>
                </a:solidFill>
                <a:cs typeface="Arial" pitchFamily="34" charset="0"/>
              </a:rPr>
              <a:t>DO NOT </a:t>
            </a:r>
            <a:r>
              <a:rPr lang="en-US" sz="1200" b="1">
                <a:cs typeface="Arial" pitchFamily="34" charset="0"/>
              </a:rPr>
              <a:t>use an original image with this layout.</a:t>
            </a:r>
          </a:p>
        </p:txBody>
      </p:sp>
    </p:spTree>
    <p:extLst>
      <p:ext uri="{BB962C8B-B14F-4D97-AF65-F5344CB8AC3E}">
        <p14:creationId xmlns:p14="http://schemas.microsoft.com/office/powerpoint/2010/main" val="358688398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3C6E291E-1518-9655-DD91-5B800CDE9FBE}"/>
              </a:ext>
            </a:extLst>
          </p:cNvPr>
          <p:cNvSpPr>
            <a:spLocks noGrp="1"/>
          </p:cNvSpPr>
          <p:nvPr>
            <p:ph type="title"/>
          </p:nvPr>
        </p:nvSpPr>
        <p:spPr>
          <a:xfrm>
            <a:off x="768096" y="705600"/>
            <a:ext cx="4672584" cy="2907792"/>
          </a:xfrm>
        </p:spPr>
        <p:txBody>
          <a:bodyPr/>
          <a:lstStyle/>
          <a:p>
            <a:r>
              <a:rPr lang="en-US" noProof="0"/>
              <a:t>Cover title slide with cornerstone E</a:t>
            </a:r>
            <a:endParaRPr lang="en-US"/>
          </a:p>
        </p:txBody>
      </p:sp>
      <p:sp>
        <p:nvSpPr>
          <p:cNvPr id="6" name="Text Placeholder 5">
            <a:extLst>
              <a:ext uri="{FF2B5EF4-FFF2-40B4-BE49-F238E27FC236}">
                <a16:creationId xmlns:a16="http://schemas.microsoft.com/office/drawing/2014/main" id="{5707DC06-9A8C-545D-BAC3-158BEEFA9BB0}"/>
              </a:ext>
            </a:extLst>
          </p:cNvPr>
          <p:cNvSpPr>
            <a:spLocks noGrp="1"/>
          </p:cNvSpPr>
          <p:nvPr>
            <p:ph type="body" sz="quarter" idx="14"/>
          </p:nvPr>
        </p:nvSpPr>
        <p:spPr>
          <a:xfrm>
            <a:off x="766763" y="4173805"/>
            <a:ext cx="4698710" cy="765270"/>
          </a:xfrm>
        </p:spPr>
        <p:txBody>
          <a:bodyPr/>
          <a:lstStyle/>
          <a:p>
            <a:r>
              <a:rPr lang="en-US" noProof="0"/>
              <a:t>Name, role</a:t>
            </a:r>
          </a:p>
          <a:p>
            <a:r>
              <a:rPr lang="en-US" noProof="0"/>
              <a:t>Date</a:t>
            </a:r>
          </a:p>
        </p:txBody>
      </p:sp>
      <p:pic>
        <p:nvPicPr>
          <p:cNvPr id="18" name="Picture Placeholder 17">
            <a:extLst>
              <a:ext uri="{FF2B5EF4-FFF2-40B4-BE49-F238E27FC236}">
                <a16:creationId xmlns:a16="http://schemas.microsoft.com/office/drawing/2014/main" id="{6BA2D1F6-B128-D486-62A4-5E77D0AFF88B}"/>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6097588" y="765175"/>
            <a:ext cx="5330952" cy="5330952"/>
          </a:xfrm>
          <a:ln>
            <a:noFill/>
          </a:ln>
        </p:spPr>
      </p:pic>
      <p:sp>
        <p:nvSpPr>
          <p:cNvPr id="4" name="Rectangle 3">
            <a:extLst>
              <a:ext uri="{FF2B5EF4-FFF2-40B4-BE49-F238E27FC236}">
                <a16:creationId xmlns:a16="http://schemas.microsoft.com/office/drawing/2014/main" id="{E45C4B71-052F-FACE-3CB4-2FBD9D029A7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2" name="CGI logo" descr="CGI Inc. logo">
            <a:extLst>
              <a:ext uri="{FF2B5EF4-FFF2-40B4-BE49-F238E27FC236}">
                <a16:creationId xmlns:a16="http://schemas.microsoft.com/office/drawing/2014/main" id="{0E066996-44C7-9A11-ED9D-0690061C63B1}"/>
              </a:ext>
            </a:extLst>
          </p:cNvPr>
          <p:cNvPicPr>
            <a:picLocks noGrp="1" noRot="1" noMove="1" noResize="1" noEditPoints="1" noAdjustHandles="1" noChangeArrowheads="1" noChangeShapeType="1" noCrop="1"/>
          </p:cNvPicPr>
          <p:nvPr/>
        </p:nvPicPr>
        <p:blipFill rotWithShape="1">
          <a:blip r:embed="rId3"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3"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EF05D4F1-BD1C-318A-54C8-ACA742E7450B}"/>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Replace this image with a </a:t>
            </a:r>
            <a:r>
              <a:rPr lang="en-US" sz="1200" b="1">
                <a:cs typeface="Arial" pitchFamily="34" charset="0"/>
              </a:rPr>
              <a:t>cornerstone image</a:t>
            </a:r>
            <a:r>
              <a:rPr lang="en-US" sz="1200">
                <a:cs typeface="Arial" pitchFamily="34" charset="0"/>
              </a:rPr>
              <a:t> from the </a:t>
            </a:r>
            <a:r>
              <a:rPr lang="en-US" sz="1200" b="1">
                <a:solidFill>
                  <a:schemeClr val="accent4"/>
                </a:solidFill>
                <a:cs typeface="Arial" pitchFamily="34" charset="0"/>
                <a:hlinkClick r:id="rId4"/>
              </a:rPr>
              <a:t>image library</a:t>
            </a:r>
            <a:r>
              <a:rPr lang="en-US" sz="1200">
                <a:cs typeface="Arial" pitchFamily="34" charset="0"/>
              </a:rPr>
              <a:t>.</a:t>
            </a:r>
            <a:br>
              <a:rPr lang="en-US" sz="1200" b="1">
                <a:solidFill>
                  <a:schemeClr val="accent4"/>
                </a:solidFill>
                <a:cs typeface="Arial" pitchFamily="34" charset="0"/>
              </a:rPr>
            </a:br>
            <a:br>
              <a:rPr lang="en-US" sz="1200" b="1">
                <a:solidFill>
                  <a:schemeClr val="accent4"/>
                </a:solidFill>
                <a:cs typeface="Arial" pitchFamily="34" charset="0"/>
              </a:rPr>
            </a:br>
            <a:r>
              <a:rPr lang="en-US" sz="1200" b="1">
                <a:solidFill>
                  <a:schemeClr val="accent4"/>
                </a:solidFill>
                <a:cs typeface="Arial" pitchFamily="34" charset="0"/>
              </a:rPr>
              <a:t>DO NOT </a:t>
            </a:r>
            <a:r>
              <a:rPr lang="en-US" sz="1200" b="1">
                <a:cs typeface="Arial" pitchFamily="34" charset="0"/>
              </a:rPr>
              <a:t>use an original image with this layout.</a:t>
            </a:r>
          </a:p>
        </p:txBody>
      </p:sp>
    </p:spTree>
    <p:extLst>
      <p:ext uri="{BB962C8B-B14F-4D97-AF65-F5344CB8AC3E}">
        <p14:creationId xmlns:p14="http://schemas.microsoft.com/office/powerpoint/2010/main" val="180911671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B8ABBC8E-8CE4-A8AD-D6FB-4D0C677CA46A}"/>
              </a:ext>
            </a:extLst>
          </p:cNvPr>
          <p:cNvSpPr>
            <a:spLocks noGrp="1"/>
          </p:cNvSpPr>
          <p:nvPr>
            <p:ph type="title"/>
          </p:nvPr>
        </p:nvSpPr>
        <p:spPr/>
        <p:txBody>
          <a:bodyPr/>
          <a:lstStyle/>
          <a:p>
            <a:r>
              <a:rPr lang="en-US" noProof="0" dirty="0"/>
              <a:t>Cover title slide with original image</a:t>
            </a:r>
            <a:endParaRPr lang="en-US" dirty="0"/>
          </a:p>
        </p:txBody>
      </p:sp>
      <p:sp>
        <p:nvSpPr>
          <p:cNvPr id="3" name="Text Placeholder 2">
            <a:extLst>
              <a:ext uri="{FF2B5EF4-FFF2-40B4-BE49-F238E27FC236}">
                <a16:creationId xmlns:a16="http://schemas.microsoft.com/office/drawing/2014/main" id="{8370344E-4C05-767D-1089-30E57918AF57}"/>
              </a:ext>
            </a:extLst>
          </p:cNvPr>
          <p:cNvSpPr>
            <a:spLocks noGrp="1"/>
          </p:cNvSpPr>
          <p:nvPr>
            <p:ph type="body" sz="quarter" idx="14"/>
          </p:nvPr>
        </p:nvSpPr>
        <p:spPr/>
        <p:txBody>
          <a:bodyPr/>
          <a:lstStyle/>
          <a:p>
            <a:r>
              <a:rPr lang="en-US" noProof="0"/>
              <a:t>Name, role</a:t>
            </a:r>
          </a:p>
          <a:p>
            <a:r>
              <a:rPr lang="en-US" noProof="0"/>
              <a:t>Date</a:t>
            </a:r>
          </a:p>
        </p:txBody>
      </p:sp>
      <p:pic>
        <p:nvPicPr>
          <p:cNvPr id="7" name="Picture Placeholder 6">
            <a:extLst>
              <a:ext uri="{FF2B5EF4-FFF2-40B4-BE49-F238E27FC236}">
                <a16:creationId xmlns:a16="http://schemas.microsoft.com/office/drawing/2014/main" id="{BFE4A6FC-A310-D8B2-8C5D-F77AEC3F2F13}"/>
              </a:ext>
              <a:ext uri="{C183D7F6-B498-43B3-948B-1728B52AA6E4}">
                <adec:decorative xmlns:adec="http://schemas.microsoft.com/office/drawing/2017/decorative" val="1"/>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3926" r="3926"/>
          <a:stretch/>
        </p:blipFill>
        <p:spPr/>
      </p:pic>
      <p:sp>
        <p:nvSpPr>
          <p:cNvPr id="1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2F7A3D0A-131E-F004-D1A3-37D009C3A8C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Replace this image with an </a:t>
            </a:r>
            <a:r>
              <a:rPr lang="en-US" sz="1200" b="1">
                <a:cs typeface="Arial" pitchFamily="34" charset="0"/>
              </a:rPr>
              <a:t>original image</a:t>
            </a:r>
            <a:r>
              <a:rPr lang="en-US" sz="1200">
                <a:cs typeface="Arial" pitchFamily="34" charset="0"/>
              </a:rPr>
              <a:t> from the </a:t>
            </a:r>
            <a:r>
              <a:rPr lang="en-US" sz="1200" b="1">
                <a:solidFill>
                  <a:schemeClr val="accent4"/>
                </a:solidFill>
                <a:cs typeface="Arial" pitchFamily="34" charset="0"/>
                <a:hlinkClick r:id="rId3"/>
              </a:rPr>
              <a:t>image library</a:t>
            </a:r>
            <a:r>
              <a:rPr lang="en-US" sz="1200">
                <a:cs typeface="Arial" pitchFamily="34" charset="0"/>
              </a:rPr>
              <a:t>.</a:t>
            </a:r>
            <a:br>
              <a:rPr lang="en-US" sz="1200" b="1">
                <a:solidFill>
                  <a:schemeClr val="accent4"/>
                </a:solidFill>
                <a:cs typeface="Arial" pitchFamily="34" charset="0"/>
              </a:rPr>
            </a:br>
            <a:br>
              <a:rPr lang="en-US" sz="1200" b="1">
                <a:solidFill>
                  <a:schemeClr val="accent4"/>
                </a:solidFill>
                <a:cs typeface="Arial" pitchFamily="34" charset="0"/>
              </a:rPr>
            </a:br>
            <a:r>
              <a:rPr lang="en-US" sz="1200" b="1">
                <a:solidFill>
                  <a:schemeClr val="accent4"/>
                </a:solidFill>
                <a:cs typeface="Arial" pitchFamily="34" charset="0"/>
              </a:rPr>
              <a:t>DO NOT </a:t>
            </a:r>
            <a:r>
              <a:rPr lang="en-US" sz="1200" b="1">
                <a:cs typeface="Arial" pitchFamily="34" charset="0"/>
              </a:rPr>
              <a:t>use a cornerstone image with this layout.</a:t>
            </a:r>
          </a:p>
        </p:txBody>
      </p:sp>
      <p:pic>
        <p:nvPicPr>
          <p:cNvPr id="6" name="CGI logo" descr="CGI Inc. logo">
            <a:extLst>
              <a:ext uri="{FF2B5EF4-FFF2-40B4-BE49-F238E27FC236}">
                <a16:creationId xmlns:a16="http://schemas.microsoft.com/office/drawing/2014/main" id="{9D414FA1-884C-35EC-FBE2-1F4399F2AB7B}"/>
              </a:ext>
            </a:extLst>
          </p:cNvPr>
          <p:cNvPicPr>
            <a:picLocks noGrp="1" noRot="1" noMove="1" noResize="1" noEditPoints="1" noAdjustHandles="1" noChangeArrowheads="1" noChangeShapeType="1" noCrop="1"/>
          </p:cNvPicPr>
          <p:nvPr/>
        </p:nvPicPr>
        <p:blipFill rotWithShape="1">
          <a:blip r:embed="rId4"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Tree>
    <p:extLst>
      <p:ext uri="{BB962C8B-B14F-4D97-AF65-F5344CB8AC3E}">
        <p14:creationId xmlns:p14="http://schemas.microsoft.com/office/powerpoint/2010/main" val="743485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24F46CE8-101F-478F-992E-AEEC1A176BAA}"/>
              </a:ext>
            </a:extLst>
          </p:cNvPr>
          <p:cNvSpPr>
            <a:spLocks noGrp="1"/>
          </p:cNvSpPr>
          <p:nvPr>
            <p:ph type="title"/>
          </p:nvPr>
        </p:nvSpPr>
        <p:spPr>
          <a:xfrm>
            <a:off x="766763" y="682514"/>
            <a:ext cx="10658475" cy="532765"/>
          </a:xfrm>
        </p:spPr>
        <p:txBody>
          <a:bodyPr/>
          <a:lstStyle/>
          <a:p>
            <a:r>
              <a:rPr lang="en-US" noProof="0"/>
              <a:t>Agenda slide layout 1</a:t>
            </a:r>
          </a:p>
        </p:txBody>
      </p:sp>
      <p:sp>
        <p:nvSpPr>
          <p:cNvPr id="22" name="Text Placeholder 21">
            <a:extLst>
              <a:ext uri="{FF2B5EF4-FFF2-40B4-BE49-F238E27FC236}">
                <a16:creationId xmlns:a16="http://schemas.microsoft.com/office/drawing/2014/main" id="{CB2CF354-CA50-435F-8F85-BC9C0B60C339}"/>
              </a:ext>
            </a:extLst>
          </p:cNvPr>
          <p:cNvSpPr>
            <a:spLocks noGrp="1"/>
          </p:cNvSpPr>
          <p:nvPr>
            <p:ph type="body" sz="quarter" idx="17"/>
          </p:nvPr>
        </p:nvSpPr>
        <p:spPr>
          <a:xfrm>
            <a:off x="765737" y="2295678"/>
            <a:ext cx="1511300" cy="768364"/>
          </a:xfrm>
        </p:spPr>
        <p:txBody>
          <a:bodyPr/>
          <a:lstStyle/>
          <a:p>
            <a:r>
              <a:rPr lang="en-US" noProof="0"/>
              <a:t>01</a:t>
            </a:r>
          </a:p>
        </p:txBody>
      </p:sp>
      <p:sp>
        <p:nvSpPr>
          <p:cNvPr id="15" name="Text Placeholder 14">
            <a:extLst>
              <a:ext uri="{FF2B5EF4-FFF2-40B4-BE49-F238E27FC236}">
                <a16:creationId xmlns:a16="http://schemas.microsoft.com/office/drawing/2014/main" id="{63AC5B75-1DEA-DE15-0A88-B5146960F73D}"/>
              </a:ext>
            </a:extLst>
          </p:cNvPr>
          <p:cNvSpPr>
            <a:spLocks noGrp="1"/>
          </p:cNvSpPr>
          <p:nvPr>
            <p:ph type="body" sz="quarter" idx="16"/>
          </p:nvPr>
        </p:nvSpPr>
        <p:spPr>
          <a:xfrm>
            <a:off x="765737" y="3183284"/>
            <a:ext cx="1511300" cy="1501606"/>
          </a:xfrm>
        </p:spPr>
        <p:txBody>
          <a:bodyPr/>
          <a:lstStyle/>
          <a:p>
            <a:r>
              <a:rPr lang="en-US" noProof="0"/>
              <a:t>Agenda item 1</a:t>
            </a:r>
          </a:p>
        </p:txBody>
      </p:sp>
      <p:sp>
        <p:nvSpPr>
          <p:cNvPr id="67" name="Text Placeholder 66">
            <a:extLst>
              <a:ext uri="{FF2B5EF4-FFF2-40B4-BE49-F238E27FC236}">
                <a16:creationId xmlns:a16="http://schemas.microsoft.com/office/drawing/2014/main" id="{50291B63-1879-4A2D-BB5F-71F899053D2B}"/>
              </a:ext>
            </a:extLst>
          </p:cNvPr>
          <p:cNvSpPr>
            <a:spLocks noGrp="1"/>
          </p:cNvSpPr>
          <p:nvPr>
            <p:ph type="body" sz="quarter" idx="19"/>
          </p:nvPr>
        </p:nvSpPr>
        <p:spPr>
          <a:xfrm>
            <a:off x="3054164" y="2295678"/>
            <a:ext cx="1508760" cy="768364"/>
          </a:xfrm>
        </p:spPr>
        <p:txBody>
          <a:bodyPr/>
          <a:lstStyle/>
          <a:p>
            <a:r>
              <a:rPr lang="en-US" noProof="0"/>
              <a:t>02</a:t>
            </a:r>
          </a:p>
        </p:txBody>
      </p:sp>
      <p:sp>
        <p:nvSpPr>
          <p:cNvPr id="12" name="Text Placeholder 11">
            <a:extLst>
              <a:ext uri="{FF2B5EF4-FFF2-40B4-BE49-F238E27FC236}">
                <a16:creationId xmlns:a16="http://schemas.microsoft.com/office/drawing/2014/main" id="{098DA369-545E-9A34-548F-0E841A4C9097}"/>
              </a:ext>
            </a:extLst>
          </p:cNvPr>
          <p:cNvSpPr>
            <a:spLocks noGrp="1"/>
          </p:cNvSpPr>
          <p:nvPr>
            <p:ph type="body" sz="quarter" idx="12"/>
          </p:nvPr>
        </p:nvSpPr>
        <p:spPr>
          <a:xfrm>
            <a:off x="3054799" y="3183284"/>
            <a:ext cx="1508760" cy="1501606"/>
          </a:xfrm>
        </p:spPr>
        <p:txBody>
          <a:bodyPr/>
          <a:lstStyle/>
          <a:p>
            <a:r>
              <a:rPr lang="en-US" noProof="0"/>
              <a:t>Agenda item 2</a:t>
            </a:r>
          </a:p>
        </p:txBody>
      </p:sp>
      <p:sp>
        <p:nvSpPr>
          <p:cNvPr id="68" name="Text Placeholder 67">
            <a:extLst>
              <a:ext uri="{FF2B5EF4-FFF2-40B4-BE49-F238E27FC236}">
                <a16:creationId xmlns:a16="http://schemas.microsoft.com/office/drawing/2014/main" id="{9B25BFD2-2540-473B-A27A-6281F5CE2C77}"/>
              </a:ext>
            </a:extLst>
          </p:cNvPr>
          <p:cNvSpPr>
            <a:spLocks noGrp="1"/>
          </p:cNvSpPr>
          <p:nvPr>
            <p:ph type="body" sz="quarter" idx="20"/>
          </p:nvPr>
        </p:nvSpPr>
        <p:spPr>
          <a:xfrm>
            <a:off x="5340051" y="2295678"/>
            <a:ext cx="1508760" cy="768364"/>
          </a:xfrm>
        </p:spPr>
        <p:txBody>
          <a:bodyPr/>
          <a:lstStyle/>
          <a:p>
            <a:r>
              <a:rPr lang="en-US" noProof="0"/>
              <a:t>03</a:t>
            </a:r>
          </a:p>
        </p:txBody>
      </p:sp>
      <p:sp>
        <p:nvSpPr>
          <p:cNvPr id="13" name="Text Placeholder 12">
            <a:extLst>
              <a:ext uri="{FF2B5EF4-FFF2-40B4-BE49-F238E27FC236}">
                <a16:creationId xmlns:a16="http://schemas.microsoft.com/office/drawing/2014/main" id="{79E417D6-3119-B39E-B166-E26702CBFF74}"/>
              </a:ext>
            </a:extLst>
          </p:cNvPr>
          <p:cNvSpPr>
            <a:spLocks noGrp="1"/>
          </p:cNvSpPr>
          <p:nvPr>
            <p:ph type="body" sz="quarter" idx="13"/>
          </p:nvPr>
        </p:nvSpPr>
        <p:spPr>
          <a:xfrm>
            <a:off x="5341321" y="3183284"/>
            <a:ext cx="1508760" cy="1501606"/>
          </a:xfrm>
        </p:spPr>
        <p:txBody>
          <a:bodyPr/>
          <a:lstStyle/>
          <a:p>
            <a:r>
              <a:rPr lang="en-US" noProof="0"/>
              <a:t>Agenda item 3</a:t>
            </a:r>
          </a:p>
        </p:txBody>
      </p:sp>
      <p:sp>
        <p:nvSpPr>
          <p:cNvPr id="69" name="Text Placeholder 68">
            <a:extLst>
              <a:ext uri="{FF2B5EF4-FFF2-40B4-BE49-F238E27FC236}">
                <a16:creationId xmlns:a16="http://schemas.microsoft.com/office/drawing/2014/main" id="{1F895891-3B84-4B36-98BA-3E4197608215}"/>
              </a:ext>
            </a:extLst>
          </p:cNvPr>
          <p:cNvSpPr>
            <a:spLocks noGrp="1"/>
          </p:cNvSpPr>
          <p:nvPr>
            <p:ph type="body" sz="quarter" idx="21"/>
          </p:nvPr>
        </p:nvSpPr>
        <p:spPr>
          <a:xfrm>
            <a:off x="7625938" y="2295678"/>
            <a:ext cx="1508760" cy="768364"/>
          </a:xfrm>
        </p:spPr>
        <p:txBody>
          <a:bodyPr/>
          <a:lstStyle/>
          <a:p>
            <a:r>
              <a:rPr lang="en-US" noProof="0"/>
              <a:t>04</a:t>
            </a:r>
          </a:p>
        </p:txBody>
      </p:sp>
      <p:sp>
        <p:nvSpPr>
          <p:cNvPr id="16" name="Text Placeholder 15">
            <a:extLst>
              <a:ext uri="{FF2B5EF4-FFF2-40B4-BE49-F238E27FC236}">
                <a16:creationId xmlns:a16="http://schemas.microsoft.com/office/drawing/2014/main" id="{73A926DA-038B-710B-0327-053A1B106355}"/>
              </a:ext>
            </a:extLst>
          </p:cNvPr>
          <p:cNvSpPr>
            <a:spLocks noGrp="1"/>
          </p:cNvSpPr>
          <p:nvPr>
            <p:ph type="body" sz="quarter" idx="18"/>
          </p:nvPr>
        </p:nvSpPr>
        <p:spPr>
          <a:xfrm>
            <a:off x="7627843" y="3182112"/>
            <a:ext cx="1508760" cy="1501606"/>
          </a:xfrm>
        </p:spPr>
        <p:txBody>
          <a:bodyPr/>
          <a:lstStyle/>
          <a:p>
            <a:r>
              <a:rPr lang="en-US" noProof="0"/>
              <a:t>Agenda item 4</a:t>
            </a:r>
          </a:p>
        </p:txBody>
      </p:sp>
      <p:sp>
        <p:nvSpPr>
          <p:cNvPr id="70" name="Text Placeholder 69">
            <a:extLst>
              <a:ext uri="{FF2B5EF4-FFF2-40B4-BE49-F238E27FC236}">
                <a16:creationId xmlns:a16="http://schemas.microsoft.com/office/drawing/2014/main" id="{AFB15C59-6B7E-4E1B-A5DA-EEAE0B38788D}"/>
              </a:ext>
            </a:extLst>
          </p:cNvPr>
          <p:cNvSpPr>
            <a:spLocks noGrp="1"/>
          </p:cNvSpPr>
          <p:nvPr>
            <p:ph type="body" sz="quarter" idx="22"/>
          </p:nvPr>
        </p:nvSpPr>
        <p:spPr>
          <a:xfrm>
            <a:off x="9911825" y="2295678"/>
            <a:ext cx="1508760" cy="768364"/>
          </a:xfrm>
        </p:spPr>
        <p:txBody>
          <a:bodyPr/>
          <a:lstStyle/>
          <a:p>
            <a:r>
              <a:rPr lang="en-US" noProof="0"/>
              <a:t>05</a:t>
            </a:r>
          </a:p>
        </p:txBody>
      </p:sp>
      <p:sp>
        <p:nvSpPr>
          <p:cNvPr id="14" name="Text Placeholder 13">
            <a:extLst>
              <a:ext uri="{FF2B5EF4-FFF2-40B4-BE49-F238E27FC236}">
                <a16:creationId xmlns:a16="http://schemas.microsoft.com/office/drawing/2014/main" id="{EDC82313-E74A-4139-1C34-6BD8B9701B9B}"/>
              </a:ext>
            </a:extLst>
          </p:cNvPr>
          <p:cNvSpPr>
            <a:spLocks noGrp="1"/>
          </p:cNvSpPr>
          <p:nvPr>
            <p:ph type="body" sz="quarter" idx="15"/>
          </p:nvPr>
        </p:nvSpPr>
        <p:spPr>
          <a:xfrm>
            <a:off x="9914365" y="3183284"/>
            <a:ext cx="1508760" cy="1501606"/>
          </a:xfrm>
        </p:spPr>
        <p:txBody>
          <a:bodyPr/>
          <a:lstStyle/>
          <a:p>
            <a:r>
              <a:rPr lang="en-US" noProof="0"/>
              <a:t>Agenda item 5</a:t>
            </a:r>
          </a:p>
        </p:txBody>
      </p:sp>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9A94BD99-AD81-C9EB-7401-1503FA9CD298}"/>
              </a:ext>
              <a:ext uri="{C183D7F6-B498-43B3-948B-1728B52AA6E4}">
                <adec:decorative xmlns:adec="http://schemas.microsoft.com/office/drawing/2017/decorative" val="0"/>
              </a:ext>
            </a:extLst>
          </p:cNvPr>
          <p:cNvSpPr txBox="1"/>
          <p:nvPr/>
        </p:nvSpPr>
        <p:spPr bwMode="auto">
          <a:xfrm>
            <a:off x="12399902" y="0"/>
            <a:ext cx="2190741" cy="1308050"/>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Download our </a:t>
            </a:r>
            <a:r>
              <a:rPr lang="en-US" sz="1200" b="1">
                <a:cs typeface="Arial" pitchFamily="34" charset="0"/>
                <a:hlinkClick r:id="rId2"/>
              </a:rPr>
              <a:t>PowerPoint Timesaver</a:t>
            </a:r>
            <a:r>
              <a:rPr lang="en-US" sz="1200" b="1">
                <a:cs typeface="Arial" pitchFamily="34" charset="0"/>
              </a:rPr>
              <a:t> </a:t>
            </a:r>
            <a:r>
              <a:rPr lang="en-US" sz="1200">
                <a:cs typeface="Arial" pitchFamily="34" charset="0"/>
              </a:rPr>
              <a:t>to access hundreds of pre-designed slides with editable tables, charts, graphics and more!</a:t>
            </a:r>
          </a:p>
        </p:txBody>
      </p:sp>
    </p:spTree>
    <p:extLst>
      <p:ext uri="{BB962C8B-B14F-4D97-AF65-F5344CB8AC3E}">
        <p14:creationId xmlns:p14="http://schemas.microsoft.com/office/powerpoint/2010/main" val="14311493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itle 104">
            <a:extLst>
              <a:ext uri="{FF2B5EF4-FFF2-40B4-BE49-F238E27FC236}">
                <a16:creationId xmlns:a16="http://schemas.microsoft.com/office/drawing/2014/main" id="{6DB0D0ED-FD12-F607-69FD-8878995CC00E}"/>
              </a:ext>
            </a:extLst>
          </p:cNvPr>
          <p:cNvSpPr>
            <a:spLocks noGrp="1"/>
          </p:cNvSpPr>
          <p:nvPr>
            <p:ph type="title"/>
          </p:nvPr>
        </p:nvSpPr>
        <p:spPr>
          <a:xfrm>
            <a:off x="766763" y="682514"/>
            <a:ext cx="6217920" cy="532765"/>
          </a:xfrm>
        </p:spPr>
        <p:txBody>
          <a:bodyPr/>
          <a:lstStyle/>
          <a:p>
            <a:r>
              <a:rPr lang="en-US" noProof="0"/>
              <a:t>Agenda slide layout 4</a:t>
            </a:r>
          </a:p>
        </p:txBody>
      </p:sp>
      <p:sp>
        <p:nvSpPr>
          <p:cNvPr id="58" name="Text Placeholder 57">
            <a:extLst>
              <a:ext uri="{FF2B5EF4-FFF2-40B4-BE49-F238E27FC236}">
                <a16:creationId xmlns:a16="http://schemas.microsoft.com/office/drawing/2014/main" id="{AE8FED33-E843-FE69-7AEC-ADF162529CCC}"/>
              </a:ext>
            </a:extLst>
          </p:cNvPr>
          <p:cNvSpPr>
            <a:spLocks noGrp="1"/>
          </p:cNvSpPr>
          <p:nvPr>
            <p:ph type="body" sz="quarter" idx="18"/>
          </p:nvPr>
        </p:nvSpPr>
        <p:spPr>
          <a:xfrm>
            <a:off x="768096" y="1656522"/>
            <a:ext cx="566928" cy="567790"/>
          </a:xfrm>
        </p:spPr>
        <p:txBody>
          <a:bodyPr/>
          <a:lstStyle/>
          <a:p>
            <a:r>
              <a:rPr lang="en-US" noProof="0"/>
              <a:t>1</a:t>
            </a:r>
          </a:p>
        </p:txBody>
      </p:sp>
      <p:sp>
        <p:nvSpPr>
          <p:cNvPr id="107" name="Text Placeholder 106">
            <a:extLst>
              <a:ext uri="{FF2B5EF4-FFF2-40B4-BE49-F238E27FC236}">
                <a16:creationId xmlns:a16="http://schemas.microsoft.com/office/drawing/2014/main" id="{D4010AA9-AB7C-AF27-6293-5318B90F521F}"/>
              </a:ext>
            </a:extLst>
          </p:cNvPr>
          <p:cNvSpPr>
            <a:spLocks noGrp="1"/>
          </p:cNvSpPr>
          <p:nvPr>
            <p:ph type="body" sz="quarter" idx="16"/>
          </p:nvPr>
        </p:nvSpPr>
        <p:spPr>
          <a:xfrm>
            <a:off x="1533306" y="1656522"/>
            <a:ext cx="5328000" cy="566928"/>
          </a:xfrm>
        </p:spPr>
        <p:txBody>
          <a:bodyPr/>
          <a:lstStyle/>
          <a:p>
            <a:r>
              <a:rPr lang="en-US" noProof="0"/>
              <a:t>Agenda item 1</a:t>
            </a:r>
          </a:p>
        </p:txBody>
      </p:sp>
      <p:sp>
        <p:nvSpPr>
          <p:cNvPr id="17" name="Content Placeholder 16">
            <a:extLst>
              <a:ext uri="{FF2B5EF4-FFF2-40B4-BE49-F238E27FC236}">
                <a16:creationId xmlns:a16="http://schemas.microsoft.com/office/drawing/2014/main" id="{F9ED8612-76B4-9DC8-A829-4BBC4BBCD03A}"/>
              </a:ext>
            </a:extLst>
          </p:cNvPr>
          <p:cNvSpPr>
            <a:spLocks noGrp="1"/>
          </p:cNvSpPr>
          <p:nvPr>
            <p:ph sz="quarter" idx="38"/>
          </p:nvPr>
        </p:nvSpPr>
        <p:spPr/>
        <p:txBody>
          <a:bodyPr/>
          <a:lstStyle/>
          <a:p>
            <a:endParaRPr lang="en-US"/>
          </a:p>
        </p:txBody>
      </p:sp>
      <p:sp>
        <p:nvSpPr>
          <p:cNvPr id="59" name="Text Placeholder 58">
            <a:extLst>
              <a:ext uri="{FF2B5EF4-FFF2-40B4-BE49-F238E27FC236}">
                <a16:creationId xmlns:a16="http://schemas.microsoft.com/office/drawing/2014/main" id="{7EBF1061-7889-B570-B163-4889429EEA68}"/>
              </a:ext>
            </a:extLst>
          </p:cNvPr>
          <p:cNvSpPr>
            <a:spLocks noGrp="1"/>
          </p:cNvSpPr>
          <p:nvPr>
            <p:ph type="body" sz="quarter" idx="19"/>
          </p:nvPr>
        </p:nvSpPr>
        <p:spPr>
          <a:xfrm>
            <a:off x="768096" y="2430225"/>
            <a:ext cx="566928" cy="567790"/>
          </a:xfrm>
        </p:spPr>
        <p:txBody>
          <a:bodyPr/>
          <a:lstStyle/>
          <a:p>
            <a:r>
              <a:rPr lang="en-US" noProof="0"/>
              <a:t>2</a:t>
            </a:r>
          </a:p>
        </p:txBody>
      </p:sp>
      <p:sp>
        <p:nvSpPr>
          <p:cNvPr id="114" name="Text Placeholder 113">
            <a:extLst>
              <a:ext uri="{FF2B5EF4-FFF2-40B4-BE49-F238E27FC236}">
                <a16:creationId xmlns:a16="http://schemas.microsoft.com/office/drawing/2014/main" id="{EF8E6F40-9CC7-2177-332A-C72EF613D075}"/>
              </a:ext>
            </a:extLst>
          </p:cNvPr>
          <p:cNvSpPr>
            <a:spLocks noGrp="1"/>
          </p:cNvSpPr>
          <p:nvPr>
            <p:ph type="body" sz="quarter" idx="27"/>
          </p:nvPr>
        </p:nvSpPr>
        <p:spPr>
          <a:xfrm>
            <a:off x="1531220" y="2430225"/>
            <a:ext cx="5324694" cy="566928"/>
          </a:xfrm>
        </p:spPr>
        <p:txBody>
          <a:bodyPr/>
          <a:lstStyle/>
          <a:p>
            <a:r>
              <a:rPr lang="en-US" noProof="0"/>
              <a:t>Agenda item 2</a:t>
            </a:r>
          </a:p>
        </p:txBody>
      </p:sp>
      <p:sp>
        <p:nvSpPr>
          <p:cNvPr id="18" name="Content Placeholder 17">
            <a:extLst>
              <a:ext uri="{FF2B5EF4-FFF2-40B4-BE49-F238E27FC236}">
                <a16:creationId xmlns:a16="http://schemas.microsoft.com/office/drawing/2014/main" id="{13C88B3A-43E5-AB91-E24F-75B7AC8BC41D}"/>
              </a:ext>
            </a:extLst>
          </p:cNvPr>
          <p:cNvSpPr>
            <a:spLocks noGrp="1"/>
          </p:cNvSpPr>
          <p:nvPr>
            <p:ph sz="quarter" idx="39"/>
          </p:nvPr>
        </p:nvSpPr>
        <p:spPr/>
        <p:txBody>
          <a:bodyPr/>
          <a:lstStyle/>
          <a:p>
            <a:endParaRPr lang="en-US"/>
          </a:p>
        </p:txBody>
      </p:sp>
      <p:sp>
        <p:nvSpPr>
          <p:cNvPr id="60" name="Text Placeholder 59">
            <a:extLst>
              <a:ext uri="{FF2B5EF4-FFF2-40B4-BE49-F238E27FC236}">
                <a16:creationId xmlns:a16="http://schemas.microsoft.com/office/drawing/2014/main" id="{F09B7F5F-B976-A467-5D75-EC6770CB6CCF}"/>
              </a:ext>
            </a:extLst>
          </p:cNvPr>
          <p:cNvSpPr>
            <a:spLocks noGrp="1"/>
          </p:cNvSpPr>
          <p:nvPr>
            <p:ph type="body" sz="quarter" idx="20"/>
          </p:nvPr>
        </p:nvSpPr>
        <p:spPr>
          <a:xfrm>
            <a:off x="768096" y="3203928"/>
            <a:ext cx="566928" cy="567790"/>
          </a:xfrm>
        </p:spPr>
        <p:txBody>
          <a:bodyPr/>
          <a:lstStyle/>
          <a:p>
            <a:r>
              <a:rPr lang="en-US" noProof="0"/>
              <a:t>3</a:t>
            </a:r>
          </a:p>
        </p:txBody>
      </p:sp>
      <p:sp>
        <p:nvSpPr>
          <p:cNvPr id="115" name="Text Placeholder 114">
            <a:extLst>
              <a:ext uri="{FF2B5EF4-FFF2-40B4-BE49-F238E27FC236}">
                <a16:creationId xmlns:a16="http://schemas.microsoft.com/office/drawing/2014/main" id="{DA36A3CA-D8D8-0E81-8509-B042DFB0C2AD}"/>
              </a:ext>
            </a:extLst>
          </p:cNvPr>
          <p:cNvSpPr>
            <a:spLocks noGrp="1"/>
          </p:cNvSpPr>
          <p:nvPr>
            <p:ph type="body" sz="quarter" idx="28"/>
          </p:nvPr>
        </p:nvSpPr>
        <p:spPr>
          <a:xfrm>
            <a:off x="1531220" y="3203928"/>
            <a:ext cx="5324694" cy="566928"/>
          </a:xfrm>
        </p:spPr>
        <p:txBody>
          <a:bodyPr/>
          <a:lstStyle/>
          <a:p>
            <a:r>
              <a:rPr lang="en-US" noProof="0"/>
              <a:t>Agenda item 3</a:t>
            </a:r>
          </a:p>
        </p:txBody>
      </p:sp>
      <p:sp>
        <p:nvSpPr>
          <p:cNvPr id="19" name="Content Placeholder 18">
            <a:extLst>
              <a:ext uri="{FF2B5EF4-FFF2-40B4-BE49-F238E27FC236}">
                <a16:creationId xmlns:a16="http://schemas.microsoft.com/office/drawing/2014/main" id="{7A219EE7-EFD2-8211-748B-130DE7F7C25C}"/>
              </a:ext>
            </a:extLst>
          </p:cNvPr>
          <p:cNvSpPr>
            <a:spLocks noGrp="1"/>
          </p:cNvSpPr>
          <p:nvPr>
            <p:ph sz="quarter" idx="40"/>
          </p:nvPr>
        </p:nvSpPr>
        <p:spPr/>
        <p:txBody>
          <a:bodyPr/>
          <a:lstStyle/>
          <a:p>
            <a:endParaRPr lang="en-US"/>
          </a:p>
        </p:txBody>
      </p:sp>
      <p:sp>
        <p:nvSpPr>
          <p:cNvPr id="63" name="Text Placeholder 62">
            <a:extLst>
              <a:ext uri="{FF2B5EF4-FFF2-40B4-BE49-F238E27FC236}">
                <a16:creationId xmlns:a16="http://schemas.microsoft.com/office/drawing/2014/main" id="{7B27519A-5D05-7387-C931-D6AF3BB0CD76}"/>
              </a:ext>
            </a:extLst>
          </p:cNvPr>
          <p:cNvSpPr>
            <a:spLocks noGrp="1"/>
          </p:cNvSpPr>
          <p:nvPr>
            <p:ph type="body" sz="quarter" idx="26"/>
          </p:nvPr>
        </p:nvSpPr>
        <p:spPr>
          <a:xfrm>
            <a:off x="768096" y="3977631"/>
            <a:ext cx="566928" cy="567790"/>
          </a:xfrm>
        </p:spPr>
        <p:txBody>
          <a:bodyPr/>
          <a:lstStyle/>
          <a:p>
            <a:r>
              <a:rPr lang="en-US" noProof="0"/>
              <a:t>4</a:t>
            </a:r>
          </a:p>
        </p:txBody>
      </p:sp>
      <p:sp>
        <p:nvSpPr>
          <p:cNvPr id="116" name="Text Placeholder 115">
            <a:extLst>
              <a:ext uri="{FF2B5EF4-FFF2-40B4-BE49-F238E27FC236}">
                <a16:creationId xmlns:a16="http://schemas.microsoft.com/office/drawing/2014/main" id="{224A2711-5FEF-F982-CE81-129600B6B051}"/>
              </a:ext>
            </a:extLst>
          </p:cNvPr>
          <p:cNvSpPr>
            <a:spLocks noGrp="1"/>
          </p:cNvSpPr>
          <p:nvPr>
            <p:ph type="body" sz="quarter" idx="29"/>
          </p:nvPr>
        </p:nvSpPr>
        <p:spPr>
          <a:xfrm>
            <a:off x="1531220" y="3977631"/>
            <a:ext cx="5324694" cy="566928"/>
          </a:xfrm>
        </p:spPr>
        <p:txBody>
          <a:bodyPr/>
          <a:lstStyle/>
          <a:p>
            <a:r>
              <a:rPr lang="en-US" noProof="0"/>
              <a:t>Agenda item 4</a:t>
            </a:r>
          </a:p>
        </p:txBody>
      </p:sp>
      <p:sp>
        <p:nvSpPr>
          <p:cNvPr id="21" name="Content Placeholder 20">
            <a:extLst>
              <a:ext uri="{FF2B5EF4-FFF2-40B4-BE49-F238E27FC236}">
                <a16:creationId xmlns:a16="http://schemas.microsoft.com/office/drawing/2014/main" id="{8D4F5EC8-92C8-3E45-76BB-0BFEBC95BBBB}"/>
              </a:ext>
            </a:extLst>
          </p:cNvPr>
          <p:cNvSpPr>
            <a:spLocks noGrp="1"/>
          </p:cNvSpPr>
          <p:nvPr>
            <p:ph sz="quarter" idx="42"/>
          </p:nvPr>
        </p:nvSpPr>
        <p:spPr/>
        <p:txBody>
          <a:bodyPr/>
          <a:lstStyle/>
          <a:p>
            <a:endParaRPr lang="en-US"/>
          </a:p>
        </p:txBody>
      </p:sp>
      <p:sp>
        <p:nvSpPr>
          <p:cNvPr id="61" name="Text Placeholder 60">
            <a:extLst>
              <a:ext uri="{FF2B5EF4-FFF2-40B4-BE49-F238E27FC236}">
                <a16:creationId xmlns:a16="http://schemas.microsoft.com/office/drawing/2014/main" id="{F14C5BE9-8570-E720-37E7-C89990B418F0}"/>
              </a:ext>
            </a:extLst>
          </p:cNvPr>
          <p:cNvSpPr>
            <a:spLocks noGrp="1"/>
          </p:cNvSpPr>
          <p:nvPr>
            <p:ph type="body" sz="quarter" idx="22"/>
          </p:nvPr>
        </p:nvSpPr>
        <p:spPr>
          <a:xfrm>
            <a:off x="768096" y="4751334"/>
            <a:ext cx="566928" cy="567790"/>
          </a:xfrm>
        </p:spPr>
        <p:txBody>
          <a:bodyPr/>
          <a:lstStyle/>
          <a:p>
            <a:r>
              <a:rPr lang="en-US" noProof="0"/>
              <a:t>5</a:t>
            </a:r>
          </a:p>
        </p:txBody>
      </p:sp>
      <p:sp>
        <p:nvSpPr>
          <p:cNvPr id="117" name="Text Placeholder 116">
            <a:extLst>
              <a:ext uri="{FF2B5EF4-FFF2-40B4-BE49-F238E27FC236}">
                <a16:creationId xmlns:a16="http://schemas.microsoft.com/office/drawing/2014/main" id="{F6E1B791-320A-EE8F-4C24-B524C21C258C}"/>
              </a:ext>
            </a:extLst>
          </p:cNvPr>
          <p:cNvSpPr>
            <a:spLocks noGrp="1"/>
          </p:cNvSpPr>
          <p:nvPr>
            <p:ph type="body" sz="quarter" idx="30"/>
          </p:nvPr>
        </p:nvSpPr>
        <p:spPr>
          <a:xfrm>
            <a:off x="1531220" y="4751334"/>
            <a:ext cx="5324694" cy="566928"/>
          </a:xfrm>
        </p:spPr>
        <p:txBody>
          <a:bodyPr/>
          <a:lstStyle/>
          <a:p>
            <a:r>
              <a:rPr lang="en-US" noProof="0"/>
              <a:t>Agenda item 5</a:t>
            </a:r>
          </a:p>
        </p:txBody>
      </p:sp>
      <p:sp>
        <p:nvSpPr>
          <p:cNvPr id="22" name="Content Placeholder 21">
            <a:extLst>
              <a:ext uri="{FF2B5EF4-FFF2-40B4-BE49-F238E27FC236}">
                <a16:creationId xmlns:a16="http://schemas.microsoft.com/office/drawing/2014/main" id="{2D77691A-FEC6-796E-AD05-AC46BF0D4790}"/>
              </a:ext>
            </a:extLst>
          </p:cNvPr>
          <p:cNvSpPr>
            <a:spLocks noGrp="1"/>
          </p:cNvSpPr>
          <p:nvPr>
            <p:ph sz="quarter" idx="43"/>
          </p:nvPr>
        </p:nvSpPr>
        <p:spPr/>
        <p:txBody>
          <a:bodyPr/>
          <a:lstStyle/>
          <a:p>
            <a:endParaRPr lang="en-US"/>
          </a:p>
        </p:txBody>
      </p:sp>
      <p:sp>
        <p:nvSpPr>
          <p:cNvPr id="62" name="Text Placeholder 61">
            <a:extLst>
              <a:ext uri="{FF2B5EF4-FFF2-40B4-BE49-F238E27FC236}">
                <a16:creationId xmlns:a16="http://schemas.microsoft.com/office/drawing/2014/main" id="{CFC7A5DA-9DF3-9661-4ABF-A6AD2B47CA6E}"/>
              </a:ext>
            </a:extLst>
          </p:cNvPr>
          <p:cNvSpPr>
            <a:spLocks noGrp="1"/>
          </p:cNvSpPr>
          <p:nvPr>
            <p:ph type="body" sz="quarter" idx="24"/>
          </p:nvPr>
        </p:nvSpPr>
        <p:spPr>
          <a:xfrm>
            <a:off x="768096" y="5525036"/>
            <a:ext cx="566928" cy="567790"/>
          </a:xfrm>
        </p:spPr>
        <p:txBody>
          <a:bodyPr/>
          <a:lstStyle/>
          <a:p>
            <a:r>
              <a:rPr lang="en-US" noProof="0"/>
              <a:t>6</a:t>
            </a:r>
          </a:p>
        </p:txBody>
      </p:sp>
      <p:sp>
        <p:nvSpPr>
          <p:cNvPr id="118" name="Text Placeholder 117">
            <a:extLst>
              <a:ext uri="{FF2B5EF4-FFF2-40B4-BE49-F238E27FC236}">
                <a16:creationId xmlns:a16="http://schemas.microsoft.com/office/drawing/2014/main" id="{E5DE079F-7A17-B6D1-91F2-6774A2B2BA45}"/>
              </a:ext>
            </a:extLst>
          </p:cNvPr>
          <p:cNvSpPr>
            <a:spLocks noGrp="1"/>
          </p:cNvSpPr>
          <p:nvPr>
            <p:ph type="body" sz="quarter" idx="31"/>
          </p:nvPr>
        </p:nvSpPr>
        <p:spPr>
          <a:xfrm>
            <a:off x="1531220" y="5525036"/>
            <a:ext cx="5324694" cy="566928"/>
          </a:xfrm>
        </p:spPr>
        <p:txBody>
          <a:bodyPr/>
          <a:lstStyle/>
          <a:p>
            <a:r>
              <a:rPr lang="en-US" noProof="0"/>
              <a:t>Agenda item 6</a:t>
            </a:r>
          </a:p>
        </p:txBody>
      </p:sp>
      <p:sp>
        <p:nvSpPr>
          <p:cNvPr id="20" name="Content Placeholder 19">
            <a:extLst>
              <a:ext uri="{FF2B5EF4-FFF2-40B4-BE49-F238E27FC236}">
                <a16:creationId xmlns:a16="http://schemas.microsoft.com/office/drawing/2014/main" id="{A51F11E4-CD88-371C-9B2B-83476ED3BD63}"/>
              </a:ext>
            </a:extLst>
          </p:cNvPr>
          <p:cNvSpPr>
            <a:spLocks noGrp="1"/>
          </p:cNvSpPr>
          <p:nvPr>
            <p:ph sz="quarter" idx="41"/>
          </p:nvPr>
        </p:nvSpPr>
        <p:spPr/>
        <p:txBody>
          <a:bodyPr/>
          <a:lstStyle/>
          <a:p>
            <a:endParaRPr lang="en-US"/>
          </a:p>
        </p:txBody>
      </p:sp>
      <p:pic>
        <p:nvPicPr>
          <p:cNvPr id="6" name="Picture Placeholder 5">
            <a:extLst>
              <a:ext uri="{FF2B5EF4-FFF2-40B4-BE49-F238E27FC236}">
                <a16:creationId xmlns:a16="http://schemas.microsoft.com/office/drawing/2014/main" id="{0C84F148-682E-5103-2CDE-41F30E51DD1E}"/>
              </a:ext>
              <a:ext uri="{C183D7F6-B498-43B3-948B-1728B52AA6E4}">
                <adec:decorative xmlns:adec="http://schemas.microsoft.com/office/drawing/2017/decorative" val="1"/>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a:ln>
            <a:noFill/>
          </a:ln>
        </p:spPr>
      </p:pic>
    </p:spTree>
    <p:extLst>
      <p:ext uri="{BB962C8B-B14F-4D97-AF65-F5344CB8AC3E}">
        <p14:creationId xmlns:p14="http://schemas.microsoft.com/office/powerpoint/2010/main" val="318470406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08C49-4FD2-1D92-E98B-2ADDBDEEBF6D}"/>
              </a:ext>
            </a:extLst>
          </p:cNvPr>
          <p:cNvSpPr>
            <a:spLocks noGrp="1"/>
          </p:cNvSpPr>
          <p:nvPr>
            <p:ph type="title"/>
          </p:nvPr>
        </p:nvSpPr>
        <p:spPr>
          <a:xfrm>
            <a:off x="766763" y="682514"/>
            <a:ext cx="10658475" cy="532765"/>
          </a:xfrm>
        </p:spPr>
        <p:txBody>
          <a:bodyPr/>
          <a:lstStyle/>
          <a:p>
            <a:r>
              <a:rPr lang="en-US" noProof="0"/>
              <a:t>Standard content slide</a:t>
            </a:r>
          </a:p>
        </p:txBody>
      </p:sp>
      <p:sp>
        <p:nvSpPr>
          <p:cNvPr id="6" name="Content Placeholder 5">
            <a:extLst>
              <a:ext uri="{FF2B5EF4-FFF2-40B4-BE49-F238E27FC236}">
                <a16:creationId xmlns:a16="http://schemas.microsoft.com/office/drawing/2014/main" id="{8BC7BD0A-619E-949D-1FE3-1D32174F0EED}"/>
              </a:ext>
            </a:extLst>
          </p:cNvPr>
          <p:cNvSpPr>
            <a:spLocks noGrp="1"/>
          </p:cNvSpPr>
          <p:nvPr>
            <p:ph sz="quarter" idx="17"/>
          </p:nvPr>
        </p:nvSpPr>
        <p:spPr/>
        <p:txBody>
          <a:bodyPr/>
          <a:lstStyle/>
          <a:p>
            <a:endParaRPr lang="en-US"/>
          </a:p>
        </p:txBody>
      </p:sp>
    </p:spTree>
    <p:extLst>
      <p:ext uri="{BB962C8B-B14F-4D97-AF65-F5344CB8AC3E}">
        <p14:creationId xmlns:p14="http://schemas.microsoft.com/office/powerpoint/2010/main" val="50057483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75C1C-B1DF-0B4F-EDAD-A6A8557EC6AE}"/>
              </a:ext>
            </a:extLst>
          </p:cNvPr>
          <p:cNvSpPr>
            <a:spLocks noGrp="1"/>
          </p:cNvSpPr>
          <p:nvPr>
            <p:ph type="title"/>
          </p:nvPr>
        </p:nvSpPr>
        <p:spPr>
          <a:xfrm>
            <a:off x="766763" y="682514"/>
            <a:ext cx="6089904" cy="532765"/>
          </a:xfrm>
        </p:spPr>
        <p:txBody>
          <a:bodyPr/>
          <a:lstStyle/>
          <a:p>
            <a:r>
              <a:rPr lang="en-US" noProof="0"/>
              <a:t>Content slide + preset graphic device</a:t>
            </a:r>
          </a:p>
        </p:txBody>
      </p:sp>
      <p:sp>
        <p:nvSpPr>
          <p:cNvPr id="6" name="Content Placeholder 5">
            <a:extLst>
              <a:ext uri="{FF2B5EF4-FFF2-40B4-BE49-F238E27FC236}">
                <a16:creationId xmlns:a16="http://schemas.microsoft.com/office/drawing/2014/main" id="{ED9E33AB-F605-8D38-6B1B-95FED039319D}"/>
              </a:ext>
            </a:extLst>
          </p:cNvPr>
          <p:cNvSpPr>
            <a:spLocks noGrp="1"/>
          </p:cNvSpPr>
          <p:nvPr>
            <p:ph sz="quarter" idx="18"/>
          </p:nvPr>
        </p:nvSpPr>
        <p:spPr/>
        <p:txBody>
          <a:bodyPr/>
          <a:lstStyle/>
          <a:p>
            <a:endParaRPr lang="en-US"/>
          </a:p>
        </p:txBody>
      </p:sp>
    </p:spTree>
    <p:extLst>
      <p:ext uri="{BB962C8B-B14F-4D97-AF65-F5344CB8AC3E}">
        <p14:creationId xmlns:p14="http://schemas.microsoft.com/office/powerpoint/2010/main" val="8632119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2BFFFA-8A8F-B146-98B1-F87E9CBE158D}"/>
              </a:ext>
            </a:extLst>
          </p:cNvPr>
          <p:cNvSpPr>
            <a:spLocks noGrp="1"/>
          </p:cNvSpPr>
          <p:nvPr>
            <p:ph type="title"/>
          </p:nvPr>
        </p:nvSpPr>
        <p:spPr>
          <a:xfrm>
            <a:off x="766763" y="682514"/>
            <a:ext cx="10658475" cy="532765"/>
          </a:xfrm>
        </p:spPr>
        <p:txBody>
          <a:bodyPr/>
          <a:lstStyle/>
          <a:p>
            <a:r>
              <a:rPr lang="en-US" noProof="0"/>
              <a:t>Content slide with two content columns</a:t>
            </a:r>
          </a:p>
        </p:txBody>
      </p:sp>
      <p:sp>
        <p:nvSpPr>
          <p:cNvPr id="15" name="Content Placeholder 14">
            <a:extLst>
              <a:ext uri="{FF2B5EF4-FFF2-40B4-BE49-F238E27FC236}">
                <a16:creationId xmlns:a16="http://schemas.microsoft.com/office/drawing/2014/main" id="{969BB98A-5395-477E-5D45-9164C8576EC3}"/>
              </a:ext>
            </a:extLst>
          </p:cNvPr>
          <p:cNvSpPr>
            <a:spLocks noGrp="1"/>
          </p:cNvSpPr>
          <p:nvPr>
            <p:ph sz="quarter" idx="17"/>
          </p:nvPr>
        </p:nvSpPr>
        <p:spPr/>
        <p:txBody>
          <a:bodyPr/>
          <a:lstStyle/>
          <a:p>
            <a:endParaRPr lang="en-US"/>
          </a:p>
        </p:txBody>
      </p:sp>
      <p:sp>
        <p:nvSpPr>
          <p:cNvPr id="16" name="Content Placeholder 15">
            <a:extLst>
              <a:ext uri="{FF2B5EF4-FFF2-40B4-BE49-F238E27FC236}">
                <a16:creationId xmlns:a16="http://schemas.microsoft.com/office/drawing/2014/main" id="{D58C06F8-1F25-289E-19AF-131C5EACF05B}"/>
              </a:ext>
            </a:extLst>
          </p:cNvPr>
          <p:cNvSpPr>
            <a:spLocks noGrp="1"/>
          </p:cNvSpPr>
          <p:nvPr>
            <p:ph sz="quarter" idx="23"/>
          </p:nvPr>
        </p:nvSpPr>
        <p:spPr/>
        <p:txBody>
          <a:bodyPr/>
          <a:lstStyle/>
          <a:p>
            <a:endParaRPr lang="en-US"/>
          </a:p>
        </p:txBody>
      </p:sp>
    </p:spTree>
    <p:extLst>
      <p:ext uri="{BB962C8B-B14F-4D97-AF65-F5344CB8AC3E}">
        <p14:creationId xmlns:p14="http://schemas.microsoft.com/office/powerpoint/2010/main" val="311719195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AB6517-8B08-34AE-7DE1-245F9B7AB0F5}"/>
              </a:ext>
            </a:extLst>
          </p:cNvPr>
          <p:cNvSpPr>
            <a:spLocks noGrp="1"/>
          </p:cNvSpPr>
          <p:nvPr>
            <p:ph type="title"/>
          </p:nvPr>
        </p:nvSpPr>
        <p:spPr>
          <a:xfrm>
            <a:off x="766763" y="682514"/>
            <a:ext cx="10658475" cy="532765"/>
          </a:xfrm>
        </p:spPr>
        <p:txBody>
          <a:bodyPr/>
          <a:lstStyle/>
          <a:p>
            <a:r>
              <a:rPr lang="en-US"/>
              <a:t>Content slide with editable laptop screen</a:t>
            </a:r>
          </a:p>
        </p:txBody>
      </p:sp>
      <p:sp>
        <p:nvSpPr>
          <p:cNvPr id="14" name="Content Placeholder 13">
            <a:extLst>
              <a:ext uri="{FF2B5EF4-FFF2-40B4-BE49-F238E27FC236}">
                <a16:creationId xmlns:a16="http://schemas.microsoft.com/office/drawing/2014/main" id="{85F18FB9-5333-2B1D-8F60-8E39E55E4367}"/>
              </a:ext>
            </a:extLst>
          </p:cNvPr>
          <p:cNvSpPr>
            <a:spLocks noGrp="1"/>
          </p:cNvSpPr>
          <p:nvPr>
            <p:ph sz="quarter" idx="19"/>
          </p:nvPr>
        </p:nvSpPr>
        <p:spPr/>
        <p:txBody>
          <a:bodyPr/>
          <a:lstStyle/>
          <a:p>
            <a:endParaRPr lang="en-US"/>
          </a:p>
        </p:txBody>
      </p:sp>
      <p:sp>
        <p:nvSpPr>
          <p:cNvPr id="9" name="Brand tip">
            <a:extLst>
              <a:ext uri="{FF2B5EF4-FFF2-40B4-BE49-F238E27FC236}">
                <a16:creationId xmlns:a16="http://schemas.microsoft.com/office/drawing/2014/main" id="{7B8D4F5E-8804-4819-0814-5F989A342F75}"/>
              </a:ext>
              <a:ext uri="{C183D7F6-B498-43B3-948B-1728B52AA6E4}">
                <adec:decorative xmlns:adec="http://schemas.microsoft.com/office/drawing/2017/decorative" val="0"/>
              </a:ext>
            </a:extLst>
          </p:cNvPr>
          <p:cNvSpPr txBox="1"/>
          <p:nvPr/>
        </p:nvSpPr>
        <p:spPr bwMode="auto">
          <a:xfrm>
            <a:off x="12399902" y="0"/>
            <a:ext cx="2190741" cy="1938992"/>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r>
              <a:rPr lang="en-US" sz="1200" b="1">
                <a:cs typeface="Arial" pitchFamily="34" charset="0"/>
              </a:rPr>
              <a:t>To update this image:</a:t>
            </a:r>
          </a:p>
          <a:p>
            <a:pPr marL="234950" indent="-234950">
              <a:buFont typeface="+mj-lt"/>
              <a:buAutoNum type="arabicPeriod"/>
            </a:pPr>
            <a:r>
              <a:rPr lang="en-US" sz="1200">
                <a:cs typeface="Arial" pitchFamily="34" charset="0"/>
              </a:rPr>
              <a:t>Delete the current image </a:t>
            </a:r>
          </a:p>
          <a:p>
            <a:pPr marL="234950" indent="-234950">
              <a:buFont typeface="+mj-lt"/>
              <a:buAutoNum type="arabicPeriod"/>
            </a:pPr>
            <a:r>
              <a:rPr lang="en-US" sz="1200">
                <a:cs typeface="Arial" pitchFamily="34" charset="0"/>
              </a:rPr>
              <a:t>Click the add image icon</a:t>
            </a:r>
          </a:p>
          <a:p>
            <a:pPr marL="234950" indent="-234950">
              <a:spcAft>
                <a:spcPts val="600"/>
              </a:spcAft>
              <a:buFont typeface="+mj-lt"/>
              <a:buAutoNum type="arabicPeriod"/>
            </a:pPr>
            <a:r>
              <a:rPr lang="en-US" sz="1200">
                <a:cs typeface="Arial" pitchFamily="34" charset="0"/>
              </a:rPr>
              <a:t>Locate and select an image on your computer</a:t>
            </a:r>
          </a:p>
          <a:p>
            <a:pPr>
              <a:spcAft>
                <a:spcPts val="600"/>
              </a:spcAft>
            </a:pPr>
            <a:r>
              <a:rPr lang="en-US" sz="1200" b="1"/>
              <a:t>To download images: </a:t>
            </a:r>
            <a:br>
              <a:rPr lang="en-US" sz="1200" b="1"/>
            </a:br>
            <a:r>
              <a:rPr lang="en-US" sz="1200"/>
              <a:t>Visit the Brand Source </a:t>
            </a:r>
            <a:r>
              <a:rPr lang="en-US" sz="1200">
                <a:hlinkClick r:id="rId2"/>
              </a:rPr>
              <a:t>Image library</a:t>
            </a:r>
            <a:r>
              <a:rPr lang="en-US" sz="1200" b="1"/>
              <a:t>.</a:t>
            </a:r>
            <a:r>
              <a:rPr lang="en-US" sz="1200" b="1">
                <a:hlinkClick r:id="rId3"/>
              </a:rPr>
              <a:t> </a:t>
            </a:r>
            <a:endParaRPr lang="en-US" sz="1200"/>
          </a:p>
        </p:txBody>
      </p:sp>
      <p:pic>
        <p:nvPicPr>
          <p:cNvPr id="6" name="Picture Placeholder 5">
            <a:extLst>
              <a:ext uri="{FF2B5EF4-FFF2-40B4-BE49-F238E27FC236}">
                <a16:creationId xmlns:a16="http://schemas.microsoft.com/office/drawing/2014/main" id="{744F0CE9-6A92-1232-0E47-DD560D4A3E87}"/>
              </a:ext>
              <a:ext uri="{C183D7F6-B498-43B3-948B-1728B52AA6E4}">
                <adec:decorative xmlns:adec="http://schemas.microsoft.com/office/drawing/2017/decorative" val="1"/>
              </a:ext>
            </a:extLst>
          </p:cNvPr>
          <p:cNvPicPr>
            <a:picLocks noGrp="1" noChangeAspect="1"/>
          </p:cNvPicPr>
          <p:nvPr>
            <p:ph type="pic" sz="quarter" idx="24"/>
          </p:nvPr>
        </p:nvPicPr>
        <p:blipFill>
          <a:blip r:embed="rId4"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352578370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D376-28E0-025E-9B45-75B3EEF269A9}"/>
              </a:ext>
            </a:extLst>
          </p:cNvPr>
          <p:cNvSpPr>
            <a:spLocks noGrp="1"/>
          </p:cNvSpPr>
          <p:nvPr>
            <p:ph type="title"/>
          </p:nvPr>
        </p:nvSpPr>
        <p:spPr>
          <a:xfrm>
            <a:off x="766763" y="682514"/>
            <a:ext cx="4572000" cy="532765"/>
          </a:xfrm>
        </p:spPr>
        <p:txBody>
          <a:bodyPr/>
          <a:lstStyle/>
          <a:p>
            <a:r>
              <a:rPr lang="en-US" noProof="0"/>
              <a:t>Slide title</a:t>
            </a:r>
          </a:p>
        </p:txBody>
      </p:sp>
      <p:sp>
        <p:nvSpPr>
          <p:cNvPr id="6" name="Content Placeholder 5">
            <a:extLst>
              <a:ext uri="{FF2B5EF4-FFF2-40B4-BE49-F238E27FC236}">
                <a16:creationId xmlns:a16="http://schemas.microsoft.com/office/drawing/2014/main" id="{BCF03FCA-F84B-0FFE-73E1-2003B112321B}"/>
              </a:ext>
            </a:extLst>
          </p:cNvPr>
          <p:cNvSpPr>
            <a:spLocks noGrp="1"/>
          </p:cNvSpPr>
          <p:nvPr>
            <p:ph sz="quarter" idx="17"/>
          </p:nvPr>
        </p:nvSpPr>
        <p:spPr/>
        <p:txBody>
          <a:bodyPr/>
          <a:lstStyle/>
          <a:p>
            <a:endParaRPr lang="en-US"/>
          </a:p>
        </p:txBody>
      </p:sp>
      <p:pic>
        <p:nvPicPr>
          <p:cNvPr id="8" name="Picture Placeholder 7">
            <a:extLst>
              <a:ext uri="{FF2B5EF4-FFF2-40B4-BE49-F238E27FC236}">
                <a16:creationId xmlns:a16="http://schemas.microsoft.com/office/drawing/2014/main" id="{1C502D10-55D0-D093-5CEC-1BE8CF376386}"/>
              </a:ext>
              <a:ext uri="{C183D7F6-B498-43B3-948B-1728B52AA6E4}">
                <adec:decorative xmlns:adec="http://schemas.microsoft.com/office/drawing/2017/decorative" val="1"/>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a:stretch/>
        </p:blipFill>
        <p:spPr>
          <a:xfrm>
            <a:off x="6096000" y="765175"/>
            <a:ext cx="5330825" cy="5330825"/>
          </a:xfrm>
          <a:ln>
            <a:noFill/>
          </a:ln>
        </p:spPr>
      </p:pic>
      <p:sp>
        <p:nvSpPr>
          <p:cNvPr id="5" name="Brand tip">
            <a:extLst>
              <a:ext uri="{FF2B5EF4-FFF2-40B4-BE49-F238E27FC236}">
                <a16:creationId xmlns:a16="http://schemas.microsoft.com/office/drawing/2014/main" id="{48130DF8-1984-0581-CC27-4725B4FFD1CE}"/>
              </a:ext>
              <a:ext uri="{C183D7F6-B498-43B3-948B-1728B52AA6E4}">
                <adec:decorative xmlns:adec="http://schemas.microsoft.com/office/drawing/2017/decorative" val="0"/>
              </a:ext>
            </a:extLst>
          </p:cNvPr>
          <p:cNvSpPr txBox="1"/>
          <p:nvPr/>
        </p:nvSpPr>
        <p:spPr bwMode="auto">
          <a:xfrm>
            <a:off x="12399902" y="0"/>
            <a:ext cx="2190741" cy="1938992"/>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a:ln>
                  <a:noFill/>
                </a:ln>
                <a:solidFill>
                  <a:srgbClr val="E31937"/>
                </a:solidFill>
                <a:effectLst/>
                <a:uLnTx/>
                <a:uFillTx/>
                <a:latin typeface="Arial"/>
                <a:cs typeface="Arial" pitchFamily="34" charset="0"/>
              </a:rPr>
              <a:t>Brand tip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pitchFamily="34" charset="0"/>
              </a:rPr>
              <a:t>To update this image:</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Delete the current image </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Click the add image icon</a:t>
            </a:r>
          </a:p>
          <a:p>
            <a:pPr marL="234950" marR="0" lvl="0" indent="-23495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Locate and select an image on your computer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a:rPr>
              <a:t>To download images: </a:t>
            </a:r>
            <a:br>
              <a:rPr kumimoji="0" lang="en-US" sz="1200" b="1" i="0" u="none" strike="noStrike" kern="1200" cap="none" spc="0" normalizeH="0" baseline="0">
                <a:ln>
                  <a:noFill/>
                </a:ln>
                <a:solidFill>
                  <a:prstClr val="black"/>
                </a:solidFill>
                <a:effectLst/>
                <a:uLnTx/>
                <a:uFillTx/>
                <a:latin typeface="Arial"/>
                <a:cs typeface="Arial"/>
              </a:rPr>
            </a:br>
            <a:r>
              <a:rPr kumimoji="0" lang="en-US" sz="1200" b="0" i="0" u="none" strike="noStrike" kern="1200" cap="none" spc="0" normalizeH="0" baseline="0">
                <a:ln>
                  <a:noFill/>
                </a:ln>
                <a:solidFill>
                  <a:prstClr val="black"/>
                </a:solidFill>
                <a:effectLst/>
                <a:uLnTx/>
                <a:uFillTx/>
                <a:latin typeface="Arial"/>
                <a:cs typeface="Arial"/>
              </a:rPr>
              <a:t>Visit the Brand Source </a:t>
            </a:r>
            <a:r>
              <a:rPr kumimoji="0" lang="en-US" sz="1200" b="0" i="0" u="none" strike="noStrike" kern="1200" cap="none" spc="0" normalizeH="0" baseline="0">
                <a:ln>
                  <a:noFill/>
                </a:ln>
                <a:solidFill>
                  <a:prstClr val="black"/>
                </a:solidFill>
                <a:effectLst/>
                <a:uLnTx/>
                <a:uFillTx/>
                <a:latin typeface="Arial"/>
                <a:cs typeface="Arial"/>
                <a:hlinkClick r:id="rId3"/>
              </a:rPr>
              <a:t>Image library</a:t>
            </a:r>
            <a:r>
              <a:rPr kumimoji="0" lang="en-US" sz="1200" b="1" i="0" u="none" strike="noStrike" kern="1200" cap="none" spc="0" normalizeH="0" baseline="0">
                <a:ln>
                  <a:noFill/>
                </a:ln>
                <a:solidFill>
                  <a:prstClr val="black"/>
                </a:solidFill>
                <a:effectLst/>
                <a:uLnTx/>
                <a:uFillTx/>
                <a:latin typeface="Arial"/>
                <a:cs typeface="Arial"/>
              </a:rPr>
              <a:t>.</a:t>
            </a:r>
            <a:r>
              <a:rPr kumimoji="0" lang="en-US" sz="1200" b="1" i="0" u="none" strike="noStrike" kern="1200" cap="none" spc="0" normalizeH="0" baseline="0">
                <a:ln>
                  <a:noFill/>
                </a:ln>
                <a:solidFill>
                  <a:prstClr val="black"/>
                </a:solidFill>
                <a:effectLst/>
                <a:uLnTx/>
                <a:uFillTx/>
                <a:latin typeface="Arial"/>
                <a:cs typeface="Arial"/>
                <a:hlinkClick r:id="rId4"/>
              </a:rPr>
              <a:t> </a:t>
            </a:r>
            <a:endParaRPr kumimoji="0" lang="en-US" sz="1200" b="0" i="0" u="none" strike="noStrike" kern="1200" cap="none" spc="0" normalizeH="0" baseline="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79730531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DE17B41-AB6E-C240-A846-B5E6E7EBCC69}"/>
              </a:ext>
            </a:extLst>
          </p:cNvPr>
          <p:cNvSpPr>
            <a:spLocks noGrp="1"/>
          </p:cNvSpPr>
          <p:nvPr>
            <p:ph type="title"/>
          </p:nvPr>
        </p:nvSpPr>
        <p:spPr>
          <a:xfrm>
            <a:off x="767700" y="619403"/>
            <a:ext cx="4556776" cy="2508110"/>
          </a:xfrm>
        </p:spPr>
        <p:txBody>
          <a:bodyPr/>
          <a:lstStyle/>
          <a:p>
            <a:r>
              <a:rPr lang="en-US" noProof="0"/>
              <a:t>Slide title 2</a:t>
            </a:r>
          </a:p>
        </p:txBody>
      </p:sp>
      <p:sp>
        <p:nvSpPr>
          <p:cNvPr id="6" name="Content Placeholder 5">
            <a:extLst>
              <a:ext uri="{FF2B5EF4-FFF2-40B4-BE49-F238E27FC236}">
                <a16:creationId xmlns:a16="http://schemas.microsoft.com/office/drawing/2014/main" id="{1C896D2B-1F32-E02C-0CE0-2B76C56086C4}"/>
              </a:ext>
            </a:extLst>
          </p:cNvPr>
          <p:cNvSpPr>
            <a:spLocks noGrp="1"/>
          </p:cNvSpPr>
          <p:nvPr>
            <p:ph sz="quarter" idx="18"/>
          </p:nvPr>
        </p:nvSpPr>
        <p:spPr/>
        <p:txBody>
          <a:bodyPr/>
          <a:lstStyle/>
          <a:p>
            <a:endParaRPr lang="en-US"/>
          </a:p>
        </p:txBody>
      </p:sp>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AAFE1441-8FCA-53A0-D672-067FE865216A}"/>
              </a:ext>
              <a:ext uri="{C183D7F6-B498-43B3-948B-1728B52AA6E4}">
                <adec:decorative xmlns:adec="http://schemas.microsoft.com/office/drawing/2017/decorative" val="0"/>
              </a:ext>
            </a:extLst>
          </p:cNvPr>
          <p:cNvSpPr txBox="1"/>
          <p:nvPr/>
        </p:nvSpPr>
        <p:spPr bwMode="auto">
          <a:xfrm>
            <a:off x="12399902" y="0"/>
            <a:ext cx="2190741" cy="1938992"/>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a:ln>
                  <a:noFill/>
                </a:ln>
                <a:solidFill>
                  <a:srgbClr val="E31937"/>
                </a:solidFill>
                <a:effectLst/>
                <a:uLnTx/>
                <a:uFillTx/>
                <a:latin typeface="Arial"/>
                <a:cs typeface="Arial" pitchFamily="34" charset="0"/>
              </a:rPr>
              <a:t>Brand tip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pitchFamily="34" charset="0"/>
              </a:rPr>
              <a:t>To update this image:</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Delete the current image </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Click the add image icon</a:t>
            </a:r>
          </a:p>
          <a:p>
            <a:pPr marL="234950" marR="0" lvl="0" indent="-23495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Locate and select an image on your computer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a:rPr>
              <a:t>To download images: </a:t>
            </a:r>
            <a:br>
              <a:rPr kumimoji="0" lang="en-US" sz="1200" b="1" i="0" u="none" strike="noStrike" kern="1200" cap="none" spc="0" normalizeH="0" baseline="0">
                <a:ln>
                  <a:noFill/>
                </a:ln>
                <a:solidFill>
                  <a:prstClr val="black"/>
                </a:solidFill>
                <a:effectLst/>
                <a:uLnTx/>
                <a:uFillTx/>
                <a:latin typeface="Arial"/>
                <a:cs typeface="Arial"/>
              </a:rPr>
            </a:br>
            <a:r>
              <a:rPr kumimoji="0" lang="en-US" sz="1200" b="0" i="0" u="none" strike="noStrike" kern="1200" cap="none" spc="0" normalizeH="0" baseline="0">
                <a:ln>
                  <a:noFill/>
                </a:ln>
                <a:solidFill>
                  <a:prstClr val="black"/>
                </a:solidFill>
                <a:effectLst/>
                <a:uLnTx/>
                <a:uFillTx/>
                <a:latin typeface="Arial"/>
                <a:cs typeface="Arial"/>
              </a:rPr>
              <a:t>Visit the Brand Source </a:t>
            </a:r>
            <a:r>
              <a:rPr kumimoji="0" lang="en-US" sz="1200" b="0" i="0" u="none" strike="noStrike" kern="1200" cap="none" spc="0" normalizeH="0" baseline="0">
                <a:ln>
                  <a:noFill/>
                </a:ln>
                <a:solidFill>
                  <a:prstClr val="black"/>
                </a:solidFill>
                <a:effectLst/>
                <a:uLnTx/>
                <a:uFillTx/>
                <a:latin typeface="Arial"/>
                <a:cs typeface="Arial"/>
                <a:hlinkClick r:id="rId3"/>
              </a:rPr>
              <a:t>Image library</a:t>
            </a:r>
            <a:r>
              <a:rPr kumimoji="0" lang="en-US" sz="1200" b="1" i="0" u="none" strike="noStrike" kern="1200" cap="none" spc="0" normalizeH="0" baseline="0">
                <a:ln>
                  <a:noFill/>
                </a:ln>
                <a:solidFill>
                  <a:prstClr val="black"/>
                </a:solidFill>
                <a:effectLst/>
                <a:uLnTx/>
                <a:uFillTx/>
                <a:latin typeface="Arial"/>
                <a:cs typeface="Arial"/>
              </a:rPr>
              <a:t>.</a:t>
            </a:r>
            <a:r>
              <a:rPr kumimoji="0" lang="en-US" sz="1200" b="1" i="0" u="none" strike="noStrike" kern="1200" cap="none" spc="0" normalizeH="0" baseline="0">
                <a:ln>
                  <a:noFill/>
                </a:ln>
                <a:solidFill>
                  <a:prstClr val="black"/>
                </a:solidFill>
                <a:effectLst/>
                <a:uLnTx/>
                <a:uFillTx/>
                <a:latin typeface="Arial"/>
                <a:cs typeface="Arial"/>
                <a:hlinkClick r:id="rId4"/>
              </a:rPr>
              <a:t> </a:t>
            </a:r>
            <a:endParaRPr kumimoji="0" lang="en-US" sz="1200" b="0" i="0" u="none" strike="noStrike" kern="1200" cap="none" spc="0" normalizeH="0" baseline="0">
              <a:ln>
                <a:noFill/>
              </a:ln>
              <a:solidFill>
                <a:prstClr val="black"/>
              </a:solidFill>
              <a:effectLst/>
              <a:uLnTx/>
              <a:uFillTx/>
              <a:latin typeface="Arial"/>
              <a:cs typeface="Arial"/>
            </a:endParaRPr>
          </a:p>
        </p:txBody>
      </p:sp>
      <p:pic>
        <p:nvPicPr>
          <p:cNvPr id="41" name="Picture Placeholder 40">
            <a:extLst>
              <a:ext uri="{FF2B5EF4-FFF2-40B4-BE49-F238E27FC236}">
                <a16:creationId xmlns:a16="http://schemas.microsoft.com/office/drawing/2014/main" id="{3F2B3074-4146-FE42-3A91-02ED0A6580F2}"/>
              </a:ext>
              <a:ext uri="{C183D7F6-B498-43B3-948B-1728B52AA6E4}">
                <adec:decorative xmlns:adec="http://schemas.microsoft.com/office/drawing/2017/decorative" val="1"/>
              </a:ext>
            </a:extLst>
          </p:cNvPr>
          <p:cNvPicPr>
            <a:picLocks noGrp="1" noChangeAspect="1"/>
          </p:cNvPicPr>
          <p:nvPr>
            <p:ph type="pic" sz="quarter" idx="15"/>
          </p:nvPr>
        </p:nvPicPr>
        <p:blipFill>
          <a:blip r:embed="rId5"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95746803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E607E-9B9C-704D-8BD2-9A0FF1F870B5}"/>
              </a:ext>
            </a:extLst>
          </p:cNvPr>
          <p:cNvSpPr>
            <a:spLocks noGrp="1"/>
          </p:cNvSpPr>
          <p:nvPr>
            <p:ph type="title"/>
          </p:nvPr>
        </p:nvSpPr>
        <p:spPr>
          <a:xfrm>
            <a:off x="6858000" y="684000"/>
            <a:ext cx="4568023" cy="530352"/>
          </a:xfrm>
        </p:spPr>
        <p:txBody>
          <a:bodyPr/>
          <a:lstStyle/>
          <a:p>
            <a:r>
              <a:rPr lang="en-US" noProof="0"/>
              <a:t>Slide title 3</a:t>
            </a:r>
          </a:p>
        </p:txBody>
      </p:sp>
      <p:sp>
        <p:nvSpPr>
          <p:cNvPr id="6" name="Content Placeholder 5">
            <a:extLst>
              <a:ext uri="{FF2B5EF4-FFF2-40B4-BE49-F238E27FC236}">
                <a16:creationId xmlns:a16="http://schemas.microsoft.com/office/drawing/2014/main" id="{5F8F527F-4401-8B16-0C84-EB31DE4CDBEE}"/>
              </a:ext>
            </a:extLst>
          </p:cNvPr>
          <p:cNvSpPr>
            <a:spLocks noGrp="1"/>
          </p:cNvSpPr>
          <p:nvPr>
            <p:ph sz="quarter" idx="17"/>
          </p:nvPr>
        </p:nvSpPr>
        <p:spPr/>
        <p:txBody>
          <a:bodyPr/>
          <a:lstStyle/>
          <a:p>
            <a:endParaRPr lang="en-US"/>
          </a:p>
        </p:txBody>
      </p:sp>
      <p:pic>
        <p:nvPicPr>
          <p:cNvPr id="17" name="Picture Placeholder 16">
            <a:extLst>
              <a:ext uri="{FF2B5EF4-FFF2-40B4-BE49-F238E27FC236}">
                <a16:creationId xmlns:a16="http://schemas.microsoft.com/office/drawing/2014/main" id="{05D8682B-F2D0-AA5F-A3D5-794121E23B8C}"/>
              </a:ext>
              <a:ext uri="{C183D7F6-B498-43B3-948B-1728B52AA6E4}">
                <adec:decorative xmlns:adec="http://schemas.microsoft.com/office/drawing/2017/decorative" val="1"/>
              </a:ext>
            </a:extLst>
          </p:cNvPr>
          <p:cNvPicPr>
            <a:picLocks noGrp="1" noChangeAspect="1"/>
          </p:cNvPicPr>
          <p:nvPr>
            <p:ph type="pic" sz="quarter" idx="16"/>
          </p:nvPr>
        </p:nvPicPr>
        <p:blipFill>
          <a:blip r:embed="rId3" cstate="screen">
            <a:extLst>
              <a:ext uri="{28A0092B-C50C-407E-A947-70E740481C1C}">
                <a14:useLocalDpi xmlns:a14="http://schemas.microsoft.com/office/drawing/2010/main"/>
              </a:ext>
            </a:extLst>
          </a:blip>
          <a:srcRect l="15" r="15"/>
          <a:stretch/>
        </p:blipFill>
        <p:spPr>
          <a:xfrm>
            <a:off x="766763" y="765175"/>
            <a:ext cx="5329237" cy="5330825"/>
          </a:xfrm>
          <a:ln>
            <a:noFill/>
          </a:ln>
        </p:spPr>
      </p:pic>
      <p:sp>
        <p:nvSpPr>
          <p:cNvPr id="4"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DC15DD55-B917-C9C1-153D-8E556033918E}"/>
              </a:ext>
              <a:ext uri="{C183D7F6-B498-43B3-948B-1728B52AA6E4}">
                <adec:decorative xmlns:adec="http://schemas.microsoft.com/office/drawing/2017/decorative" val="0"/>
              </a:ext>
            </a:extLst>
          </p:cNvPr>
          <p:cNvSpPr txBox="1"/>
          <p:nvPr/>
        </p:nvSpPr>
        <p:spPr bwMode="auto">
          <a:xfrm>
            <a:off x="12399902" y="0"/>
            <a:ext cx="2190741" cy="1938992"/>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a:ln>
                  <a:noFill/>
                </a:ln>
                <a:solidFill>
                  <a:srgbClr val="E31937"/>
                </a:solidFill>
                <a:effectLst/>
                <a:uLnTx/>
                <a:uFillTx/>
                <a:latin typeface="Arial"/>
                <a:cs typeface="Arial" pitchFamily="34" charset="0"/>
              </a:rPr>
              <a:t>Brand tip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pitchFamily="34" charset="0"/>
              </a:rPr>
              <a:t>To update this image:</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Delete the current image </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Click the add image icon</a:t>
            </a:r>
          </a:p>
          <a:p>
            <a:pPr marL="234950" marR="0" lvl="0" indent="-23495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Locate and select an image on your computer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a:rPr>
              <a:t>To download images: </a:t>
            </a:r>
            <a:br>
              <a:rPr kumimoji="0" lang="en-US" sz="1200" b="1" i="0" u="none" strike="noStrike" kern="1200" cap="none" spc="0" normalizeH="0" baseline="0">
                <a:ln>
                  <a:noFill/>
                </a:ln>
                <a:solidFill>
                  <a:prstClr val="black"/>
                </a:solidFill>
                <a:effectLst/>
                <a:uLnTx/>
                <a:uFillTx/>
                <a:latin typeface="Arial"/>
                <a:cs typeface="Arial"/>
              </a:rPr>
            </a:br>
            <a:r>
              <a:rPr kumimoji="0" lang="en-US" sz="1200" b="0" i="0" u="none" strike="noStrike" kern="1200" cap="none" spc="0" normalizeH="0" baseline="0">
                <a:ln>
                  <a:noFill/>
                </a:ln>
                <a:solidFill>
                  <a:prstClr val="black"/>
                </a:solidFill>
                <a:effectLst/>
                <a:uLnTx/>
                <a:uFillTx/>
                <a:latin typeface="Arial"/>
                <a:cs typeface="Arial"/>
              </a:rPr>
              <a:t>Visit the Brand Source </a:t>
            </a:r>
            <a:r>
              <a:rPr kumimoji="0" lang="en-US" sz="1200" b="0" i="0" u="none" strike="noStrike" kern="1200" cap="none" spc="0" normalizeH="0" baseline="0">
                <a:ln>
                  <a:noFill/>
                </a:ln>
                <a:solidFill>
                  <a:prstClr val="black"/>
                </a:solidFill>
                <a:effectLst/>
                <a:uLnTx/>
                <a:uFillTx/>
                <a:latin typeface="Arial"/>
                <a:cs typeface="Arial"/>
                <a:hlinkClick r:id="rId4"/>
              </a:rPr>
              <a:t>Image library</a:t>
            </a:r>
            <a:r>
              <a:rPr kumimoji="0" lang="en-US" sz="1200" b="1" i="0" u="none" strike="noStrike" kern="1200" cap="none" spc="0" normalizeH="0" baseline="0">
                <a:ln>
                  <a:noFill/>
                </a:ln>
                <a:solidFill>
                  <a:prstClr val="black"/>
                </a:solidFill>
                <a:effectLst/>
                <a:uLnTx/>
                <a:uFillTx/>
                <a:latin typeface="Arial"/>
                <a:cs typeface="Arial"/>
              </a:rPr>
              <a:t>.</a:t>
            </a:r>
            <a:r>
              <a:rPr kumimoji="0" lang="en-US" sz="1200" b="1" i="0" u="none" strike="noStrike" kern="1200" cap="none" spc="0" normalizeH="0" baseline="0">
                <a:ln>
                  <a:noFill/>
                </a:ln>
                <a:solidFill>
                  <a:prstClr val="black"/>
                </a:solidFill>
                <a:effectLst/>
                <a:uLnTx/>
                <a:uFillTx/>
                <a:latin typeface="Arial"/>
                <a:cs typeface="Arial"/>
                <a:hlinkClick r:id="rId5"/>
              </a:rPr>
              <a:t> </a:t>
            </a:r>
            <a:endParaRPr kumimoji="0" lang="en-US" sz="1200" b="0" i="0" u="none" strike="noStrike" kern="1200" cap="none" spc="0" normalizeH="0" baseline="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85183990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3304516-F427-37D6-A3B9-4B46591616AC}"/>
              </a:ext>
            </a:extLst>
          </p:cNvPr>
          <p:cNvSpPr>
            <a:spLocks noGrp="1"/>
          </p:cNvSpPr>
          <p:nvPr>
            <p:ph type="title"/>
          </p:nvPr>
        </p:nvSpPr>
        <p:spPr>
          <a:xfrm>
            <a:off x="6858000" y="621792"/>
            <a:ext cx="4572000" cy="2514600"/>
          </a:xfrm>
        </p:spPr>
        <p:txBody>
          <a:bodyPr/>
          <a:lstStyle/>
          <a:p>
            <a:r>
              <a:rPr lang="en-US" noProof="0" dirty="0"/>
              <a:t>Slide title 4</a:t>
            </a:r>
          </a:p>
        </p:txBody>
      </p:sp>
      <p:sp>
        <p:nvSpPr>
          <p:cNvPr id="5" name="Content Placeholder 4">
            <a:extLst>
              <a:ext uri="{FF2B5EF4-FFF2-40B4-BE49-F238E27FC236}">
                <a16:creationId xmlns:a16="http://schemas.microsoft.com/office/drawing/2014/main" id="{10B3A707-5BA2-6E0F-0732-C7030628BBB2}"/>
              </a:ext>
            </a:extLst>
          </p:cNvPr>
          <p:cNvSpPr>
            <a:spLocks noGrp="1"/>
          </p:cNvSpPr>
          <p:nvPr>
            <p:ph sz="quarter" idx="20"/>
          </p:nvPr>
        </p:nvSpPr>
        <p:spPr/>
        <p:txBody>
          <a:bodyPr/>
          <a:lstStyle/>
          <a:p>
            <a:endParaRPr lang="en-US"/>
          </a:p>
        </p:txBody>
      </p:sp>
      <p:sp>
        <p:nvSpPr>
          <p:cNvPr id="4"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B5B965C4-1721-5F4D-26B2-8258B58AD7AD}"/>
              </a:ext>
              <a:ext uri="{C183D7F6-B498-43B3-948B-1728B52AA6E4}">
                <adec:decorative xmlns:adec="http://schemas.microsoft.com/office/drawing/2017/decorative" val="0"/>
              </a:ext>
            </a:extLst>
          </p:cNvPr>
          <p:cNvSpPr txBox="1"/>
          <p:nvPr/>
        </p:nvSpPr>
        <p:spPr bwMode="auto">
          <a:xfrm>
            <a:off x="12399902" y="0"/>
            <a:ext cx="2190741" cy="1938992"/>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a:ln>
                  <a:noFill/>
                </a:ln>
                <a:solidFill>
                  <a:srgbClr val="E31937"/>
                </a:solidFill>
                <a:effectLst/>
                <a:uLnTx/>
                <a:uFillTx/>
                <a:latin typeface="Arial"/>
                <a:cs typeface="Arial" pitchFamily="34" charset="0"/>
              </a:rPr>
              <a:t>Brand tip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pitchFamily="34" charset="0"/>
              </a:rPr>
              <a:t>To update this image:</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Delete the current image </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Click the add image icon</a:t>
            </a:r>
          </a:p>
          <a:p>
            <a:pPr marL="234950" marR="0" lvl="0" indent="-23495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Locate and select an image on your computer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a:rPr>
              <a:t>To download images: </a:t>
            </a:r>
            <a:br>
              <a:rPr kumimoji="0" lang="en-US" sz="1200" b="1" i="0" u="none" strike="noStrike" kern="1200" cap="none" spc="0" normalizeH="0" baseline="0">
                <a:ln>
                  <a:noFill/>
                </a:ln>
                <a:solidFill>
                  <a:prstClr val="black"/>
                </a:solidFill>
                <a:effectLst/>
                <a:uLnTx/>
                <a:uFillTx/>
                <a:latin typeface="Arial"/>
                <a:cs typeface="Arial"/>
              </a:rPr>
            </a:br>
            <a:r>
              <a:rPr kumimoji="0" lang="en-US" sz="1200" b="0" i="0" u="none" strike="noStrike" kern="1200" cap="none" spc="0" normalizeH="0" baseline="0">
                <a:ln>
                  <a:noFill/>
                </a:ln>
                <a:solidFill>
                  <a:prstClr val="black"/>
                </a:solidFill>
                <a:effectLst/>
                <a:uLnTx/>
                <a:uFillTx/>
                <a:latin typeface="Arial"/>
                <a:cs typeface="Arial"/>
              </a:rPr>
              <a:t>Visit the Brand Source </a:t>
            </a:r>
            <a:r>
              <a:rPr kumimoji="0" lang="en-US" sz="1200" b="0" i="0" u="none" strike="noStrike" kern="1200" cap="none" spc="0" normalizeH="0" baseline="0">
                <a:ln>
                  <a:noFill/>
                </a:ln>
                <a:solidFill>
                  <a:prstClr val="black"/>
                </a:solidFill>
                <a:effectLst/>
                <a:uLnTx/>
                <a:uFillTx/>
                <a:latin typeface="Arial"/>
                <a:cs typeface="Arial"/>
                <a:hlinkClick r:id="rId3"/>
              </a:rPr>
              <a:t>Image library</a:t>
            </a:r>
            <a:r>
              <a:rPr kumimoji="0" lang="en-US" sz="1200" b="1" i="0" u="none" strike="noStrike" kern="1200" cap="none" spc="0" normalizeH="0" baseline="0">
                <a:ln>
                  <a:noFill/>
                </a:ln>
                <a:solidFill>
                  <a:prstClr val="black"/>
                </a:solidFill>
                <a:effectLst/>
                <a:uLnTx/>
                <a:uFillTx/>
                <a:latin typeface="Arial"/>
                <a:cs typeface="Arial"/>
              </a:rPr>
              <a:t>.</a:t>
            </a:r>
            <a:r>
              <a:rPr kumimoji="0" lang="en-US" sz="1200" b="1" i="0" u="none" strike="noStrike" kern="1200" cap="none" spc="0" normalizeH="0" baseline="0">
                <a:ln>
                  <a:noFill/>
                </a:ln>
                <a:solidFill>
                  <a:prstClr val="black"/>
                </a:solidFill>
                <a:effectLst/>
                <a:uLnTx/>
                <a:uFillTx/>
                <a:latin typeface="Arial"/>
                <a:cs typeface="Arial"/>
                <a:hlinkClick r:id="rId4"/>
              </a:rPr>
              <a:t> </a:t>
            </a:r>
            <a:endParaRPr kumimoji="0" lang="en-US" sz="1200" b="0" i="0" u="none" strike="noStrike" kern="1200" cap="none" spc="0" normalizeH="0" baseline="0">
              <a:ln>
                <a:noFill/>
              </a:ln>
              <a:solidFill>
                <a:prstClr val="black"/>
              </a:solidFill>
              <a:effectLst/>
              <a:uLnTx/>
              <a:uFillTx/>
              <a:latin typeface="Arial"/>
              <a:cs typeface="Arial"/>
            </a:endParaRPr>
          </a:p>
        </p:txBody>
      </p:sp>
      <p:pic>
        <p:nvPicPr>
          <p:cNvPr id="7" name="Picture Placeholder 6">
            <a:extLst>
              <a:ext uri="{FF2B5EF4-FFF2-40B4-BE49-F238E27FC236}">
                <a16:creationId xmlns:a16="http://schemas.microsoft.com/office/drawing/2014/main" id="{038E0893-6812-576F-7709-C4CC4CA88F77}"/>
              </a:ext>
              <a:ext uri="{C183D7F6-B498-43B3-948B-1728B52AA6E4}">
                <adec:decorative xmlns:adec="http://schemas.microsoft.com/office/drawing/2017/decorative" val="1"/>
              </a:ext>
            </a:extLst>
          </p:cNvPr>
          <p:cNvPicPr>
            <a:picLocks noGrp="1" noChangeAspect="1"/>
          </p:cNvPicPr>
          <p:nvPr>
            <p:ph type="pic" sz="quarter" idx="15"/>
          </p:nvPr>
        </p:nvPicPr>
        <p:blipFill>
          <a:blip r:embed="rId5" cstate="screen">
            <a:extLst>
              <a:ext uri="{28A0092B-C50C-407E-A947-70E740481C1C}">
                <a14:useLocalDpi xmlns:a14="http://schemas.microsoft.com/office/drawing/2010/main"/>
              </a:ext>
            </a:extLst>
          </a:blip>
          <a:srcRect/>
          <a:stretch>
            <a:fillRect/>
          </a:stretch>
        </p:blipFill>
        <p:spPr>
          <a:ln>
            <a:noFill/>
          </a:ln>
        </p:spPr>
      </p:pic>
    </p:spTree>
    <p:extLst>
      <p:ext uri="{BB962C8B-B14F-4D97-AF65-F5344CB8AC3E}">
        <p14:creationId xmlns:p14="http://schemas.microsoft.com/office/powerpoint/2010/main" val="216750089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268BD-DB60-AC7C-89B0-1EC524C28522}"/>
              </a:ext>
            </a:extLst>
          </p:cNvPr>
          <p:cNvSpPr>
            <a:spLocks noGrp="1"/>
          </p:cNvSpPr>
          <p:nvPr>
            <p:ph type="title"/>
          </p:nvPr>
        </p:nvSpPr>
        <p:spPr>
          <a:xfrm>
            <a:off x="766763" y="682514"/>
            <a:ext cx="10658475" cy="532765"/>
          </a:xfrm>
        </p:spPr>
        <p:txBody>
          <a:bodyPr/>
          <a:lstStyle/>
          <a:p>
            <a:r>
              <a:rPr lang="en-US" noProof="0"/>
              <a:t>Title only slide (donut chart + text example) </a:t>
            </a:r>
            <a:endParaRPr lang="en-CA"/>
          </a:p>
        </p:txBody>
      </p:sp>
      <p:graphicFrame>
        <p:nvGraphicFramePr>
          <p:cNvPr id="5" name="Table 3">
            <a:extLst>
              <a:ext uri="{FF2B5EF4-FFF2-40B4-BE49-F238E27FC236}">
                <a16:creationId xmlns:a16="http://schemas.microsoft.com/office/drawing/2014/main" id="{C963B96B-D4F8-1BD0-E780-9597B7610C7D}"/>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4034037820"/>
              </p:ext>
            </p:extLst>
          </p:nvPr>
        </p:nvGraphicFramePr>
        <p:xfrm>
          <a:off x="762000" y="1523999"/>
          <a:ext cx="3810000" cy="4568826"/>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278623551"/>
                    </a:ext>
                  </a:extLst>
                </a:gridCol>
              </a:tblGrid>
              <a:tr h="100070">
                <a:tc>
                  <a:txBody>
                    <a:bodyPr/>
                    <a:lstStyle/>
                    <a:p>
                      <a:pPr algn="l"/>
                      <a:endParaRPr lang="en-US" sz="100"/>
                    </a:p>
                  </a:txBody>
                  <a:tcPr marT="0" marB="0">
                    <a:lnL w="12700" cmpd="sng">
                      <a:noFill/>
                    </a:lnL>
                    <a:lnR w="12700" cmpd="sng">
                      <a:noFill/>
                    </a:lnR>
                    <a:lnT w="127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60000">
                          <a:srgbClr val="A82465"/>
                        </a:gs>
                        <a:gs pos="0">
                          <a:srgbClr val="E31937"/>
                        </a:gs>
                        <a:gs pos="100000">
                          <a:srgbClr val="5236AB"/>
                        </a:gs>
                      </a:gsLst>
                      <a:lin ang="10800000" scaled="0"/>
                      <a:tileRect/>
                    </a:gradFill>
                  </a:tcPr>
                </a:tc>
                <a:extLst>
                  <a:ext uri="{0D108BD9-81ED-4DB2-BD59-A6C34878D82A}">
                    <a16:rowId xmlns:a16="http://schemas.microsoft.com/office/drawing/2014/main" val="2432436091"/>
                  </a:ext>
                </a:extLst>
              </a:tr>
              <a:tr h="4468756">
                <a:tc>
                  <a:txBody>
                    <a:bodyPr/>
                    <a:lstStyle/>
                    <a:p>
                      <a:pPr algn="l"/>
                      <a:endParaRPr lang="en-GB" sz="1600" b="1">
                        <a:latin typeface="+mn-lt"/>
                      </a:endParaRPr>
                    </a:p>
                  </a:txBody>
                  <a:tcPr marL="144000" marR="144000" marT="144000" marB="144000">
                    <a:lnL w="12700" cmpd="sng">
                      <a:noFill/>
                    </a:lnL>
                    <a:lnR w="12700" cmpd="sng">
                      <a:noFill/>
                    </a:lnR>
                    <a:lnT w="381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86562817"/>
                  </a:ext>
                </a:extLst>
              </a:tr>
            </a:tbl>
          </a:graphicData>
        </a:graphic>
      </p:graphicFrame>
      <p:sp>
        <p:nvSpPr>
          <p:cNvPr id="33" name="TextBox 18">
            <a:extLst>
              <a:ext uri="{FF2B5EF4-FFF2-40B4-BE49-F238E27FC236}">
                <a16:creationId xmlns:a16="http://schemas.microsoft.com/office/drawing/2014/main" id="{EBDDC4A8-228D-B1DD-078A-B8E708162C80}"/>
              </a:ext>
            </a:extLst>
          </p:cNvPr>
          <p:cNvSpPr txBox="1"/>
          <p:nvPr/>
        </p:nvSpPr>
        <p:spPr>
          <a:xfrm>
            <a:off x="1031955" y="2278391"/>
            <a:ext cx="3123356" cy="720967"/>
          </a:xfrm>
          <a:prstGeom prst="rect">
            <a:avLst/>
          </a:prstGeom>
          <a:noFill/>
        </p:spPr>
        <p:txBody>
          <a:bodyPr wrap="square" lIns="0" tIns="0" rIns="0" bIns="0" rtlCol="0">
            <a:spAutoFit/>
          </a:bodyPr>
          <a:lstStyle/>
          <a:p>
            <a:pPr lvl="0">
              <a:spcBef>
                <a:spcPts val="300"/>
              </a:spcBef>
              <a:spcAft>
                <a:spcPts val="300"/>
              </a:spcAft>
              <a:buClr>
                <a:srgbClr val="A5ACB0"/>
              </a:buClr>
              <a:defRPr/>
            </a:pPr>
            <a:r>
              <a:rPr lang="en-US" spc="-20"/>
              <a:t>Insert text here</a:t>
            </a:r>
          </a:p>
          <a:p>
            <a:pPr lvl="0">
              <a:lnSpc>
                <a:spcPct val="105000"/>
              </a:lnSpc>
              <a:defRPr/>
            </a:pPr>
            <a:r>
              <a:rPr lang="en-GB" sz="1300" b="1"/>
              <a:t>Use bold formatting </a:t>
            </a:r>
            <a:r>
              <a:rPr lang="en-US" sz="1300"/>
              <a:t>to highlight specific parts of the text.</a:t>
            </a:r>
            <a:endParaRPr lang="en-GB" sz="1400"/>
          </a:p>
        </p:txBody>
      </p:sp>
      <p:sp>
        <p:nvSpPr>
          <p:cNvPr id="64" name="TextBox 18">
            <a:extLst>
              <a:ext uri="{FF2B5EF4-FFF2-40B4-BE49-F238E27FC236}">
                <a16:creationId xmlns:a16="http://schemas.microsoft.com/office/drawing/2014/main" id="{1B4124F0-392B-455F-782E-8D756A3086CE}"/>
              </a:ext>
            </a:extLst>
          </p:cNvPr>
          <p:cNvSpPr txBox="1"/>
          <p:nvPr/>
        </p:nvSpPr>
        <p:spPr>
          <a:xfrm>
            <a:off x="1031955" y="3649991"/>
            <a:ext cx="3123356" cy="720967"/>
          </a:xfrm>
          <a:prstGeom prst="rect">
            <a:avLst/>
          </a:prstGeom>
          <a:noFill/>
        </p:spPr>
        <p:txBody>
          <a:bodyPr wrap="square" lIns="0" tIns="0" rIns="0" bIns="0" rtlCol="0">
            <a:spAutoFit/>
          </a:bodyPr>
          <a:lstStyle/>
          <a:p>
            <a:pPr lvl="0">
              <a:spcBef>
                <a:spcPts val="300"/>
              </a:spcBef>
              <a:spcAft>
                <a:spcPts val="300"/>
              </a:spcAft>
              <a:buClr>
                <a:srgbClr val="A5ACB0"/>
              </a:buClr>
              <a:defRPr/>
            </a:pPr>
            <a:r>
              <a:rPr lang="en-US" spc="-20"/>
              <a:t>Insert text here</a:t>
            </a:r>
          </a:p>
          <a:p>
            <a:pPr lvl="0">
              <a:lnSpc>
                <a:spcPct val="105000"/>
              </a:lnSpc>
              <a:defRPr/>
            </a:pPr>
            <a:r>
              <a:rPr lang="en-GB" sz="1300" b="1"/>
              <a:t>Use bold formatting </a:t>
            </a:r>
            <a:r>
              <a:rPr lang="en-US" sz="1300"/>
              <a:t>to highlight specific parts of the text.</a:t>
            </a:r>
            <a:endParaRPr lang="en-GB" sz="1400"/>
          </a:p>
        </p:txBody>
      </p:sp>
      <p:sp>
        <p:nvSpPr>
          <p:cNvPr id="69" name="TextBox 18">
            <a:extLst>
              <a:ext uri="{FF2B5EF4-FFF2-40B4-BE49-F238E27FC236}">
                <a16:creationId xmlns:a16="http://schemas.microsoft.com/office/drawing/2014/main" id="{9E668AE4-7E31-BE1A-B5F9-FD8482097E66}"/>
              </a:ext>
            </a:extLst>
          </p:cNvPr>
          <p:cNvSpPr txBox="1"/>
          <p:nvPr/>
        </p:nvSpPr>
        <p:spPr>
          <a:xfrm>
            <a:off x="1031955" y="5021591"/>
            <a:ext cx="3123356" cy="720967"/>
          </a:xfrm>
          <a:prstGeom prst="rect">
            <a:avLst/>
          </a:prstGeom>
          <a:noFill/>
        </p:spPr>
        <p:txBody>
          <a:bodyPr wrap="square" lIns="0" tIns="0" rIns="0" bIns="0" rtlCol="0">
            <a:spAutoFit/>
          </a:bodyPr>
          <a:lstStyle/>
          <a:p>
            <a:pPr lvl="0">
              <a:spcBef>
                <a:spcPts val="300"/>
              </a:spcBef>
              <a:spcAft>
                <a:spcPts val="300"/>
              </a:spcAft>
              <a:buClr>
                <a:srgbClr val="A5ACB0"/>
              </a:buClr>
              <a:defRPr/>
            </a:pPr>
            <a:r>
              <a:rPr lang="en-US" spc="-20"/>
              <a:t>Insert text here</a:t>
            </a:r>
          </a:p>
          <a:p>
            <a:pPr lvl="0">
              <a:lnSpc>
                <a:spcPct val="105000"/>
              </a:lnSpc>
              <a:defRPr/>
            </a:pPr>
            <a:r>
              <a:rPr lang="en-GB" sz="1300" b="1"/>
              <a:t>Use bold formatting </a:t>
            </a:r>
            <a:r>
              <a:rPr lang="en-US" sz="1300"/>
              <a:t>to highlight specific parts of the text. </a:t>
            </a:r>
            <a:endParaRPr lang="en-GB" sz="1400"/>
          </a:p>
        </p:txBody>
      </p:sp>
      <p:grpSp>
        <p:nvGrpSpPr>
          <p:cNvPr id="6" name="Group 5">
            <a:extLst>
              <a:ext uri="{FF2B5EF4-FFF2-40B4-BE49-F238E27FC236}">
                <a16:creationId xmlns:a16="http://schemas.microsoft.com/office/drawing/2014/main" id="{57BE9A34-9E69-A3C9-9EB0-D608CAE4EDF0}"/>
              </a:ext>
              <a:ext uri="{C183D7F6-B498-43B3-948B-1728B52AA6E4}">
                <adec:decorative xmlns:adec="http://schemas.microsoft.com/office/drawing/2017/decorative" val="1"/>
              </a:ext>
            </a:extLst>
          </p:cNvPr>
          <p:cNvGrpSpPr/>
          <p:nvPr/>
        </p:nvGrpSpPr>
        <p:grpSpPr>
          <a:xfrm>
            <a:off x="1031955" y="1911315"/>
            <a:ext cx="3123356" cy="294860"/>
            <a:chOff x="1031955" y="1911315"/>
            <a:chExt cx="3123356" cy="294860"/>
          </a:xfrm>
        </p:grpSpPr>
        <p:cxnSp>
          <p:nvCxnSpPr>
            <p:cNvPr id="34" name="Straight Connector 33">
              <a:extLst>
                <a:ext uri="{FF2B5EF4-FFF2-40B4-BE49-F238E27FC236}">
                  <a16:creationId xmlns:a16="http://schemas.microsoft.com/office/drawing/2014/main" id="{81A6BA29-E9DC-F6AD-50DD-CBAC4F96AA73}"/>
                </a:ext>
              </a:extLst>
            </p:cNvPr>
            <p:cNvCxnSpPr>
              <a:cxnSpLocks/>
            </p:cNvCxnSpPr>
            <p:nvPr/>
          </p:nvCxnSpPr>
          <p:spPr bwMode="gray">
            <a:xfrm flipH="1">
              <a:off x="1384235" y="2128135"/>
              <a:ext cx="2771076" cy="0"/>
            </a:xfrm>
            <a:prstGeom prst="line">
              <a:avLst/>
            </a:prstGeom>
            <a:noFill/>
            <a:ln w="14604">
              <a:solidFill>
                <a:srgbClr val="999999"/>
              </a:solidFill>
              <a:round/>
              <a:headEnd/>
              <a:tailEnd/>
            </a:ln>
            <a:effectLst/>
          </p:spPr>
        </p:cxnSp>
        <p:sp>
          <p:nvSpPr>
            <p:cNvPr id="32" name="Freeform 31">
              <a:extLst>
                <a:ext uri="{FF2B5EF4-FFF2-40B4-BE49-F238E27FC236}">
                  <a16:creationId xmlns:a16="http://schemas.microsoft.com/office/drawing/2014/main" id="{304C0770-A219-64A8-5371-C0930DF1155E}"/>
                </a:ext>
              </a:extLst>
            </p:cNvPr>
            <p:cNvSpPr/>
            <p:nvPr/>
          </p:nvSpPr>
          <p:spPr>
            <a:xfrm>
              <a:off x="1031955" y="1911315"/>
              <a:ext cx="294986" cy="294860"/>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solidFill>
              <a:schemeClr val="tx1"/>
            </a:solidFill>
            <a:ln w="7265" cap="flat">
              <a:noFill/>
              <a:prstDash val="solid"/>
              <a:miter/>
            </a:ln>
          </p:spPr>
          <p:txBody>
            <a:bodyPr wrap="square" rtlCol="0" anchor="ctr">
              <a:noAutofit/>
            </a:bodyPr>
            <a:lstStyle/>
            <a:p>
              <a:endParaRPr lang="en-US"/>
            </a:p>
          </p:txBody>
        </p:sp>
      </p:grpSp>
      <p:grpSp>
        <p:nvGrpSpPr>
          <p:cNvPr id="7" name="Group 6">
            <a:extLst>
              <a:ext uri="{FF2B5EF4-FFF2-40B4-BE49-F238E27FC236}">
                <a16:creationId xmlns:a16="http://schemas.microsoft.com/office/drawing/2014/main" id="{94040977-BEF3-DEAD-7949-2000BC79A161}"/>
              </a:ext>
              <a:ext uri="{C183D7F6-B498-43B3-948B-1728B52AA6E4}">
                <adec:decorative xmlns:adec="http://schemas.microsoft.com/office/drawing/2017/decorative" val="1"/>
              </a:ext>
            </a:extLst>
          </p:cNvPr>
          <p:cNvGrpSpPr/>
          <p:nvPr/>
        </p:nvGrpSpPr>
        <p:grpSpPr>
          <a:xfrm>
            <a:off x="1031955" y="3282915"/>
            <a:ext cx="3123356" cy="294860"/>
            <a:chOff x="1031955" y="3282915"/>
            <a:chExt cx="3123356" cy="294860"/>
          </a:xfrm>
        </p:grpSpPr>
        <p:cxnSp>
          <p:nvCxnSpPr>
            <p:cNvPr id="65" name="Straight Connector 64">
              <a:extLst>
                <a:ext uri="{FF2B5EF4-FFF2-40B4-BE49-F238E27FC236}">
                  <a16:creationId xmlns:a16="http://schemas.microsoft.com/office/drawing/2014/main" id="{ED76C0FF-D001-443F-A936-489BCFE200C0}"/>
                </a:ext>
              </a:extLst>
            </p:cNvPr>
            <p:cNvCxnSpPr>
              <a:cxnSpLocks/>
            </p:cNvCxnSpPr>
            <p:nvPr/>
          </p:nvCxnSpPr>
          <p:spPr bwMode="gray">
            <a:xfrm flipH="1">
              <a:off x="1384235" y="3499735"/>
              <a:ext cx="2771076" cy="0"/>
            </a:xfrm>
            <a:prstGeom prst="line">
              <a:avLst/>
            </a:prstGeom>
            <a:noFill/>
            <a:ln w="14604">
              <a:solidFill>
                <a:srgbClr val="999999"/>
              </a:solidFill>
              <a:round/>
              <a:headEnd/>
              <a:tailEnd/>
            </a:ln>
            <a:effectLst/>
          </p:spPr>
        </p:cxnSp>
        <p:sp>
          <p:nvSpPr>
            <p:cNvPr id="63" name="Freeform 62">
              <a:extLst>
                <a:ext uri="{FF2B5EF4-FFF2-40B4-BE49-F238E27FC236}">
                  <a16:creationId xmlns:a16="http://schemas.microsoft.com/office/drawing/2014/main" id="{F32A66E8-B5E8-D6FA-954B-E3B0D546003E}"/>
                </a:ext>
              </a:extLst>
            </p:cNvPr>
            <p:cNvSpPr/>
            <p:nvPr/>
          </p:nvSpPr>
          <p:spPr>
            <a:xfrm>
              <a:off x="1031955" y="3282915"/>
              <a:ext cx="294986" cy="294860"/>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solidFill>
              <a:schemeClr val="tx1"/>
            </a:solidFill>
            <a:ln w="7265" cap="flat">
              <a:noFill/>
              <a:prstDash val="solid"/>
              <a:miter/>
            </a:ln>
          </p:spPr>
          <p:txBody>
            <a:bodyPr wrap="square" rtlCol="0" anchor="ctr">
              <a:noAutofit/>
            </a:bodyPr>
            <a:lstStyle/>
            <a:p>
              <a:endParaRPr lang="en-US"/>
            </a:p>
          </p:txBody>
        </p:sp>
      </p:grpSp>
      <p:grpSp>
        <p:nvGrpSpPr>
          <p:cNvPr id="8" name="Group 7">
            <a:extLst>
              <a:ext uri="{FF2B5EF4-FFF2-40B4-BE49-F238E27FC236}">
                <a16:creationId xmlns:a16="http://schemas.microsoft.com/office/drawing/2014/main" id="{29BEA14A-36FA-176E-A46D-681924388B54}"/>
              </a:ext>
              <a:ext uri="{C183D7F6-B498-43B3-948B-1728B52AA6E4}">
                <adec:decorative xmlns:adec="http://schemas.microsoft.com/office/drawing/2017/decorative" val="1"/>
              </a:ext>
            </a:extLst>
          </p:cNvPr>
          <p:cNvGrpSpPr/>
          <p:nvPr/>
        </p:nvGrpSpPr>
        <p:grpSpPr>
          <a:xfrm>
            <a:off x="1031955" y="4654515"/>
            <a:ext cx="3123356" cy="294860"/>
            <a:chOff x="1031955" y="4654515"/>
            <a:chExt cx="3123356" cy="294860"/>
          </a:xfrm>
        </p:grpSpPr>
        <p:cxnSp>
          <p:nvCxnSpPr>
            <p:cNvPr id="70" name="Straight Connector 69">
              <a:extLst>
                <a:ext uri="{FF2B5EF4-FFF2-40B4-BE49-F238E27FC236}">
                  <a16:creationId xmlns:a16="http://schemas.microsoft.com/office/drawing/2014/main" id="{15D01B7D-21F4-BF7D-18D9-F04499A9BF08}"/>
                </a:ext>
              </a:extLst>
            </p:cNvPr>
            <p:cNvCxnSpPr>
              <a:cxnSpLocks/>
            </p:cNvCxnSpPr>
            <p:nvPr/>
          </p:nvCxnSpPr>
          <p:spPr bwMode="gray">
            <a:xfrm flipH="1">
              <a:off x="1384235" y="4871335"/>
              <a:ext cx="2771076" cy="0"/>
            </a:xfrm>
            <a:prstGeom prst="line">
              <a:avLst/>
            </a:prstGeom>
            <a:noFill/>
            <a:ln w="14604">
              <a:solidFill>
                <a:srgbClr val="999999"/>
              </a:solidFill>
              <a:round/>
              <a:headEnd/>
              <a:tailEnd/>
            </a:ln>
            <a:effectLst/>
          </p:spPr>
        </p:cxnSp>
        <p:sp>
          <p:nvSpPr>
            <p:cNvPr id="68" name="Freeform 67">
              <a:extLst>
                <a:ext uri="{FF2B5EF4-FFF2-40B4-BE49-F238E27FC236}">
                  <a16:creationId xmlns:a16="http://schemas.microsoft.com/office/drawing/2014/main" id="{103FE8F7-D7C4-F744-D12F-ED2EF8DF0932}"/>
                </a:ext>
              </a:extLst>
            </p:cNvPr>
            <p:cNvSpPr/>
            <p:nvPr/>
          </p:nvSpPr>
          <p:spPr>
            <a:xfrm>
              <a:off x="1031955" y="4654515"/>
              <a:ext cx="294986" cy="294860"/>
            </a:xfrm>
            <a:custGeom>
              <a:avLst/>
              <a:gdLst>
                <a:gd name="connsiteX0" fmla="*/ 321098 w 453568"/>
                <a:gd name="connsiteY0" fmla="*/ 136019 h 453376"/>
                <a:gd name="connsiteX1" fmla="*/ 333518 w 453568"/>
                <a:gd name="connsiteY1" fmla="*/ 138908 h 453376"/>
                <a:gd name="connsiteX2" fmla="*/ 337314 w 453568"/>
                <a:gd name="connsiteY2" fmla="*/ 162130 h 453376"/>
                <a:gd name="connsiteX3" fmla="*/ 228416 w 453568"/>
                <a:gd name="connsiteY3" fmla="*/ 313575 h 453376"/>
                <a:gd name="connsiteX4" fmla="*/ 205142 w 453568"/>
                <a:gd name="connsiteY4" fmla="*/ 317379 h 453376"/>
                <a:gd name="connsiteX5" fmla="*/ 114457 w 453568"/>
                <a:gd name="connsiteY5" fmla="*/ 252149 h 453376"/>
                <a:gd name="connsiteX6" fmla="*/ 110662 w 453568"/>
                <a:gd name="connsiteY6" fmla="*/ 228930 h 453376"/>
                <a:gd name="connsiteX7" fmla="*/ 133936 w 453568"/>
                <a:gd name="connsiteY7" fmla="*/ 225126 h 453376"/>
                <a:gd name="connsiteX8" fmla="*/ 211089 w 453568"/>
                <a:gd name="connsiteY8" fmla="*/ 280676 h 453376"/>
                <a:gd name="connsiteX9" fmla="*/ 310244 w 453568"/>
                <a:gd name="connsiteY9" fmla="*/ 142712 h 453376"/>
                <a:gd name="connsiteX10" fmla="*/ 321098 w 453568"/>
                <a:gd name="connsiteY10" fmla="*/ 136019 h 453376"/>
                <a:gd name="connsiteX11" fmla="*/ 226782 w 453568"/>
                <a:gd name="connsiteY11" fmla="*/ 33263 h 453376"/>
                <a:gd name="connsiteX12" fmla="*/ 33460 w 453568"/>
                <a:gd name="connsiteY12" fmla="*/ 226699 h 453376"/>
                <a:gd name="connsiteX13" fmla="*/ 226782 w 453568"/>
                <a:gd name="connsiteY13" fmla="*/ 420113 h 453376"/>
                <a:gd name="connsiteX14" fmla="*/ 420112 w 453568"/>
                <a:gd name="connsiteY14" fmla="*/ 226699 h 453376"/>
                <a:gd name="connsiteX15" fmla="*/ 226782 w 453568"/>
                <a:gd name="connsiteY15" fmla="*/ 33263 h 453376"/>
                <a:gd name="connsiteX16" fmla="*/ 226782 w 453568"/>
                <a:gd name="connsiteY16" fmla="*/ 0 h 453376"/>
                <a:gd name="connsiteX17" fmla="*/ 453568 w 453568"/>
                <a:gd name="connsiteY17" fmla="*/ 226699 h 453376"/>
                <a:gd name="connsiteX18" fmla="*/ 226782 w 453568"/>
                <a:gd name="connsiteY18" fmla="*/ 453376 h 453376"/>
                <a:gd name="connsiteX19" fmla="*/ 0 w 453568"/>
                <a:gd name="connsiteY19" fmla="*/ 226699 h 453376"/>
                <a:gd name="connsiteX20" fmla="*/ 0 w 453568"/>
                <a:gd name="connsiteY20" fmla="*/ 226673 h 453376"/>
                <a:gd name="connsiteX21" fmla="*/ 226782 w 453568"/>
                <a:gd name="connsiteY21" fmla="*/ 0 h 45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3568" h="453376">
                  <a:moveTo>
                    <a:pt x="321098" y="136019"/>
                  </a:moveTo>
                  <a:cubicBezTo>
                    <a:pt x="325293" y="135333"/>
                    <a:pt x="329749" y="136245"/>
                    <a:pt x="333518" y="138908"/>
                  </a:cubicBezTo>
                  <a:cubicBezTo>
                    <a:pt x="341062" y="144260"/>
                    <a:pt x="342760" y="154651"/>
                    <a:pt x="337314" y="162130"/>
                  </a:cubicBezTo>
                  <a:lnTo>
                    <a:pt x="228416" y="313575"/>
                  </a:lnTo>
                  <a:cubicBezTo>
                    <a:pt x="222969" y="321054"/>
                    <a:pt x="212686" y="322735"/>
                    <a:pt x="205142" y="317379"/>
                  </a:cubicBezTo>
                  <a:lnTo>
                    <a:pt x="114457" y="252149"/>
                  </a:lnTo>
                  <a:cubicBezTo>
                    <a:pt x="106913" y="246796"/>
                    <a:pt x="105215" y="236405"/>
                    <a:pt x="110662" y="228930"/>
                  </a:cubicBezTo>
                  <a:cubicBezTo>
                    <a:pt x="116109" y="221455"/>
                    <a:pt x="126393" y="219774"/>
                    <a:pt x="133936" y="225126"/>
                  </a:cubicBezTo>
                  <a:lnTo>
                    <a:pt x="211089" y="280676"/>
                  </a:lnTo>
                  <a:lnTo>
                    <a:pt x="310244" y="142712"/>
                  </a:lnTo>
                  <a:cubicBezTo>
                    <a:pt x="312970" y="138987"/>
                    <a:pt x="316904" y="136705"/>
                    <a:pt x="321098" y="136019"/>
                  </a:cubicBezTo>
                  <a:close/>
                  <a:moveTo>
                    <a:pt x="226782" y="33263"/>
                  </a:moveTo>
                  <a:cubicBezTo>
                    <a:pt x="120109" y="33373"/>
                    <a:pt x="33460" y="119916"/>
                    <a:pt x="33460" y="226699"/>
                  </a:cubicBezTo>
                  <a:cubicBezTo>
                    <a:pt x="33460" y="333512"/>
                    <a:pt x="120109" y="420113"/>
                    <a:pt x="226782" y="420113"/>
                  </a:cubicBezTo>
                  <a:cubicBezTo>
                    <a:pt x="333731" y="420113"/>
                    <a:pt x="420112" y="333512"/>
                    <a:pt x="420112" y="226699"/>
                  </a:cubicBezTo>
                  <a:cubicBezTo>
                    <a:pt x="420112" y="119863"/>
                    <a:pt x="333731" y="33263"/>
                    <a:pt x="226782" y="33263"/>
                  </a:cubicBezTo>
                  <a:close/>
                  <a:moveTo>
                    <a:pt x="226782" y="0"/>
                  </a:moveTo>
                  <a:cubicBezTo>
                    <a:pt x="352106" y="0"/>
                    <a:pt x="453568" y="101492"/>
                    <a:pt x="453568" y="226699"/>
                  </a:cubicBezTo>
                  <a:cubicBezTo>
                    <a:pt x="453568" y="351884"/>
                    <a:pt x="352106" y="453376"/>
                    <a:pt x="226782" y="453376"/>
                  </a:cubicBezTo>
                  <a:cubicBezTo>
                    <a:pt x="101741" y="453236"/>
                    <a:pt x="276" y="351827"/>
                    <a:pt x="0" y="226699"/>
                  </a:cubicBezTo>
                  <a:cubicBezTo>
                    <a:pt x="0" y="226699"/>
                    <a:pt x="0" y="226699"/>
                    <a:pt x="0" y="226673"/>
                  </a:cubicBezTo>
                  <a:cubicBezTo>
                    <a:pt x="276" y="101492"/>
                    <a:pt x="101741" y="0"/>
                    <a:pt x="226782" y="0"/>
                  </a:cubicBezTo>
                  <a:close/>
                </a:path>
              </a:pathLst>
            </a:custGeom>
            <a:solidFill>
              <a:schemeClr val="tx1"/>
            </a:solidFill>
            <a:ln w="7265" cap="flat">
              <a:noFill/>
              <a:prstDash val="solid"/>
              <a:miter/>
            </a:ln>
          </p:spPr>
          <p:txBody>
            <a:bodyPr wrap="square" rtlCol="0" anchor="ctr">
              <a:noAutofit/>
            </a:bodyPr>
            <a:lstStyle/>
            <a:p>
              <a:endParaRPr lang="en-US"/>
            </a:p>
          </p:txBody>
        </p:sp>
      </p:grpSp>
      <p:graphicFrame>
        <p:nvGraphicFramePr>
          <p:cNvPr id="3" name="Chart 2" descr="Donut chart example and template. Example placeholder information shows the Chart Title location, indicating the total percentages in a donut view for the following items:&#10;- A. Item 1&#10;- B. Item 2&#10;- C. Item 3&#10;- D. Item 4&#10;- E. Item 5&#10;- F. Item 6&#10;- G. Item 7&#10;- H. Item 8&#10;- I. Item 9&#10;- J. Item 10&#10;- K. Item 11&#10;- L. Item 12&#10;- M. Item 13&#10;- N. Item 14">
            <a:extLst>
              <a:ext uri="{FF2B5EF4-FFF2-40B4-BE49-F238E27FC236}">
                <a16:creationId xmlns:a16="http://schemas.microsoft.com/office/drawing/2014/main" id="{3C6777DF-4C1D-F72F-3927-5BDC00AB0220}"/>
              </a:ext>
            </a:extLst>
          </p:cNvPr>
          <p:cNvGraphicFramePr>
            <a:graphicFrameLocks noChangeAspect="1"/>
          </p:cNvGraphicFramePr>
          <p:nvPr>
            <p:extLst>
              <p:ext uri="{D42A27DB-BD31-4B8C-83A1-F6EECF244321}">
                <p14:modId xmlns:p14="http://schemas.microsoft.com/office/powerpoint/2010/main" val="2015697301"/>
              </p:ext>
            </p:extLst>
          </p:nvPr>
        </p:nvGraphicFramePr>
        <p:xfrm>
          <a:off x="4841955" y="1528387"/>
          <a:ext cx="6622227" cy="4568825"/>
        </p:xfrm>
        <a:graphic>
          <a:graphicData uri="http://schemas.openxmlformats.org/drawingml/2006/chart">
            <c:chart xmlns:c="http://schemas.openxmlformats.org/drawingml/2006/chart" xmlns:r="http://schemas.openxmlformats.org/officeDocument/2006/relationships" r:id="rId3"/>
          </a:graphicData>
        </a:graphic>
      </p:graphicFrame>
      <p:sp>
        <p:nvSpPr>
          <p:cNvPr id="4" name="Brand tip">
            <a:extLst>
              <a:ext uri="{FF2B5EF4-FFF2-40B4-BE49-F238E27FC236}">
                <a16:creationId xmlns:a16="http://schemas.microsoft.com/office/drawing/2014/main" id="{8AF01F83-4955-0160-0656-86EEBA9474A1}"/>
              </a:ext>
              <a:ext uri="{C183D7F6-B498-43B3-948B-1728B52AA6E4}">
                <adec:decorative xmlns:adec="http://schemas.microsoft.com/office/drawing/2017/decorative" val="0"/>
              </a:ext>
            </a:extLst>
          </p:cNvPr>
          <p:cNvSpPr txBox="1"/>
          <p:nvPr/>
        </p:nvSpPr>
        <p:spPr bwMode="auto">
          <a:xfrm>
            <a:off x="12399902" y="0"/>
            <a:ext cx="2190741" cy="3539430"/>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r>
              <a:rPr lang="en-US" sz="1200" b="1">
                <a:cs typeface="Arial" pitchFamily="34" charset="0"/>
              </a:rPr>
              <a:t>To update this chart with your data:</a:t>
            </a:r>
            <a:br>
              <a:rPr lang="en-US" sz="1200" b="1">
                <a:cs typeface="Arial" pitchFamily="34" charset="0"/>
              </a:rPr>
            </a:br>
            <a:endParaRPr lang="en-US" sz="1200" b="1">
              <a:cs typeface="Arial" pitchFamily="34" charset="0"/>
            </a:endParaRPr>
          </a:p>
          <a:p>
            <a:pPr marL="234950" indent="-234950">
              <a:buFont typeface="+mj-lt"/>
              <a:buAutoNum type="arabicPeriod"/>
            </a:pPr>
            <a:r>
              <a:rPr lang="en-US" sz="1200">
                <a:cs typeface="Arial" pitchFamily="34" charset="0"/>
              </a:rPr>
              <a:t>Right click on the chart</a:t>
            </a:r>
          </a:p>
          <a:p>
            <a:pPr marL="234950" indent="-234950">
              <a:buFont typeface="+mj-lt"/>
              <a:buAutoNum type="arabicPeriod"/>
            </a:pPr>
            <a:r>
              <a:rPr lang="en-US" sz="1200">
                <a:cs typeface="Arial" pitchFamily="34" charset="0"/>
              </a:rPr>
              <a:t>Click </a:t>
            </a:r>
            <a:r>
              <a:rPr lang="en-US" sz="1200" b="1">
                <a:cs typeface="Arial" pitchFamily="34" charset="0"/>
              </a:rPr>
              <a:t>Edit Data </a:t>
            </a:r>
            <a:r>
              <a:rPr lang="en-US" sz="1200">
                <a:cs typeface="Arial" pitchFamily="34" charset="0"/>
              </a:rPr>
              <a:t>then select</a:t>
            </a:r>
          </a:p>
          <a:p>
            <a:pPr marL="404813" lvl="1" indent="-171450">
              <a:buFont typeface="Arial" panose="020B0604020202020204" pitchFamily="34" charset="0"/>
              <a:buChar char="•"/>
            </a:pPr>
            <a:r>
              <a:rPr lang="en-US" sz="1100" b="1">
                <a:cs typeface="Arial" pitchFamily="34" charset="0"/>
              </a:rPr>
              <a:t>Edit Data </a:t>
            </a:r>
            <a:r>
              <a:rPr lang="en-US" sz="1100">
                <a:cs typeface="Arial" pitchFamily="34" charset="0"/>
              </a:rPr>
              <a:t>to edit data in PowerPoint or</a:t>
            </a:r>
          </a:p>
          <a:p>
            <a:pPr marL="404813" lvl="1" indent="-171450">
              <a:buFont typeface="Arial" panose="020B0604020202020204" pitchFamily="34" charset="0"/>
              <a:buChar char="•"/>
            </a:pPr>
            <a:r>
              <a:rPr lang="en-US" sz="1100" b="1">
                <a:cs typeface="Arial" pitchFamily="34" charset="0"/>
              </a:rPr>
              <a:t>Edit Data in Excel </a:t>
            </a:r>
            <a:r>
              <a:rPr lang="en-US" sz="1100">
                <a:cs typeface="Arial" pitchFamily="34" charset="0"/>
              </a:rPr>
              <a:t>to edit data directly in Excel</a:t>
            </a:r>
            <a:endParaRPr lang="en-US" sz="1100" b="1">
              <a:cs typeface="Arial" pitchFamily="34" charset="0"/>
            </a:endParaRPr>
          </a:p>
          <a:p>
            <a:pPr marL="234950" indent="-234950">
              <a:spcAft>
                <a:spcPts val="600"/>
              </a:spcAft>
              <a:buFont typeface="+mj-lt"/>
              <a:buAutoNum type="arabicPeriod"/>
            </a:pPr>
            <a:r>
              <a:rPr lang="en-US" sz="1200">
                <a:cs typeface="Arial" pitchFamily="34" charset="0"/>
              </a:rPr>
              <a:t>Update with your data. Changes will be reflected in the chart.</a:t>
            </a:r>
          </a:p>
          <a:p>
            <a:pPr>
              <a:spcAft>
                <a:spcPts val="600"/>
              </a:spcAft>
            </a:pPr>
            <a:r>
              <a:rPr lang="en-US" sz="1200"/>
              <a:t>For more graphic examples, download the </a:t>
            </a:r>
            <a:r>
              <a:rPr lang="en-US" sz="1200">
                <a:hlinkClick r:id="rId4"/>
              </a:rPr>
              <a:t>PPT Timesaver </a:t>
            </a:r>
            <a:r>
              <a:rPr lang="en-US" sz="1200"/>
              <a:t>and view the </a:t>
            </a:r>
            <a:r>
              <a:rPr lang="en-US" sz="1200">
                <a:hlinkClick r:id="rId5"/>
              </a:rPr>
              <a:t>Charts &amp; diagrams</a:t>
            </a:r>
            <a:r>
              <a:rPr lang="en-US" sz="1200"/>
              <a:t> page. </a:t>
            </a:r>
            <a:endParaRPr lang="en-US" sz="1200" b="1" cap="all">
              <a:solidFill>
                <a:schemeClr val="accent4"/>
              </a:solidFill>
            </a:endParaRPr>
          </a:p>
        </p:txBody>
      </p:sp>
    </p:spTree>
    <p:extLst>
      <p:ext uri="{BB962C8B-B14F-4D97-AF65-F5344CB8AC3E}">
        <p14:creationId xmlns:p14="http://schemas.microsoft.com/office/powerpoint/2010/main" val="163990513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C697-0821-1423-236B-9DA0F83A779B}"/>
              </a:ext>
            </a:extLst>
          </p:cNvPr>
          <p:cNvSpPr>
            <a:spLocks noGrp="1"/>
          </p:cNvSpPr>
          <p:nvPr>
            <p:ph type="title"/>
          </p:nvPr>
        </p:nvSpPr>
        <p:spPr>
          <a:xfrm>
            <a:off x="766763" y="682514"/>
            <a:ext cx="10658475" cy="532765"/>
          </a:xfrm>
        </p:spPr>
        <p:txBody>
          <a:bodyPr/>
          <a:lstStyle/>
          <a:p>
            <a:r>
              <a:rPr lang="en-US" noProof="0"/>
              <a:t>Title only slide (stacked columns chart example)</a:t>
            </a:r>
            <a:endParaRPr lang="en-CA"/>
          </a:p>
        </p:txBody>
      </p:sp>
      <p:graphicFrame>
        <p:nvGraphicFramePr>
          <p:cNvPr id="6" name="Graphic 13" descr="Stacked columns example and template. Example placeholder information shows the Chart Title location and indicates the following items in stacked column view:&#10;- A. Item 1&#10;- B. Item 2&#10;- C. Item 3&#10;- D. Item 4&#10;- E. Item 5&#10;- F. Item 6">
            <a:extLst>
              <a:ext uri="{FF2B5EF4-FFF2-40B4-BE49-F238E27FC236}">
                <a16:creationId xmlns:a16="http://schemas.microsoft.com/office/drawing/2014/main" id="{4B38856E-4909-11CB-3D3D-B31158405827}"/>
              </a:ext>
            </a:extLst>
          </p:cNvPr>
          <p:cNvGraphicFramePr/>
          <p:nvPr>
            <p:extLst>
              <p:ext uri="{D42A27DB-BD31-4B8C-83A1-F6EECF244321}">
                <p14:modId xmlns:p14="http://schemas.microsoft.com/office/powerpoint/2010/main" val="993665176"/>
              </p:ext>
            </p:extLst>
          </p:nvPr>
        </p:nvGraphicFramePr>
        <p:xfrm>
          <a:off x="766249" y="1524000"/>
          <a:ext cx="10659501" cy="4568825"/>
        </p:xfrm>
        <a:graphic>
          <a:graphicData uri="http://schemas.openxmlformats.org/drawingml/2006/chart">
            <c:chart xmlns:c="http://schemas.openxmlformats.org/drawingml/2006/chart" xmlns:r="http://schemas.openxmlformats.org/officeDocument/2006/relationships" r:id="rId3"/>
          </a:graphicData>
        </a:graphic>
      </p:graphicFrame>
      <p:sp>
        <p:nvSpPr>
          <p:cNvPr id="5" name="Brand tip">
            <a:extLst>
              <a:ext uri="{FF2B5EF4-FFF2-40B4-BE49-F238E27FC236}">
                <a16:creationId xmlns:a16="http://schemas.microsoft.com/office/drawing/2014/main" id="{ECE24B1D-0848-BDD8-309D-70D6E9C974E8}"/>
              </a:ext>
              <a:ext uri="{C183D7F6-B498-43B3-948B-1728B52AA6E4}">
                <adec:decorative xmlns:adec="http://schemas.microsoft.com/office/drawing/2017/decorative" val="0"/>
              </a:ext>
            </a:extLst>
          </p:cNvPr>
          <p:cNvSpPr txBox="1"/>
          <p:nvPr/>
        </p:nvSpPr>
        <p:spPr bwMode="auto">
          <a:xfrm>
            <a:off x="12399902" y="0"/>
            <a:ext cx="2190741" cy="3539430"/>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r>
              <a:rPr lang="en-US" sz="1200" b="1">
                <a:cs typeface="Arial" pitchFamily="34" charset="0"/>
              </a:rPr>
              <a:t>To update this chart with your data:</a:t>
            </a:r>
            <a:br>
              <a:rPr lang="en-US" sz="1200" b="1">
                <a:cs typeface="Arial" pitchFamily="34" charset="0"/>
              </a:rPr>
            </a:br>
            <a:endParaRPr lang="en-US" sz="1200" b="1">
              <a:cs typeface="Arial" pitchFamily="34" charset="0"/>
            </a:endParaRPr>
          </a:p>
          <a:p>
            <a:pPr marL="234950" indent="-234950">
              <a:buFont typeface="+mj-lt"/>
              <a:buAutoNum type="arabicPeriod"/>
            </a:pPr>
            <a:r>
              <a:rPr lang="en-US" sz="1200">
                <a:cs typeface="Arial" pitchFamily="34" charset="0"/>
              </a:rPr>
              <a:t>Right click on the chart</a:t>
            </a:r>
          </a:p>
          <a:p>
            <a:pPr marL="234950" indent="-234950">
              <a:buFont typeface="+mj-lt"/>
              <a:buAutoNum type="arabicPeriod"/>
            </a:pPr>
            <a:r>
              <a:rPr lang="en-US" sz="1200">
                <a:cs typeface="Arial" pitchFamily="34" charset="0"/>
              </a:rPr>
              <a:t>Click </a:t>
            </a:r>
            <a:r>
              <a:rPr lang="en-US" sz="1200" b="1">
                <a:cs typeface="Arial" pitchFamily="34" charset="0"/>
              </a:rPr>
              <a:t>Edit Data </a:t>
            </a:r>
            <a:r>
              <a:rPr lang="en-US" sz="1200">
                <a:cs typeface="Arial" pitchFamily="34" charset="0"/>
              </a:rPr>
              <a:t>then select</a:t>
            </a:r>
          </a:p>
          <a:p>
            <a:pPr marL="404813" lvl="1" indent="-171450">
              <a:buFont typeface="Arial" panose="020B0604020202020204" pitchFamily="34" charset="0"/>
              <a:buChar char="•"/>
            </a:pPr>
            <a:r>
              <a:rPr lang="en-US" sz="1100" b="1">
                <a:cs typeface="Arial" pitchFamily="34" charset="0"/>
              </a:rPr>
              <a:t>Edit Data </a:t>
            </a:r>
            <a:r>
              <a:rPr lang="en-US" sz="1100">
                <a:cs typeface="Arial" pitchFamily="34" charset="0"/>
              </a:rPr>
              <a:t>to edit data in PowerPoint or</a:t>
            </a:r>
          </a:p>
          <a:p>
            <a:pPr marL="404813" lvl="1" indent="-171450">
              <a:buFont typeface="Arial" panose="020B0604020202020204" pitchFamily="34" charset="0"/>
              <a:buChar char="•"/>
            </a:pPr>
            <a:r>
              <a:rPr lang="en-US" sz="1100" b="1">
                <a:cs typeface="Arial" pitchFamily="34" charset="0"/>
              </a:rPr>
              <a:t>Edit Data in Excel </a:t>
            </a:r>
            <a:r>
              <a:rPr lang="en-US" sz="1100">
                <a:cs typeface="Arial" pitchFamily="34" charset="0"/>
              </a:rPr>
              <a:t>to edit data directly in Excel</a:t>
            </a:r>
            <a:endParaRPr lang="en-US" sz="1100" b="1">
              <a:cs typeface="Arial" pitchFamily="34" charset="0"/>
            </a:endParaRPr>
          </a:p>
          <a:p>
            <a:pPr marL="234950" indent="-234950">
              <a:spcAft>
                <a:spcPts val="600"/>
              </a:spcAft>
              <a:buFont typeface="+mj-lt"/>
              <a:buAutoNum type="arabicPeriod"/>
            </a:pPr>
            <a:r>
              <a:rPr lang="en-US" sz="1200">
                <a:cs typeface="Arial" pitchFamily="34" charset="0"/>
              </a:rPr>
              <a:t>Update with your data. Changes will be reflected in the chart.</a:t>
            </a:r>
          </a:p>
          <a:p>
            <a:pPr>
              <a:spcAft>
                <a:spcPts val="600"/>
              </a:spcAft>
            </a:pPr>
            <a:r>
              <a:rPr lang="en-US" sz="1200"/>
              <a:t>For more graphic examples, download the </a:t>
            </a:r>
            <a:r>
              <a:rPr lang="en-US" sz="1200">
                <a:hlinkClick r:id="rId4"/>
              </a:rPr>
              <a:t>PPT Timesaver </a:t>
            </a:r>
            <a:r>
              <a:rPr lang="en-US" sz="1200"/>
              <a:t>and view the </a:t>
            </a:r>
            <a:r>
              <a:rPr lang="en-US" sz="1200">
                <a:hlinkClick r:id="rId5"/>
              </a:rPr>
              <a:t>Charts &amp; diagrams</a:t>
            </a:r>
            <a:r>
              <a:rPr lang="en-US" sz="1200"/>
              <a:t> page. </a:t>
            </a:r>
            <a:endParaRPr lang="en-US" sz="1200" b="1" cap="all">
              <a:solidFill>
                <a:schemeClr val="accent4"/>
              </a:solidFill>
            </a:endParaRPr>
          </a:p>
        </p:txBody>
      </p:sp>
    </p:spTree>
    <p:extLst>
      <p:ext uri="{BB962C8B-B14F-4D97-AF65-F5344CB8AC3E}">
        <p14:creationId xmlns:p14="http://schemas.microsoft.com/office/powerpoint/2010/main" val="191022015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6B19F-12A8-F50C-CB99-9303F8B7445D}"/>
              </a:ext>
            </a:extLst>
          </p:cNvPr>
          <p:cNvSpPr>
            <a:spLocks noGrp="1"/>
          </p:cNvSpPr>
          <p:nvPr>
            <p:ph type="title"/>
          </p:nvPr>
        </p:nvSpPr>
        <p:spPr>
          <a:xfrm>
            <a:off x="766763" y="682514"/>
            <a:ext cx="10658475" cy="532765"/>
          </a:xfrm>
        </p:spPr>
        <p:txBody>
          <a:bodyPr/>
          <a:lstStyle/>
          <a:p>
            <a:r>
              <a:rPr lang="en-US" noProof="0"/>
              <a:t>Title only slide (c</a:t>
            </a:r>
            <a:r>
              <a:rPr lang="en-US"/>
              <a:t>lustered column chart + text example)</a:t>
            </a:r>
          </a:p>
        </p:txBody>
      </p:sp>
      <p:sp>
        <p:nvSpPr>
          <p:cNvPr id="3" name="Content Placeholder 2">
            <a:extLst>
              <a:ext uri="{FF2B5EF4-FFF2-40B4-BE49-F238E27FC236}">
                <a16:creationId xmlns:a16="http://schemas.microsoft.com/office/drawing/2014/main" id="{9EDBB9CD-AEFE-9D26-0801-CBB751AFF0FC}"/>
              </a:ext>
            </a:extLst>
          </p:cNvPr>
          <p:cNvSpPr txBox="1">
            <a:spLocks/>
          </p:cNvSpPr>
          <p:nvPr/>
        </p:nvSpPr>
        <p:spPr>
          <a:xfrm>
            <a:off x="766764" y="1524000"/>
            <a:ext cx="3043236" cy="1783481"/>
          </a:xfrm>
          <a:prstGeom prst="rect">
            <a:avLst/>
          </a:prstGeom>
        </p:spPr>
        <p:txBody>
          <a:bodyPr lIns="0" tIns="0" rIns="0" bIns="0"/>
          <a:lstStyle>
            <a:lvl1pPr marL="0" indent="0" algn="l" defTabSz="914400" rtl="0" eaLnBrk="1" latinLnBrk="0" hangingPunct="1">
              <a:spcBef>
                <a:spcPct val="20000"/>
              </a:spcBef>
              <a:buFont typeface="Arial" panose="020B0604020202020204" pitchFamily="34" charset="0"/>
              <a:buNone/>
              <a:defRPr sz="3200" kern="1200">
                <a:solidFill>
                  <a:schemeClr val="tx1"/>
                </a:solidFill>
                <a:latin typeface="+mn-lt"/>
                <a:ea typeface="+mn-ea"/>
                <a:cs typeface="+mn-cs"/>
              </a:defRPr>
            </a:lvl1pPr>
            <a:lvl2pPr marL="800100" indent="-514350" algn="l" defTabSz="914400" rtl="0" eaLnBrk="1" latinLnBrk="0" hangingPunct="1">
              <a:spcBef>
                <a:spcPct val="20000"/>
              </a:spcBef>
              <a:buFont typeface="Arial" panose="020B0604020202020204" pitchFamily="34" charset="0"/>
              <a:buChar char="•"/>
              <a:defRPr sz="400" kern="1200">
                <a:solidFill>
                  <a:schemeClr val="tx1"/>
                </a:solidFill>
                <a:latin typeface="+mn-lt"/>
                <a:ea typeface="+mn-ea"/>
                <a:cs typeface="+mn-cs"/>
              </a:defRPr>
            </a:lvl2pPr>
            <a:lvl3pPr marL="457200" indent="-342900" algn="l" defTabSz="914400" rtl="0" eaLnBrk="1" latinLnBrk="0" hangingPunct="1">
              <a:spcBef>
                <a:spcPct val="20000"/>
              </a:spcBef>
              <a:buFont typeface="Arial" pitchFamily="34" charset="0"/>
              <a:buChar char="•"/>
              <a:tabLst>
                <a:tab pos="457200" algn="l"/>
              </a:tabLst>
              <a:defRPr sz="5900" kern="1200">
                <a:solidFill>
                  <a:schemeClr val="tx1"/>
                </a:solidFill>
                <a:latin typeface="+mn-lt"/>
                <a:ea typeface="+mn-ea"/>
                <a:cs typeface="+mn-cs"/>
              </a:defRPr>
            </a:lvl3pPr>
            <a:lvl4pPr marL="1085850" indent="-514350" algn="l" defTabSz="914400" rtl="0" eaLnBrk="1" latinLnBrk="0" hangingPunct="1">
              <a:spcBef>
                <a:spcPct val="20000"/>
              </a:spcBef>
              <a:buFont typeface="Arial" pitchFamily="34" charset="0"/>
              <a:buChar char="–"/>
              <a:defRPr sz="100" kern="1200">
                <a:solidFill>
                  <a:schemeClr val="tx1"/>
                </a:solidFill>
                <a:latin typeface="+mn-lt"/>
                <a:ea typeface="+mn-ea"/>
                <a:cs typeface="+mn-cs"/>
              </a:defRPr>
            </a:lvl4pPr>
            <a:lvl5pPr marL="803275"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sz="2400"/>
              <a:t>Insert text here </a:t>
            </a:r>
          </a:p>
          <a:p>
            <a:r>
              <a:rPr lang="en-US" sz="1400" b="1"/>
              <a:t>Use bold formatting </a:t>
            </a:r>
            <a:r>
              <a:rPr lang="en-US" sz="1400"/>
              <a:t>to highlight specific parts of the text. Insert text here. </a:t>
            </a:r>
            <a:r>
              <a:rPr lang="en-US" sz="1400" b="1"/>
              <a:t>Use bold formatting </a:t>
            </a:r>
            <a:r>
              <a:rPr lang="en-US" sz="1400"/>
              <a:t>to highlight specific parts of the text. Insert text here. </a:t>
            </a:r>
            <a:r>
              <a:rPr lang="en-US" sz="1400" b="1"/>
              <a:t>Use bold formatting </a:t>
            </a:r>
            <a:r>
              <a:rPr lang="en-US" sz="1400"/>
              <a:t>to highlight specific parts of the text.</a:t>
            </a:r>
          </a:p>
        </p:txBody>
      </p:sp>
      <p:sp>
        <p:nvSpPr>
          <p:cNvPr id="4" name="TextBox 3">
            <a:extLst>
              <a:ext uri="{FF2B5EF4-FFF2-40B4-BE49-F238E27FC236}">
                <a16:creationId xmlns:a16="http://schemas.microsoft.com/office/drawing/2014/main" id="{593B3A6F-FDD6-E70F-7C66-FAA0F357FDEE}"/>
              </a:ext>
            </a:extLst>
          </p:cNvPr>
          <p:cNvSpPr txBox="1">
            <a:spLocks/>
          </p:cNvSpPr>
          <p:nvPr/>
        </p:nvSpPr>
        <p:spPr>
          <a:xfrm>
            <a:off x="766761" y="3669255"/>
            <a:ext cx="3043236" cy="324000"/>
          </a:xfrm>
          <a:prstGeom prst="rect">
            <a:avLst/>
          </a:prstGeom>
          <a:gradFill>
            <a:gsLst>
              <a:gs pos="0">
                <a:srgbClr val="E31937"/>
              </a:gs>
              <a:gs pos="100000">
                <a:srgbClr val="5236AB"/>
              </a:gs>
              <a:gs pos="60000">
                <a:srgbClr val="A82465"/>
              </a:gs>
            </a:gsLst>
            <a:lin ang="10800000" scaled="0"/>
          </a:gradFill>
        </p:spPr>
        <p:txBody>
          <a:bodyPr vert="horz" wrap="none" lIns="108000" tIns="144000" rIns="144000" bIns="144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FFFFFF"/>
                </a:solidFill>
                <a:effectLst/>
                <a:uLnTx/>
                <a:uFillTx/>
                <a:latin typeface="Arial"/>
                <a:ea typeface="+mn-ea"/>
                <a:cs typeface="+mn-cs"/>
              </a:rPr>
              <a:t>Insert text here</a:t>
            </a:r>
          </a:p>
        </p:txBody>
      </p:sp>
      <p:sp>
        <p:nvSpPr>
          <p:cNvPr id="6" name="TextBox 5">
            <a:extLst>
              <a:ext uri="{FF2B5EF4-FFF2-40B4-BE49-F238E27FC236}">
                <a16:creationId xmlns:a16="http://schemas.microsoft.com/office/drawing/2014/main" id="{1CB8078A-1151-D969-1490-ABC22069D0E0}"/>
              </a:ext>
            </a:extLst>
          </p:cNvPr>
          <p:cNvSpPr txBox="1"/>
          <p:nvPr/>
        </p:nvSpPr>
        <p:spPr>
          <a:xfrm>
            <a:off x="766761" y="4085852"/>
            <a:ext cx="3043239" cy="655036"/>
          </a:xfrm>
          <a:prstGeom prst="rect">
            <a:avLst/>
          </a:prstGeom>
        </p:spPr>
        <p:txBody>
          <a:bodyPr vert="horz" wrap="square" lIns="0" tIns="0" rIns="0" bIns="0" rtlCol="0" anchor="t" anchorCtr="0">
            <a:noAutofit/>
          </a:bodyPr>
          <a:lstStyle/>
          <a:p>
            <a:pPr marL="0" marR="0" lvl="0" indent="0" algn="l" defTabSz="914400" rtl="0" eaLnBrk="1" fontAlgn="auto" latinLnBrk="0" hangingPunct="1">
              <a:spcBef>
                <a:spcPts val="0"/>
              </a:spcBef>
              <a:spcAft>
                <a:spcPts val="800"/>
              </a:spcAft>
              <a:buClrTx/>
              <a:buSzTx/>
              <a:buFontTx/>
              <a:buNone/>
              <a:tabLst/>
              <a:defRPr/>
            </a:pPr>
            <a:r>
              <a:rPr lang="en-US" sz="1400" b="1"/>
              <a:t>Use bold formatting </a:t>
            </a:r>
            <a:r>
              <a:rPr lang="en-US" sz="1400"/>
              <a:t>to highlight specific parts of the text. Insert text here.</a:t>
            </a:r>
            <a:endParaRPr kumimoji="0" lang="en-US" sz="1400" b="0" i="0" u="none" strike="noStrike" kern="1200" cap="none" spc="0" normalizeH="0" baseline="0">
              <a:ln>
                <a:noFill/>
              </a:ln>
              <a:solidFill>
                <a:srgbClr val="000000"/>
              </a:solidFill>
              <a:effectLst/>
              <a:uLnTx/>
              <a:uFillTx/>
              <a:latin typeface="Arial"/>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72703DD-D620-4A09-45B8-D4FA00A8AAAD}"/>
              </a:ext>
            </a:extLst>
          </p:cNvPr>
          <p:cNvSpPr txBox="1"/>
          <p:nvPr/>
        </p:nvSpPr>
        <p:spPr>
          <a:xfrm>
            <a:off x="766761" y="4965519"/>
            <a:ext cx="3043236" cy="324000"/>
          </a:xfrm>
          <a:prstGeom prst="rect">
            <a:avLst/>
          </a:prstGeom>
          <a:solidFill>
            <a:srgbClr val="CCCCCC"/>
          </a:solidFill>
        </p:spPr>
        <p:txBody>
          <a:bodyPr vert="horz" wrap="none" lIns="108000" tIns="144000" rIns="144000" bIns="144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Arial"/>
                <a:ea typeface="+mn-ea"/>
                <a:cs typeface="+mn-cs"/>
              </a:rPr>
              <a:t>Insert text here</a:t>
            </a:r>
          </a:p>
        </p:txBody>
      </p:sp>
      <p:sp>
        <p:nvSpPr>
          <p:cNvPr id="12" name="TextBox 11">
            <a:extLst>
              <a:ext uri="{FF2B5EF4-FFF2-40B4-BE49-F238E27FC236}">
                <a16:creationId xmlns:a16="http://schemas.microsoft.com/office/drawing/2014/main" id="{9DEC2CC5-3D3C-95E5-7963-E21314BA8B4D}"/>
              </a:ext>
            </a:extLst>
          </p:cNvPr>
          <p:cNvSpPr txBox="1"/>
          <p:nvPr/>
        </p:nvSpPr>
        <p:spPr>
          <a:xfrm>
            <a:off x="766761" y="5382217"/>
            <a:ext cx="3043239" cy="655036"/>
          </a:xfrm>
          <a:prstGeom prst="rect">
            <a:avLst/>
          </a:prstGeom>
        </p:spPr>
        <p:txBody>
          <a:bodyPr vert="horz" wrap="square" lIns="0" tIns="0" rIns="0" bIns="0" rtlCol="0" anchor="t" anchorCtr="0">
            <a:noAutofit/>
          </a:bodyPr>
          <a:lstStyle/>
          <a:p>
            <a:pPr marL="0" marR="0" lvl="0" indent="0" algn="l" defTabSz="914400" rtl="0" eaLnBrk="1" fontAlgn="auto" latinLnBrk="0" hangingPunct="1">
              <a:spcBef>
                <a:spcPts val="0"/>
              </a:spcBef>
              <a:spcAft>
                <a:spcPts val="800"/>
              </a:spcAft>
              <a:buClrTx/>
              <a:buSzTx/>
              <a:buFontTx/>
              <a:buNone/>
              <a:tabLst/>
              <a:defRPr/>
            </a:pPr>
            <a:r>
              <a:rPr lang="en-US" sz="1400" b="1"/>
              <a:t>Use bold formatting </a:t>
            </a:r>
            <a:r>
              <a:rPr lang="en-US" sz="1400"/>
              <a:t>to highlight specific parts of the text. Insert text here.</a:t>
            </a:r>
            <a:endParaRPr kumimoji="0" lang="en-US" sz="1400" b="0" i="0" u="none" strike="noStrike" kern="1200" cap="none" spc="0" normalizeH="0" baseline="0">
              <a:ln>
                <a:noFill/>
              </a:ln>
              <a:solidFill>
                <a:srgbClr val="000000"/>
              </a:solidFill>
              <a:effectLst/>
              <a:uLnTx/>
              <a:uFillTx/>
              <a:latin typeface="Arial"/>
              <a:ea typeface="Calibri" panose="020F0502020204030204" pitchFamily="34" charset="0"/>
              <a:cs typeface="Times New Roman" panose="02020603050405020304" pitchFamily="18" charset="0"/>
            </a:endParaRPr>
          </a:p>
        </p:txBody>
      </p:sp>
      <p:graphicFrame>
        <p:nvGraphicFramePr>
          <p:cNvPr id="8" name="Chart 7" descr="Clustered column chart example and template. Example placeholder information shows the Chart Title location and indicates the total for the following items:&#10;- A. Item 1&#10;- B. Item 2&#10;- C. Item 3&#10;- D. Item 4&#10;- E. Item 5&#10;- F. Item 6&#10;- G. Item 7&#10;- H. Item 8&#10;- I. Item 9&#10;- J. Item 10">
            <a:extLst>
              <a:ext uri="{FF2B5EF4-FFF2-40B4-BE49-F238E27FC236}">
                <a16:creationId xmlns:a16="http://schemas.microsoft.com/office/drawing/2014/main" id="{E1DD13EE-E618-1830-E933-1AE202EFDA4E}"/>
              </a:ext>
            </a:extLst>
          </p:cNvPr>
          <p:cNvGraphicFramePr/>
          <p:nvPr>
            <p:extLst>
              <p:ext uri="{D42A27DB-BD31-4B8C-83A1-F6EECF244321}">
                <p14:modId xmlns:p14="http://schemas.microsoft.com/office/powerpoint/2010/main" val="3632301399"/>
              </p:ext>
            </p:extLst>
          </p:nvPr>
        </p:nvGraphicFramePr>
        <p:xfrm>
          <a:off x="4572000" y="1524000"/>
          <a:ext cx="6852694" cy="4573214"/>
        </p:xfrm>
        <a:graphic>
          <a:graphicData uri="http://schemas.openxmlformats.org/drawingml/2006/chart">
            <c:chart xmlns:c="http://schemas.openxmlformats.org/drawingml/2006/chart" xmlns:r="http://schemas.openxmlformats.org/officeDocument/2006/relationships" r:id="rId2"/>
          </a:graphicData>
        </a:graphic>
      </p:graphicFrame>
      <p:sp>
        <p:nvSpPr>
          <p:cNvPr id="7"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D338A7F9-EBED-30DB-7E38-B264C7FBBE0F}"/>
              </a:ext>
              <a:ext uri="{C183D7F6-B498-43B3-948B-1728B52AA6E4}">
                <adec:decorative xmlns:adec="http://schemas.microsoft.com/office/drawing/2017/decorative" val="0"/>
              </a:ext>
            </a:extLst>
          </p:cNvPr>
          <p:cNvSpPr txBox="1"/>
          <p:nvPr/>
        </p:nvSpPr>
        <p:spPr bwMode="auto">
          <a:xfrm>
            <a:off x="12399902" y="0"/>
            <a:ext cx="2190741" cy="3539430"/>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r>
              <a:rPr lang="en-US" sz="1200" b="1">
                <a:cs typeface="Arial" pitchFamily="34" charset="0"/>
              </a:rPr>
              <a:t>To update this chart with your data:</a:t>
            </a:r>
            <a:br>
              <a:rPr lang="en-US" sz="1200" b="1">
                <a:cs typeface="Arial" pitchFamily="34" charset="0"/>
              </a:rPr>
            </a:br>
            <a:endParaRPr lang="en-US" sz="1200" b="1">
              <a:cs typeface="Arial" pitchFamily="34" charset="0"/>
            </a:endParaRPr>
          </a:p>
          <a:p>
            <a:pPr marL="234950" indent="-234950">
              <a:buFont typeface="+mj-lt"/>
              <a:buAutoNum type="arabicPeriod"/>
            </a:pPr>
            <a:r>
              <a:rPr lang="en-US" sz="1200">
                <a:cs typeface="Arial" pitchFamily="34" charset="0"/>
              </a:rPr>
              <a:t>Right click on the chart</a:t>
            </a:r>
          </a:p>
          <a:p>
            <a:pPr marL="234950" indent="-234950">
              <a:buFont typeface="+mj-lt"/>
              <a:buAutoNum type="arabicPeriod"/>
            </a:pPr>
            <a:r>
              <a:rPr lang="en-US" sz="1200">
                <a:cs typeface="Arial" pitchFamily="34" charset="0"/>
              </a:rPr>
              <a:t>Click </a:t>
            </a:r>
            <a:r>
              <a:rPr lang="en-US" sz="1200" b="1">
                <a:cs typeface="Arial" pitchFamily="34" charset="0"/>
              </a:rPr>
              <a:t>Edit Data </a:t>
            </a:r>
            <a:r>
              <a:rPr lang="en-US" sz="1200">
                <a:cs typeface="Arial" pitchFamily="34" charset="0"/>
              </a:rPr>
              <a:t>then select</a:t>
            </a:r>
          </a:p>
          <a:p>
            <a:pPr marL="404813" lvl="1" indent="-171450">
              <a:buFont typeface="Arial" panose="020B0604020202020204" pitchFamily="34" charset="0"/>
              <a:buChar char="•"/>
            </a:pPr>
            <a:r>
              <a:rPr lang="en-US" sz="1100" b="1">
                <a:cs typeface="Arial" pitchFamily="34" charset="0"/>
              </a:rPr>
              <a:t>Edit Data </a:t>
            </a:r>
            <a:r>
              <a:rPr lang="en-US" sz="1100">
                <a:cs typeface="Arial" pitchFamily="34" charset="0"/>
              </a:rPr>
              <a:t>to edit data in PowerPoint or</a:t>
            </a:r>
          </a:p>
          <a:p>
            <a:pPr marL="404813" lvl="1" indent="-171450">
              <a:buFont typeface="Arial" panose="020B0604020202020204" pitchFamily="34" charset="0"/>
              <a:buChar char="•"/>
            </a:pPr>
            <a:r>
              <a:rPr lang="en-US" sz="1100" b="1">
                <a:cs typeface="Arial" pitchFamily="34" charset="0"/>
              </a:rPr>
              <a:t>Edit Data in Excel </a:t>
            </a:r>
            <a:r>
              <a:rPr lang="en-US" sz="1100">
                <a:cs typeface="Arial" pitchFamily="34" charset="0"/>
              </a:rPr>
              <a:t>to edit data directly in Excel</a:t>
            </a:r>
            <a:endParaRPr lang="en-US" sz="1100" b="1">
              <a:cs typeface="Arial" pitchFamily="34" charset="0"/>
            </a:endParaRPr>
          </a:p>
          <a:p>
            <a:pPr marL="234950" indent="-234950">
              <a:spcAft>
                <a:spcPts val="600"/>
              </a:spcAft>
              <a:buFont typeface="+mj-lt"/>
              <a:buAutoNum type="arabicPeriod"/>
            </a:pPr>
            <a:r>
              <a:rPr lang="en-US" sz="1200">
                <a:cs typeface="Arial" pitchFamily="34" charset="0"/>
              </a:rPr>
              <a:t>Update with your data. Changes will be reflected in the chart.</a:t>
            </a:r>
          </a:p>
          <a:p>
            <a:pPr>
              <a:spcAft>
                <a:spcPts val="600"/>
              </a:spcAft>
            </a:pPr>
            <a:r>
              <a:rPr lang="en-US" sz="1200"/>
              <a:t>For more graphic examples, download the </a:t>
            </a:r>
            <a:r>
              <a:rPr lang="en-US" sz="1200">
                <a:hlinkClick r:id="rId3"/>
              </a:rPr>
              <a:t>PPT Timesaver </a:t>
            </a:r>
            <a:r>
              <a:rPr lang="en-US" sz="1200"/>
              <a:t>and view the </a:t>
            </a:r>
            <a:r>
              <a:rPr lang="en-US" sz="1200">
                <a:hlinkClick r:id="rId4"/>
              </a:rPr>
              <a:t>Charts &amp; diagrams</a:t>
            </a:r>
            <a:r>
              <a:rPr lang="en-US" sz="1200"/>
              <a:t> page. </a:t>
            </a:r>
            <a:endParaRPr lang="en-US" sz="1200" b="1" cap="all">
              <a:solidFill>
                <a:schemeClr val="accent4"/>
              </a:solidFill>
            </a:endParaRPr>
          </a:p>
        </p:txBody>
      </p:sp>
    </p:spTree>
    <p:extLst>
      <p:ext uri="{BB962C8B-B14F-4D97-AF65-F5344CB8AC3E}">
        <p14:creationId xmlns:p14="http://schemas.microsoft.com/office/powerpoint/2010/main" val="412726644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Flow chart example">
            <a:extLst>
              <a:ext uri="{FF2B5EF4-FFF2-40B4-BE49-F238E27FC236}">
                <a16:creationId xmlns:a16="http://schemas.microsoft.com/office/drawing/2014/main" id="{9A16B19F-12A8-F50C-CB99-9303F8B7445D}"/>
              </a:ext>
            </a:extLst>
          </p:cNvPr>
          <p:cNvSpPr>
            <a:spLocks noGrp="1"/>
          </p:cNvSpPr>
          <p:nvPr>
            <p:ph type="title"/>
          </p:nvPr>
        </p:nvSpPr>
        <p:spPr>
          <a:xfrm>
            <a:off x="766763" y="682514"/>
            <a:ext cx="10658475" cy="532765"/>
          </a:xfrm>
          <a:noFill/>
        </p:spPr>
        <p:txBody>
          <a:bodyPr/>
          <a:lstStyle/>
          <a:p>
            <a:r>
              <a:rPr lang="en-US" noProof="0"/>
              <a:t>Title only slide (</a:t>
            </a:r>
            <a:r>
              <a:rPr lang="en-US"/>
              <a:t>flow chart example)</a:t>
            </a:r>
            <a:endParaRPr lang="en-US" noProof="0"/>
          </a:p>
        </p:txBody>
      </p:sp>
      <p:grpSp>
        <p:nvGrpSpPr>
          <p:cNvPr id="3" name="Group 2" descr="Flowchart showing the Flowchart template, indicating the following:&#10;- The flowchart begins with Text and leads to Steps 1 and 2.&#10;- Steps 1 and 2 both lead to two sub-steps and these four sub-steps each lead to three sub-steps.&#10;">
            <a:extLst>
              <a:ext uri="{FF2B5EF4-FFF2-40B4-BE49-F238E27FC236}">
                <a16:creationId xmlns:a16="http://schemas.microsoft.com/office/drawing/2014/main" id="{64EF03BE-0275-3E01-4C16-CA0C92310ADA}"/>
              </a:ext>
            </a:extLst>
          </p:cNvPr>
          <p:cNvGrpSpPr/>
          <p:nvPr/>
        </p:nvGrpSpPr>
        <p:grpSpPr>
          <a:xfrm>
            <a:off x="778139" y="1520825"/>
            <a:ext cx="10659501" cy="4581359"/>
            <a:chOff x="778139" y="974573"/>
            <a:chExt cx="10248583" cy="5009627"/>
          </a:xfrm>
        </p:grpSpPr>
        <p:cxnSp>
          <p:nvCxnSpPr>
            <p:cNvPr id="8" name="AutoShape 55">
              <a:extLst>
                <a:ext uri="{FF2B5EF4-FFF2-40B4-BE49-F238E27FC236}">
                  <a16:creationId xmlns:a16="http://schemas.microsoft.com/office/drawing/2014/main" id="{913F91B1-6E2D-66FD-9982-5F7E7DBDC46D}"/>
                </a:ext>
              </a:extLst>
            </p:cNvPr>
            <p:cNvCxnSpPr>
              <a:cxnSpLocks noChangeShapeType="1"/>
              <a:stCxn id="38" idx="3"/>
            </p:cNvCxnSpPr>
            <p:nvPr/>
          </p:nvCxnSpPr>
          <p:spPr bwMode="gray">
            <a:xfrm flipV="1">
              <a:off x="2793426" y="2108780"/>
              <a:ext cx="470484" cy="1267159"/>
            </a:xfrm>
            <a:prstGeom prst="bentConnector3">
              <a:avLst>
                <a:gd name="adj1" fmla="val 50000"/>
              </a:avLst>
            </a:prstGeom>
            <a:noFill/>
            <a:ln w="14604">
              <a:solidFill>
                <a:srgbClr val="555555"/>
              </a:solidFill>
              <a:miter lim="800000"/>
              <a:headEnd/>
              <a:tailEnd/>
            </a:ln>
            <a:effectLst/>
          </p:spPr>
        </p:cxnSp>
        <p:cxnSp>
          <p:nvCxnSpPr>
            <p:cNvPr id="9" name="AutoShape 63">
              <a:extLst>
                <a:ext uri="{FF2B5EF4-FFF2-40B4-BE49-F238E27FC236}">
                  <a16:creationId xmlns:a16="http://schemas.microsoft.com/office/drawing/2014/main" id="{06C20A00-8C27-F179-A579-48B4E8AA166E}"/>
                </a:ext>
              </a:extLst>
            </p:cNvPr>
            <p:cNvCxnSpPr>
              <a:cxnSpLocks noChangeShapeType="1"/>
              <a:stCxn id="43" idx="3"/>
              <a:endCxn id="39" idx="1"/>
            </p:cNvCxnSpPr>
            <p:nvPr/>
          </p:nvCxnSpPr>
          <p:spPr bwMode="gray">
            <a:xfrm flipV="1">
              <a:off x="5213817" y="1487221"/>
              <a:ext cx="499616" cy="621558"/>
            </a:xfrm>
            <a:prstGeom prst="bentConnector3">
              <a:avLst>
                <a:gd name="adj1" fmla="val 50000"/>
              </a:avLst>
            </a:prstGeom>
            <a:noFill/>
            <a:ln w="14604">
              <a:solidFill>
                <a:srgbClr val="555555"/>
              </a:solidFill>
              <a:miter lim="800000"/>
              <a:headEnd/>
              <a:tailEnd/>
            </a:ln>
            <a:effectLst/>
          </p:spPr>
        </p:cxnSp>
        <p:sp>
          <p:nvSpPr>
            <p:cNvPr id="10" name="Rectangle 74">
              <a:extLst>
                <a:ext uri="{FF2B5EF4-FFF2-40B4-BE49-F238E27FC236}">
                  <a16:creationId xmlns:a16="http://schemas.microsoft.com/office/drawing/2014/main" id="{93042CED-81AE-6CAA-3D67-494EA58794D8}"/>
                </a:ext>
              </a:extLst>
            </p:cNvPr>
            <p:cNvSpPr>
              <a:spLocks noChangeArrowheads="1"/>
            </p:cNvSpPr>
            <p:nvPr/>
          </p:nvSpPr>
          <p:spPr bwMode="gray">
            <a:xfrm>
              <a:off x="8536334" y="1347767"/>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11" name="Rectangle 75">
              <a:extLst>
                <a:ext uri="{FF2B5EF4-FFF2-40B4-BE49-F238E27FC236}">
                  <a16:creationId xmlns:a16="http://schemas.microsoft.com/office/drawing/2014/main" id="{393BBA5E-CA9C-1EB3-C9EF-B01174F0AFC4}"/>
                </a:ext>
              </a:extLst>
            </p:cNvPr>
            <p:cNvSpPr>
              <a:spLocks noChangeArrowheads="1"/>
            </p:cNvSpPr>
            <p:nvPr/>
          </p:nvSpPr>
          <p:spPr bwMode="gray">
            <a:xfrm>
              <a:off x="8536334" y="974573"/>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12" name="Rectangle 76">
              <a:extLst>
                <a:ext uri="{FF2B5EF4-FFF2-40B4-BE49-F238E27FC236}">
                  <a16:creationId xmlns:a16="http://schemas.microsoft.com/office/drawing/2014/main" id="{256DC0F0-AFBD-FDAF-AA0F-DF4D7C38819F}"/>
                </a:ext>
              </a:extLst>
            </p:cNvPr>
            <p:cNvSpPr>
              <a:spLocks noChangeArrowheads="1"/>
            </p:cNvSpPr>
            <p:nvPr/>
          </p:nvSpPr>
          <p:spPr bwMode="gray">
            <a:xfrm>
              <a:off x="8536334" y="1720960"/>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cxnSp>
          <p:nvCxnSpPr>
            <p:cNvPr id="13" name="AutoShape 92">
              <a:extLst>
                <a:ext uri="{FF2B5EF4-FFF2-40B4-BE49-F238E27FC236}">
                  <a16:creationId xmlns:a16="http://schemas.microsoft.com/office/drawing/2014/main" id="{EF8E1307-E4AF-4300-FCDD-B394356E8614}"/>
                </a:ext>
              </a:extLst>
            </p:cNvPr>
            <p:cNvCxnSpPr>
              <a:cxnSpLocks noChangeShapeType="1"/>
              <a:stCxn id="39" idx="3"/>
              <a:endCxn id="12" idx="1"/>
            </p:cNvCxnSpPr>
            <p:nvPr/>
          </p:nvCxnSpPr>
          <p:spPr bwMode="gray">
            <a:xfrm>
              <a:off x="8159948" y="1487221"/>
              <a:ext cx="376386" cy="377739"/>
            </a:xfrm>
            <a:prstGeom prst="bentConnector3">
              <a:avLst>
                <a:gd name="adj1" fmla="val 50000"/>
              </a:avLst>
            </a:prstGeom>
            <a:noFill/>
            <a:ln w="14604">
              <a:solidFill>
                <a:srgbClr val="555555"/>
              </a:solidFill>
              <a:miter lim="800000"/>
              <a:headEnd/>
              <a:tailEnd/>
            </a:ln>
            <a:effectLst/>
          </p:spPr>
        </p:cxnSp>
        <p:cxnSp>
          <p:nvCxnSpPr>
            <p:cNvPr id="14" name="AutoShape 93">
              <a:extLst>
                <a:ext uri="{FF2B5EF4-FFF2-40B4-BE49-F238E27FC236}">
                  <a16:creationId xmlns:a16="http://schemas.microsoft.com/office/drawing/2014/main" id="{3D28D8C1-A35B-1CE1-D4D6-25696C80B192}"/>
                </a:ext>
              </a:extLst>
            </p:cNvPr>
            <p:cNvCxnSpPr>
              <a:cxnSpLocks noChangeShapeType="1"/>
              <a:stCxn id="39" idx="3"/>
              <a:endCxn id="10" idx="1"/>
            </p:cNvCxnSpPr>
            <p:nvPr/>
          </p:nvCxnSpPr>
          <p:spPr bwMode="gray">
            <a:xfrm>
              <a:off x="8159948" y="1487221"/>
              <a:ext cx="376386" cy="4546"/>
            </a:xfrm>
            <a:prstGeom prst="bentConnector3">
              <a:avLst>
                <a:gd name="adj1" fmla="val 50000"/>
              </a:avLst>
            </a:prstGeom>
            <a:noFill/>
            <a:ln w="19050">
              <a:solidFill>
                <a:srgbClr val="555555"/>
              </a:solidFill>
              <a:miter lim="800000"/>
              <a:headEnd/>
              <a:tailEnd/>
            </a:ln>
            <a:effectLst/>
          </p:spPr>
        </p:cxnSp>
        <p:cxnSp>
          <p:nvCxnSpPr>
            <p:cNvPr id="15" name="AutoShape 94">
              <a:extLst>
                <a:ext uri="{FF2B5EF4-FFF2-40B4-BE49-F238E27FC236}">
                  <a16:creationId xmlns:a16="http://schemas.microsoft.com/office/drawing/2014/main" id="{C84FD296-F2BB-73B7-AFF7-F5B3716935AD}"/>
                </a:ext>
              </a:extLst>
            </p:cNvPr>
            <p:cNvCxnSpPr>
              <a:cxnSpLocks noChangeShapeType="1"/>
              <a:stCxn id="39" idx="3"/>
              <a:endCxn id="11" idx="1"/>
            </p:cNvCxnSpPr>
            <p:nvPr/>
          </p:nvCxnSpPr>
          <p:spPr bwMode="gray">
            <a:xfrm flipV="1">
              <a:off x="8159948" y="1118573"/>
              <a:ext cx="376386" cy="368648"/>
            </a:xfrm>
            <a:prstGeom prst="bentConnector3">
              <a:avLst>
                <a:gd name="adj1" fmla="val 50000"/>
              </a:avLst>
            </a:prstGeom>
            <a:noFill/>
            <a:ln w="14604">
              <a:solidFill>
                <a:srgbClr val="555555"/>
              </a:solidFill>
              <a:miter lim="800000"/>
              <a:headEnd/>
              <a:tailEnd/>
            </a:ln>
            <a:effectLst/>
          </p:spPr>
        </p:cxnSp>
        <p:sp>
          <p:nvSpPr>
            <p:cNvPr id="16" name="Rectangle 74">
              <a:extLst>
                <a:ext uri="{FF2B5EF4-FFF2-40B4-BE49-F238E27FC236}">
                  <a16:creationId xmlns:a16="http://schemas.microsoft.com/office/drawing/2014/main" id="{07A1B76A-8D03-753B-C09A-2D76509DB670}"/>
                </a:ext>
              </a:extLst>
            </p:cNvPr>
            <p:cNvSpPr>
              <a:spLocks noChangeArrowheads="1"/>
            </p:cNvSpPr>
            <p:nvPr/>
          </p:nvSpPr>
          <p:spPr bwMode="gray">
            <a:xfrm>
              <a:off x="8536334" y="2601377"/>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17" name="Rectangle 75">
              <a:extLst>
                <a:ext uri="{FF2B5EF4-FFF2-40B4-BE49-F238E27FC236}">
                  <a16:creationId xmlns:a16="http://schemas.microsoft.com/office/drawing/2014/main" id="{8C31E253-6540-AC2C-F835-04CDCDEFB1C8}"/>
                </a:ext>
              </a:extLst>
            </p:cNvPr>
            <p:cNvSpPr>
              <a:spLocks noChangeArrowheads="1"/>
            </p:cNvSpPr>
            <p:nvPr/>
          </p:nvSpPr>
          <p:spPr bwMode="gray">
            <a:xfrm>
              <a:off x="8536334" y="2229230"/>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18" name="Rectangle 76">
              <a:extLst>
                <a:ext uri="{FF2B5EF4-FFF2-40B4-BE49-F238E27FC236}">
                  <a16:creationId xmlns:a16="http://schemas.microsoft.com/office/drawing/2014/main" id="{E3D6649E-981E-3D6B-21AC-28CCCDB316AE}"/>
                </a:ext>
              </a:extLst>
            </p:cNvPr>
            <p:cNvSpPr>
              <a:spLocks noChangeArrowheads="1"/>
            </p:cNvSpPr>
            <p:nvPr/>
          </p:nvSpPr>
          <p:spPr bwMode="gray">
            <a:xfrm>
              <a:off x="8536334" y="2973524"/>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cxnSp>
          <p:nvCxnSpPr>
            <p:cNvPr id="19" name="AutoShape 92">
              <a:extLst>
                <a:ext uri="{FF2B5EF4-FFF2-40B4-BE49-F238E27FC236}">
                  <a16:creationId xmlns:a16="http://schemas.microsoft.com/office/drawing/2014/main" id="{28E6B04E-2F41-7CDE-D31F-ECE583118608}"/>
                </a:ext>
              </a:extLst>
            </p:cNvPr>
            <p:cNvCxnSpPr>
              <a:cxnSpLocks noChangeShapeType="1"/>
              <a:stCxn id="40" idx="3"/>
              <a:endCxn id="18" idx="1"/>
            </p:cNvCxnSpPr>
            <p:nvPr/>
          </p:nvCxnSpPr>
          <p:spPr bwMode="gray">
            <a:xfrm>
              <a:off x="8159948" y="2745543"/>
              <a:ext cx="376386" cy="371981"/>
            </a:xfrm>
            <a:prstGeom prst="bentConnector3">
              <a:avLst>
                <a:gd name="adj1" fmla="val 50000"/>
              </a:avLst>
            </a:prstGeom>
            <a:noFill/>
            <a:ln w="14604">
              <a:solidFill>
                <a:srgbClr val="555555"/>
              </a:solidFill>
              <a:miter lim="800000"/>
              <a:headEnd/>
              <a:tailEnd/>
            </a:ln>
            <a:effectLst/>
          </p:spPr>
        </p:cxnSp>
        <p:cxnSp>
          <p:nvCxnSpPr>
            <p:cNvPr id="20" name="AutoShape 93">
              <a:extLst>
                <a:ext uri="{FF2B5EF4-FFF2-40B4-BE49-F238E27FC236}">
                  <a16:creationId xmlns:a16="http://schemas.microsoft.com/office/drawing/2014/main" id="{8DCD07BA-85D2-F10A-0394-420AF960EFE1}"/>
                </a:ext>
              </a:extLst>
            </p:cNvPr>
            <p:cNvCxnSpPr>
              <a:cxnSpLocks noChangeShapeType="1"/>
              <a:stCxn id="40" idx="3"/>
              <a:endCxn id="16" idx="1"/>
            </p:cNvCxnSpPr>
            <p:nvPr/>
          </p:nvCxnSpPr>
          <p:spPr bwMode="gray">
            <a:xfrm flipV="1">
              <a:off x="8159948" y="2745377"/>
              <a:ext cx="376386" cy="166"/>
            </a:xfrm>
            <a:prstGeom prst="bentConnector3">
              <a:avLst>
                <a:gd name="adj1" fmla="val 50000"/>
              </a:avLst>
            </a:prstGeom>
            <a:noFill/>
            <a:ln w="19050">
              <a:solidFill>
                <a:srgbClr val="555555"/>
              </a:solidFill>
              <a:miter lim="800000"/>
              <a:headEnd/>
              <a:tailEnd/>
            </a:ln>
            <a:effectLst/>
          </p:spPr>
        </p:cxnSp>
        <p:cxnSp>
          <p:nvCxnSpPr>
            <p:cNvPr id="21" name="AutoShape 94">
              <a:extLst>
                <a:ext uri="{FF2B5EF4-FFF2-40B4-BE49-F238E27FC236}">
                  <a16:creationId xmlns:a16="http://schemas.microsoft.com/office/drawing/2014/main" id="{FC94F265-07B2-32D6-7D8B-9315CFA3AAD2}"/>
                </a:ext>
              </a:extLst>
            </p:cNvPr>
            <p:cNvCxnSpPr>
              <a:cxnSpLocks noChangeShapeType="1"/>
              <a:stCxn id="40" idx="3"/>
              <a:endCxn id="17" idx="1"/>
            </p:cNvCxnSpPr>
            <p:nvPr/>
          </p:nvCxnSpPr>
          <p:spPr bwMode="gray">
            <a:xfrm flipV="1">
              <a:off x="8159948" y="2373230"/>
              <a:ext cx="376386" cy="372313"/>
            </a:xfrm>
            <a:prstGeom prst="bentConnector3">
              <a:avLst>
                <a:gd name="adj1" fmla="val 50000"/>
              </a:avLst>
            </a:prstGeom>
            <a:noFill/>
            <a:ln w="14604">
              <a:solidFill>
                <a:srgbClr val="555555"/>
              </a:solidFill>
              <a:miter lim="800000"/>
              <a:headEnd/>
              <a:tailEnd/>
            </a:ln>
            <a:effectLst/>
          </p:spPr>
        </p:cxnSp>
        <p:cxnSp>
          <p:nvCxnSpPr>
            <p:cNvPr id="22" name="AutoShape 63">
              <a:extLst>
                <a:ext uri="{FF2B5EF4-FFF2-40B4-BE49-F238E27FC236}">
                  <a16:creationId xmlns:a16="http://schemas.microsoft.com/office/drawing/2014/main" id="{DBED044A-04F9-CDA9-1019-70AF37F6460A}"/>
                </a:ext>
              </a:extLst>
            </p:cNvPr>
            <p:cNvCxnSpPr>
              <a:cxnSpLocks noChangeShapeType="1"/>
              <a:stCxn id="43" idx="3"/>
              <a:endCxn id="40" idx="1"/>
            </p:cNvCxnSpPr>
            <p:nvPr/>
          </p:nvCxnSpPr>
          <p:spPr bwMode="gray">
            <a:xfrm>
              <a:off x="5213817" y="2108779"/>
              <a:ext cx="499616" cy="636764"/>
            </a:xfrm>
            <a:prstGeom prst="bentConnector3">
              <a:avLst>
                <a:gd name="adj1" fmla="val 50000"/>
              </a:avLst>
            </a:prstGeom>
            <a:noFill/>
            <a:ln w="14604">
              <a:solidFill>
                <a:srgbClr val="555555"/>
              </a:solidFill>
              <a:miter lim="800000"/>
              <a:headEnd/>
              <a:tailEnd/>
            </a:ln>
            <a:effectLst/>
          </p:spPr>
        </p:cxnSp>
        <p:cxnSp>
          <p:nvCxnSpPr>
            <p:cNvPr id="23" name="AutoShape 55">
              <a:extLst>
                <a:ext uri="{FF2B5EF4-FFF2-40B4-BE49-F238E27FC236}">
                  <a16:creationId xmlns:a16="http://schemas.microsoft.com/office/drawing/2014/main" id="{3141C9E6-3623-E9A5-0925-BAE405AF0FD2}"/>
                </a:ext>
              </a:extLst>
            </p:cNvPr>
            <p:cNvCxnSpPr>
              <a:cxnSpLocks noChangeShapeType="1"/>
              <a:stCxn id="38" idx="3"/>
            </p:cNvCxnSpPr>
            <p:nvPr/>
          </p:nvCxnSpPr>
          <p:spPr bwMode="gray">
            <a:xfrm>
              <a:off x="2793426" y="3375937"/>
              <a:ext cx="470484" cy="1454296"/>
            </a:xfrm>
            <a:prstGeom prst="bentConnector3">
              <a:avLst>
                <a:gd name="adj1" fmla="val 50000"/>
              </a:avLst>
            </a:prstGeom>
            <a:noFill/>
            <a:ln w="14604">
              <a:solidFill>
                <a:srgbClr val="555555"/>
              </a:solidFill>
              <a:miter lim="800000"/>
              <a:headEnd/>
              <a:tailEnd/>
            </a:ln>
            <a:effectLst/>
          </p:spPr>
        </p:cxnSp>
        <p:cxnSp>
          <p:nvCxnSpPr>
            <p:cNvPr id="24" name="AutoShape 63">
              <a:extLst>
                <a:ext uri="{FF2B5EF4-FFF2-40B4-BE49-F238E27FC236}">
                  <a16:creationId xmlns:a16="http://schemas.microsoft.com/office/drawing/2014/main" id="{C2C496FC-1C4E-DCDE-AA58-3606A4AFD78F}"/>
                </a:ext>
              </a:extLst>
            </p:cNvPr>
            <p:cNvCxnSpPr>
              <a:cxnSpLocks noChangeShapeType="1"/>
              <a:stCxn id="44" idx="3"/>
              <a:endCxn id="41" idx="1"/>
            </p:cNvCxnSpPr>
            <p:nvPr/>
          </p:nvCxnSpPr>
          <p:spPr bwMode="gray">
            <a:xfrm flipV="1">
              <a:off x="5213817" y="4193477"/>
              <a:ext cx="499616" cy="636757"/>
            </a:xfrm>
            <a:prstGeom prst="bentConnector3">
              <a:avLst>
                <a:gd name="adj1" fmla="val 50000"/>
              </a:avLst>
            </a:prstGeom>
            <a:noFill/>
            <a:ln w="14604">
              <a:solidFill>
                <a:srgbClr val="555555"/>
              </a:solidFill>
              <a:miter lim="800000"/>
              <a:headEnd/>
              <a:tailEnd/>
            </a:ln>
            <a:effectLst/>
          </p:spPr>
        </p:cxnSp>
        <p:sp>
          <p:nvSpPr>
            <p:cNvPr id="25" name="Rectangle 74">
              <a:extLst>
                <a:ext uri="{FF2B5EF4-FFF2-40B4-BE49-F238E27FC236}">
                  <a16:creationId xmlns:a16="http://schemas.microsoft.com/office/drawing/2014/main" id="{72897B52-2FE2-018C-77AA-DF835211DBCF}"/>
                </a:ext>
              </a:extLst>
            </p:cNvPr>
            <p:cNvSpPr>
              <a:spLocks noChangeArrowheads="1"/>
            </p:cNvSpPr>
            <p:nvPr/>
          </p:nvSpPr>
          <p:spPr bwMode="gray">
            <a:xfrm>
              <a:off x="8536334" y="4048236"/>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26" name="Rectangle 75">
              <a:extLst>
                <a:ext uri="{FF2B5EF4-FFF2-40B4-BE49-F238E27FC236}">
                  <a16:creationId xmlns:a16="http://schemas.microsoft.com/office/drawing/2014/main" id="{0ED6D3BE-8367-8FAB-8207-7D7676424C2D}"/>
                </a:ext>
              </a:extLst>
            </p:cNvPr>
            <p:cNvSpPr>
              <a:spLocks noChangeArrowheads="1"/>
            </p:cNvSpPr>
            <p:nvPr/>
          </p:nvSpPr>
          <p:spPr bwMode="gray">
            <a:xfrm>
              <a:off x="8536334" y="3683218"/>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27" name="Rectangle 76">
              <a:extLst>
                <a:ext uri="{FF2B5EF4-FFF2-40B4-BE49-F238E27FC236}">
                  <a16:creationId xmlns:a16="http://schemas.microsoft.com/office/drawing/2014/main" id="{9BBDA6DC-27F9-7A87-1E69-0CACF4544555}"/>
                </a:ext>
              </a:extLst>
            </p:cNvPr>
            <p:cNvSpPr>
              <a:spLocks noChangeArrowheads="1"/>
            </p:cNvSpPr>
            <p:nvPr/>
          </p:nvSpPr>
          <p:spPr bwMode="gray">
            <a:xfrm>
              <a:off x="8536334" y="4422681"/>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cxnSp>
          <p:nvCxnSpPr>
            <p:cNvPr id="28" name="AutoShape 92">
              <a:extLst>
                <a:ext uri="{FF2B5EF4-FFF2-40B4-BE49-F238E27FC236}">
                  <a16:creationId xmlns:a16="http://schemas.microsoft.com/office/drawing/2014/main" id="{DA8CF2B2-5243-2AE9-59BF-423C08A846B9}"/>
                </a:ext>
              </a:extLst>
            </p:cNvPr>
            <p:cNvCxnSpPr>
              <a:cxnSpLocks noChangeShapeType="1"/>
              <a:stCxn id="41" idx="3"/>
              <a:endCxn id="27" idx="1"/>
            </p:cNvCxnSpPr>
            <p:nvPr/>
          </p:nvCxnSpPr>
          <p:spPr bwMode="gray">
            <a:xfrm>
              <a:off x="8159948" y="4193477"/>
              <a:ext cx="376386" cy="373204"/>
            </a:xfrm>
            <a:prstGeom prst="bentConnector3">
              <a:avLst>
                <a:gd name="adj1" fmla="val 50000"/>
              </a:avLst>
            </a:prstGeom>
            <a:noFill/>
            <a:ln w="14604">
              <a:solidFill>
                <a:srgbClr val="555555"/>
              </a:solidFill>
              <a:miter lim="800000"/>
              <a:headEnd/>
              <a:tailEnd/>
            </a:ln>
            <a:effectLst/>
          </p:spPr>
        </p:cxnSp>
        <p:cxnSp>
          <p:nvCxnSpPr>
            <p:cNvPr id="29" name="AutoShape 93">
              <a:extLst>
                <a:ext uri="{FF2B5EF4-FFF2-40B4-BE49-F238E27FC236}">
                  <a16:creationId xmlns:a16="http://schemas.microsoft.com/office/drawing/2014/main" id="{04C5BA77-3EDA-3884-5846-C35E9A9F4A48}"/>
                </a:ext>
              </a:extLst>
            </p:cNvPr>
            <p:cNvCxnSpPr>
              <a:cxnSpLocks noChangeShapeType="1"/>
              <a:stCxn id="41" idx="3"/>
              <a:endCxn id="25" idx="1"/>
            </p:cNvCxnSpPr>
            <p:nvPr/>
          </p:nvCxnSpPr>
          <p:spPr bwMode="gray">
            <a:xfrm flipV="1">
              <a:off x="8159948" y="4192236"/>
              <a:ext cx="376386" cy="1241"/>
            </a:xfrm>
            <a:prstGeom prst="bentConnector3">
              <a:avLst>
                <a:gd name="adj1" fmla="val 50000"/>
              </a:avLst>
            </a:prstGeom>
            <a:noFill/>
            <a:ln w="19050">
              <a:solidFill>
                <a:srgbClr val="555555"/>
              </a:solidFill>
              <a:miter lim="800000"/>
              <a:headEnd/>
              <a:tailEnd/>
            </a:ln>
            <a:effectLst/>
          </p:spPr>
        </p:cxnSp>
        <p:cxnSp>
          <p:nvCxnSpPr>
            <p:cNvPr id="30" name="AutoShape 94">
              <a:extLst>
                <a:ext uri="{FF2B5EF4-FFF2-40B4-BE49-F238E27FC236}">
                  <a16:creationId xmlns:a16="http://schemas.microsoft.com/office/drawing/2014/main" id="{333FD380-F3EB-26F7-D3C2-4BE48ABD56D8}"/>
                </a:ext>
              </a:extLst>
            </p:cNvPr>
            <p:cNvCxnSpPr>
              <a:cxnSpLocks noChangeShapeType="1"/>
              <a:stCxn id="41" idx="3"/>
              <a:endCxn id="26" idx="1"/>
            </p:cNvCxnSpPr>
            <p:nvPr/>
          </p:nvCxnSpPr>
          <p:spPr bwMode="gray">
            <a:xfrm flipV="1">
              <a:off x="8159948" y="3827218"/>
              <a:ext cx="376386" cy="366259"/>
            </a:xfrm>
            <a:prstGeom prst="bentConnector3">
              <a:avLst>
                <a:gd name="adj1" fmla="val 50000"/>
              </a:avLst>
            </a:prstGeom>
            <a:noFill/>
            <a:ln w="14604">
              <a:solidFill>
                <a:srgbClr val="555555"/>
              </a:solidFill>
              <a:miter lim="800000"/>
              <a:headEnd/>
              <a:tailEnd/>
            </a:ln>
            <a:effectLst/>
          </p:spPr>
        </p:cxnSp>
        <p:sp>
          <p:nvSpPr>
            <p:cNvPr id="31" name="Rectangle 74">
              <a:extLst>
                <a:ext uri="{FF2B5EF4-FFF2-40B4-BE49-F238E27FC236}">
                  <a16:creationId xmlns:a16="http://schemas.microsoft.com/office/drawing/2014/main" id="{DCDB033A-1865-DC3E-32FF-9CAB34F23972}"/>
                </a:ext>
              </a:extLst>
            </p:cNvPr>
            <p:cNvSpPr>
              <a:spLocks noChangeArrowheads="1"/>
            </p:cNvSpPr>
            <p:nvPr/>
          </p:nvSpPr>
          <p:spPr bwMode="gray">
            <a:xfrm>
              <a:off x="8536334" y="5321755"/>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32" name="Rectangle 75">
              <a:extLst>
                <a:ext uri="{FF2B5EF4-FFF2-40B4-BE49-F238E27FC236}">
                  <a16:creationId xmlns:a16="http://schemas.microsoft.com/office/drawing/2014/main" id="{102C2A6B-0AB7-678C-24A1-01A841E6332C}"/>
                </a:ext>
              </a:extLst>
            </p:cNvPr>
            <p:cNvSpPr>
              <a:spLocks noChangeArrowheads="1"/>
            </p:cNvSpPr>
            <p:nvPr/>
          </p:nvSpPr>
          <p:spPr bwMode="gray">
            <a:xfrm>
              <a:off x="8536334" y="4952027"/>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sp>
          <p:nvSpPr>
            <p:cNvPr id="33" name="Rectangle 76">
              <a:extLst>
                <a:ext uri="{FF2B5EF4-FFF2-40B4-BE49-F238E27FC236}">
                  <a16:creationId xmlns:a16="http://schemas.microsoft.com/office/drawing/2014/main" id="{9FAC0D9A-9429-BB16-8D4E-4333DE3AB35B}"/>
                </a:ext>
              </a:extLst>
            </p:cNvPr>
            <p:cNvSpPr>
              <a:spLocks noChangeArrowheads="1"/>
            </p:cNvSpPr>
            <p:nvPr/>
          </p:nvSpPr>
          <p:spPr bwMode="gray">
            <a:xfrm>
              <a:off x="8536334" y="5696200"/>
              <a:ext cx="2490388" cy="288000"/>
            </a:xfrm>
            <a:prstGeom prst="rect">
              <a:avLst/>
            </a:prstGeom>
            <a:solidFill>
              <a:srgbClr val="CCCCCC"/>
            </a:solidFill>
            <a:ln w="19050" algn="ctr">
              <a:noFill/>
              <a:miter lim="800000"/>
              <a:headEnd/>
              <a:tailEnd/>
            </a:ln>
            <a:effectLst/>
          </p:spPr>
          <p:txBody>
            <a:bodyPr lIns="91440" tIns="45720" rIns="91440" bIns="46800" anchor="ctr"/>
            <a:lstStyle/>
            <a:p>
              <a:r>
                <a:rPr lang="en-US" sz="1200">
                  <a:latin typeface="Arial" pitchFamily="34" charset="0"/>
                </a:rPr>
                <a:t>Text</a:t>
              </a:r>
            </a:p>
          </p:txBody>
        </p:sp>
        <p:cxnSp>
          <p:nvCxnSpPr>
            <p:cNvPr id="34" name="AutoShape 92">
              <a:extLst>
                <a:ext uri="{FF2B5EF4-FFF2-40B4-BE49-F238E27FC236}">
                  <a16:creationId xmlns:a16="http://schemas.microsoft.com/office/drawing/2014/main" id="{37B7FE9B-697A-8A91-2F05-5B0469F30D13}"/>
                </a:ext>
              </a:extLst>
            </p:cNvPr>
            <p:cNvCxnSpPr>
              <a:cxnSpLocks noChangeShapeType="1"/>
              <a:stCxn id="42" idx="3"/>
              <a:endCxn id="33" idx="1"/>
            </p:cNvCxnSpPr>
            <p:nvPr/>
          </p:nvCxnSpPr>
          <p:spPr bwMode="gray">
            <a:xfrm>
              <a:off x="8159948" y="5466999"/>
              <a:ext cx="376386" cy="373201"/>
            </a:xfrm>
            <a:prstGeom prst="bentConnector3">
              <a:avLst>
                <a:gd name="adj1" fmla="val 50000"/>
              </a:avLst>
            </a:prstGeom>
            <a:noFill/>
            <a:ln w="14604">
              <a:solidFill>
                <a:srgbClr val="555555"/>
              </a:solidFill>
              <a:miter lim="800000"/>
              <a:headEnd/>
              <a:tailEnd/>
            </a:ln>
            <a:effectLst/>
          </p:spPr>
        </p:cxnSp>
        <p:cxnSp>
          <p:nvCxnSpPr>
            <p:cNvPr id="35" name="AutoShape 93">
              <a:extLst>
                <a:ext uri="{FF2B5EF4-FFF2-40B4-BE49-F238E27FC236}">
                  <a16:creationId xmlns:a16="http://schemas.microsoft.com/office/drawing/2014/main" id="{1B8F4FC4-E1E3-4F13-6613-0DB8AB57A886}"/>
                </a:ext>
              </a:extLst>
            </p:cNvPr>
            <p:cNvCxnSpPr>
              <a:cxnSpLocks noChangeShapeType="1"/>
              <a:stCxn id="42" idx="3"/>
              <a:endCxn id="31" idx="1"/>
            </p:cNvCxnSpPr>
            <p:nvPr/>
          </p:nvCxnSpPr>
          <p:spPr bwMode="gray">
            <a:xfrm flipV="1">
              <a:off x="8159948" y="5465755"/>
              <a:ext cx="376386" cy="1244"/>
            </a:xfrm>
            <a:prstGeom prst="bentConnector3">
              <a:avLst>
                <a:gd name="adj1" fmla="val 50000"/>
              </a:avLst>
            </a:prstGeom>
            <a:noFill/>
            <a:ln w="19050">
              <a:solidFill>
                <a:srgbClr val="555555"/>
              </a:solidFill>
              <a:miter lim="800000"/>
              <a:headEnd/>
              <a:tailEnd/>
            </a:ln>
            <a:effectLst/>
          </p:spPr>
        </p:cxnSp>
        <p:cxnSp>
          <p:nvCxnSpPr>
            <p:cNvPr id="36" name="AutoShape 94">
              <a:extLst>
                <a:ext uri="{FF2B5EF4-FFF2-40B4-BE49-F238E27FC236}">
                  <a16:creationId xmlns:a16="http://schemas.microsoft.com/office/drawing/2014/main" id="{006FC433-7280-BBB3-A761-CC513768C92E}"/>
                </a:ext>
              </a:extLst>
            </p:cNvPr>
            <p:cNvCxnSpPr>
              <a:cxnSpLocks noChangeShapeType="1"/>
              <a:stCxn id="42" idx="3"/>
              <a:endCxn id="32" idx="1"/>
            </p:cNvCxnSpPr>
            <p:nvPr/>
          </p:nvCxnSpPr>
          <p:spPr bwMode="gray">
            <a:xfrm flipV="1">
              <a:off x="8159948" y="5096027"/>
              <a:ext cx="376386" cy="370972"/>
            </a:xfrm>
            <a:prstGeom prst="bentConnector3">
              <a:avLst>
                <a:gd name="adj1" fmla="val 50000"/>
              </a:avLst>
            </a:prstGeom>
            <a:noFill/>
            <a:ln w="14604">
              <a:solidFill>
                <a:srgbClr val="555555"/>
              </a:solidFill>
              <a:miter lim="800000"/>
              <a:headEnd/>
              <a:tailEnd/>
            </a:ln>
            <a:effectLst/>
          </p:spPr>
        </p:cxnSp>
        <p:cxnSp>
          <p:nvCxnSpPr>
            <p:cNvPr id="37" name="AutoShape 63">
              <a:extLst>
                <a:ext uri="{FF2B5EF4-FFF2-40B4-BE49-F238E27FC236}">
                  <a16:creationId xmlns:a16="http://schemas.microsoft.com/office/drawing/2014/main" id="{8AFC1908-C70D-611F-292C-08535F84976D}"/>
                </a:ext>
              </a:extLst>
            </p:cNvPr>
            <p:cNvCxnSpPr>
              <a:cxnSpLocks noChangeShapeType="1"/>
              <a:stCxn id="44" idx="3"/>
              <a:endCxn id="42" idx="1"/>
            </p:cNvCxnSpPr>
            <p:nvPr/>
          </p:nvCxnSpPr>
          <p:spPr bwMode="gray">
            <a:xfrm>
              <a:off x="5213817" y="4830234"/>
              <a:ext cx="499616" cy="636765"/>
            </a:xfrm>
            <a:prstGeom prst="bentConnector3">
              <a:avLst>
                <a:gd name="adj1" fmla="val 50000"/>
              </a:avLst>
            </a:prstGeom>
            <a:noFill/>
            <a:ln w="14604">
              <a:solidFill>
                <a:srgbClr val="555555"/>
              </a:solidFill>
              <a:miter lim="800000"/>
              <a:headEnd/>
              <a:tailEnd/>
            </a:ln>
            <a:effectLst/>
          </p:spPr>
        </p:cxnSp>
        <p:sp>
          <p:nvSpPr>
            <p:cNvPr id="38" name="Rectangle 51">
              <a:extLst>
                <a:ext uri="{FF2B5EF4-FFF2-40B4-BE49-F238E27FC236}">
                  <a16:creationId xmlns:a16="http://schemas.microsoft.com/office/drawing/2014/main" id="{90480630-BD8A-30FD-2592-8F2F8AF2ADB1}"/>
                </a:ext>
              </a:extLst>
            </p:cNvPr>
            <p:cNvSpPr>
              <a:spLocks noChangeArrowheads="1"/>
            </p:cNvSpPr>
            <p:nvPr/>
          </p:nvSpPr>
          <p:spPr bwMode="gray">
            <a:xfrm>
              <a:off x="778139" y="3077784"/>
              <a:ext cx="2019907" cy="596308"/>
            </a:xfrm>
            <a:prstGeom prst="rect">
              <a:avLst/>
            </a:prstGeom>
            <a:solidFill>
              <a:srgbClr val="200A58"/>
            </a:solidFill>
            <a:ln w="28575" cap="flat" cmpd="sng" algn="ctr">
              <a:noFill/>
              <a:prstDash val="solid"/>
              <a:round/>
              <a:headEnd type="none" w="med" len="med"/>
              <a:tailEnd type="none" w="med" len="med"/>
            </a:ln>
            <a:effectLst/>
          </p:spPr>
          <p:txBody>
            <a:bodyPr vert="horz" wrap="square" lIns="90000" tIns="72000" rIns="90000" bIns="72000" numCol="1" rtlCol="0" anchor="ctr" anchorCtr="0" compatLnSpc="1">
              <a:prstTxWarp prst="textNoShape">
                <a:avLst/>
              </a:prstTxWarp>
            </a:bodyPr>
            <a:lstStyle/>
            <a:p>
              <a:r>
                <a:rPr lang="en-US" sz="1600">
                  <a:solidFill>
                    <a:schemeClr val="bg1"/>
                  </a:solidFill>
                  <a:latin typeface="Arial" pitchFamily="34" charset="0"/>
                </a:rPr>
                <a:t>Text</a:t>
              </a:r>
            </a:p>
          </p:txBody>
        </p:sp>
        <p:sp>
          <p:nvSpPr>
            <p:cNvPr id="39" name="Rectangle 59">
              <a:extLst>
                <a:ext uri="{FF2B5EF4-FFF2-40B4-BE49-F238E27FC236}">
                  <a16:creationId xmlns:a16="http://schemas.microsoft.com/office/drawing/2014/main" id="{87CA7306-7BC0-EB7B-BEE8-D534860F35C3}"/>
                </a:ext>
              </a:extLst>
            </p:cNvPr>
            <p:cNvSpPr>
              <a:spLocks noChangeArrowheads="1"/>
            </p:cNvSpPr>
            <p:nvPr/>
          </p:nvSpPr>
          <p:spPr bwMode="gray">
            <a:xfrm>
              <a:off x="5713433" y="1263604"/>
              <a:ext cx="2446515" cy="447233"/>
            </a:xfrm>
            <a:prstGeom prst="rect">
              <a:avLst/>
            </a:prstGeom>
            <a:solidFill>
              <a:schemeClr val="bg1"/>
            </a:solidFill>
            <a:ln w="19050" cap="flat" cmpd="sng" algn="ctr">
              <a:solidFill>
                <a:srgbClr val="E31937"/>
              </a:solidFill>
              <a:prstDash val="solid"/>
              <a:round/>
              <a:headEnd type="none" w="med" len="med"/>
              <a:tailEnd type="none" w="med" len="med"/>
            </a:ln>
            <a:effectLst/>
          </p:spPr>
          <p:txBody>
            <a:bodyPr vert="horz" wrap="square" lIns="90000" tIns="72000" rIns="90000" bIns="72000" numCol="1" rtlCol="0" anchor="ctr" anchorCtr="0" compatLnSpc="1">
              <a:prstTxWarp prst="textNoShape">
                <a:avLst/>
              </a:prstTxWarp>
            </a:bodyPr>
            <a:lstStyle/>
            <a:p>
              <a:r>
                <a:rPr lang="en-US" sz="1400">
                  <a:latin typeface="Arial" pitchFamily="34" charset="0"/>
                </a:rPr>
                <a:t>Text</a:t>
              </a:r>
            </a:p>
          </p:txBody>
        </p:sp>
        <p:sp>
          <p:nvSpPr>
            <p:cNvPr id="40" name="Rectangle 59">
              <a:extLst>
                <a:ext uri="{FF2B5EF4-FFF2-40B4-BE49-F238E27FC236}">
                  <a16:creationId xmlns:a16="http://schemas.microsoft.com/office/drawing/2014/main" id="{0AA403C4-111C-C42B-6C82-EFFBBAC8431B}"/>
                </a:ext>
              </a:extLst>
            </p:cNvPr>
            <p:cNvSpPr>
              <a:spLocks noChangeArrowheads="1"/>
            </p:cNvSpPr>
            <p:nvPr/>
          </p:nvSpPr>
          <p:spPr bwMode="gray">
            <a:xfrm>
              <a:off x="5713433" y="2521926"/>
              <a:ext cx="2446515" cy="447233"/>
            </a:xfrm>
            <a:prstGeom prst="rect">
              <a:avLst/>
            </a:prstGeom>
            <a:solidFill>
              <a:schemeClr val="bg1"/>
            </a:solidFill>
            <a:ln w="19050" cap="flat" cmpd="sng" algn="ctr">
              <a:solidFill>
                <a:srgbClr val="E31937"/>
              </a:solidFill>
              <a:prstDash val="solid"/>
              <a:round/>
              <a:headEnd type="none" w="med" len="med"/>
              <a:tailEnd type="none" w="med" len="med"/>
            </a:ln>
            <a:effectLst/>
          </p:spPr>
          <p:txBody>
            <a:bodyPr vert="horz" wrap="square" lIns="90000" tIns="72000" rIns="90000" bIns="72000" numCol="1" rtlCol="0" anchor="ctr" anchorCtr="0" compatLnSpc="1">
              <a:prstTxWarp prst="textNoShape">
                <a:avLst/>
              </a:prstTxWarp>
            </a:bodyPr>
            <a:lstStyle/>
            <a:p>
              <a:r>
                <a:rPr lang="en-US" sz="1400">
                  <a:latin typeface="Arial" pitchFamily="34" charset="0"/>
                </a:rPr>
                <a:t>Text</a:t>
              </a:r>
            </a:p>
          </p:txBody>
        </p:sp>
        <p:sp>
          <p:nvSpPr>
            <p:cNvPr id="41" name="Rectangle 59">
              <a:extLst>
                <a:ext uri="{FF2B5EF4-FFF2-40B4-BE49-F238E27FC236}">
                  <a16:creationId xmlns:a16="http://schemas.microsoft.com/office/drawing/2014/main" id="{CD353A3E-7CEC-DF16-9885-FD9E8A101A81}"/>
                </a:ext>
              </a:extLst>
            </p:cNvPr>
            <p:cNvSpPr>
              <a:spLocks noChangeArrowheads="1"/>
            </p:cNvSpPr>
            <p:nvPr/>
          </p:nvSpPr>
          <p:spPr bwMode="gray">
            <a:xfrm>
              <a:off x="5713433" y="3969860"/>
              <a:ext cx="2446515" cy="447233"/>
            </a:xfrm>
            <a:prstGeom prst="rect">
              <a:avLst/>
            </a:prstGeom>
            <a:solidFill>
              <a:schemeClr val="bg1"/>
            </a:solidFill>
            <a:ln w="19050" cap="flat" cmpd="sng" algn="ctr">
              <a:solidFill>
                <a:srgbClr val="E31937"/>
              </a:solidFill>
              <a:prstDash val="solid"/>
              <a:round/>
              <a:headEnd type="none" w="med" len="med"/>
              <a:tailEnd type="none" w="med" len="med"/>
            </a:ln>
            <a:effectLst/>
          </p:spPr>
          <p:txBody>
            <a:bodyPr vert="horz" wrap="square" lIns="90000" tIns="72000" rIns="90000" bIns="72000" numCol="1" rtlCol="0" anchor="ctr" anchorCtr="0" compatLnSpc="1">
              <a:prstTxWarp prst="textNoShape">
                <a:avLst/>
              </a:prstTxWarp>
            </a:bodyPr>
            <a:lstStyle/>
            <a:p>
              <a:r>
                <a:rPr lang="en-US" sz="1400">
                  <a:latin typeface="Arial" pitchFamily="34" charset="0"/>
                </a:rPr>
                <a:t>Text</a:t>
              </a:r>
            </a:p>
          </p:txBody>
        </p:sp>
        <p:sp>
          <p:nvSpPr>
            <p:cNvPr id="42" name="Rectangle 59">
              <a:extLst>
                <a:ext uri="{FF2B5EF4-FFF2-40B4-BE49-F238E27FC236}">
                  <a16:creationId xmlns:a16="http://schemas.microsoft.com/office/drawing/2014/main" id="{FDFE328C-4D10-EE95-D740-5E79974A2916}"/>
                </a:ext>
              </a:extLst>
            </p:cNvPr>
            <p:cNvSpPr>
              <a:spLocks noChangeArrowheads="1"/>
            </p:cNvSpPr>
            <p:nvPr/>
          </p:nvSpPr>
          <p:spPr bwMode="gray">
            <a:xfrm>
              <a:off x="5713433" y="5243382"/>
              <a:ext cx="2446515" cy="447233"/>
            </a:xfrm>
            <a:prstGeom prst="rect">
              <a:avLst/>
            </a:prstGeom>
            <a:solidFill>
              <a:schemeClr val="bg1"/>
            </a:solidFill>
            <a:ln w="19050" cap="flat" cmpd="sng" algn="ctr">
              <a:solidFill>
                <a:srgbClr val="E31937"/>
              </a:solidFill>
              <a:prstDash val="solid"/>
              <a:round/>
              <a:headEnd type="none" w="med" len="med"/>
              <a:tailEnd type="none" w="med" len="med"/>
            </a:ln>
            <a:effectLst/>
          </p:spPr>
          <p:txBody>
            <a:bodyPr vert="horz" wrap="square" lIns="90000" tIns="72000" rIns="90000" bIns="72000" numCol="1" rtlCol="0" anchor="ctr" anchorCtr="0" compatLnSpc="1">
              <a:prstTxWarp prst="textNoShape">
                <a:avLst/>
              </a:prstTxWarp>
            </a:bodyPr>
            <a:lstStyle/>
            <a:p>
              <a:r>
                <a:rPr lang="en-US" sz="1400">
                  <a:latin typeface="Arial" pitchFamily="34" charset="0"/>
                </a:rPr>
                <a:t>Text</a:t>
              </a:r>
            </a:p>
          </p:txBody>
        </p:sp>
        <p:sp>
          <p:nvSpPr>
            <p:cNvPr id="43" name="Rectangle 54">
              <a:extLst>
                <a:ext uri="{FF2B5EF4-FFF2-40B4-BE49-F238E27FC236}">
                  <a16:creationId xmlns:a16="http://schemas.microsoft.com/office/drawing/2014/main" id="{7F10AA76-E4DD-F1B3-1A5E-06E0E4866D36}"/>
                </a:ext>
              </a:extLst>
            </p:cNvPr>
            <p:cNvSpPr>
              <a:spLocks noChangeArrowheads="1"/>
            </p:cNvSpPr>
            <p:nvPr/>
          </p:nvSpPr>
          <p:spPr bwMode="gray">
            <a:xfrm>
              <a:off x="3230893" y="1885163"/>
              <a:ext cx="1982924" cy="447232"/>
            </a:xfrm>
            <a:prstGeom prst="rect">
              <a:avLst/>
            </a:prstGeom>
            <a:solidFill>
              <a:srgbClr val="5236AB"/>
            </a:solidFill>
            <a:ln w="28575" cap="flat" cmpd="sng" algn="ctr">
              <a:solidFill>
                <a:srgbClr val="5236AB"/>
              </a:solidFill>
              <a:prstDash val="solid"/>
              <a:round/>
              <a:headEnd type="none" w="med" len="med"/>
              <a:tailEnd type="none" w="med" len="med"/>
            </a:ln>
            <a:effectLst/>
          </p:spPr>
          <p:txBody>
            <a:bodyPr vert="horz" wrap="square" lIns="90000" tIns="72000" rIns="90000" bIns="72000" numCol="1" rtlCol="0" anchor="ctr" anchorCtr="0" compatLnSpc="1">
              <a:prstTxWarp prst="textNoShape">
                <a:avLst/>
              </a:prstTxWarp>
            </a:bodyPr>
            <a:lstStyle/>
            <a:p>
              <a:r>
                <a:rPr lang="en-US" sz="1400">
                  <a:solidFill>
                    <a:schemeClr val="bg1"/>
                  </a:solidFill>
                  <a:latin typeface="Arial" pitchFamily="34" charset="0"/>
                </a:rPr>
                <a:t>Text</a:t>
              </a:r>
            </a:p>
          </p:txBody>
        </p:sp>
        <p:sp>
          <p:nvSpPr>
            <p:cNvPr id="44" name="Rectangle 54">
              <a:extLst>
                <a:ext uri="{FF2B5EF4-FFF2-40B4-BE49-F238E27FC236}">
                  <a16:creationId xmlns:a16="http://schemas.microsoft.com/office/drawing/2014/main" id="{C7904130-DAD5-7232-0695-48093CC2781B}"/>
                </a:ext>
              </a:extLst>
            </p:cNvPr>
            <p:cNvSpPr>
              <a:spLocks noChangeArrowheads="1"/>
            </p:cNvSpPr>
            <p:nvPr/>
          </p:nvSpPr>
          <p:spPr bwMode="gray">
            <a:xfrm>
              <a:off x="3230893" y="4606618"/>
              <a:ext cx="1982924" cy="447232"/>
            </a:xfrm>
            <a:prstGeom prst="rect">
              <a:avLst/>
            </a:prstGeom>
            <a:solidFill>
              <a:srgbClr val="5236AB"/>
            </a:solidFill>
            <a:ln w="28575" cap="flat" cmpd="sng" algn="ctr">
              <a:solidFill>
                <a:srgbClr val="5236AB"/>
              </a:solidFill>
              <a:prstDash val="solid"/>
              <a:round/>
              <a:headEnd type="none" w="med" len="med"/>
              <a:tailEnd type="none" w="med" len="med"/>
            </a:ln>
            <a:effectLst/>
          </p:spPr>
          <p:txBody>
            <a:bodyPr vert="horz" wrap="square" lIns="90000" tIns="72000" rIns="90000" bIns="72000" numCol="1" rtlCol="0" anchor="ctr" anchorCtr="0" compatLnSpc="1">
              <a:prstTxWarp prst="textNoShape">
                <a:avLst/>
              </a:prstTxWarp>
            </a:bodyPr>
            <a:lstStyle/>
            <a:p>
              <a:r>
                <a:rPr lang="en-US" sz="1400">
                  <a:solidFill>
                    <a:schemeClr val="bg1"/>
                  </a:solidFill>
                  <a:latin typeface="Arial" pitchFamily="34" charset="0"/>
                </a:rPr>
                <a:t>Text</a:t>
              </a:r>
            </a:p>
          </p:txBody>
        </p:sp>
      </p:grpSp>
    </p:spTree>
    <p:extLst>
      <p:ext uri="{BB962C8B-B14F-4D97-AF65-F5344CB8AC3E}">
        <p14:creationId xmlns:p14="http://schemas.microsoft.com/office/powerpoint/2010/main" val="229330147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71D4A-56E7-E323-F562-CEFA08912F4A}"/>
              </a:ext>
            </a:extLst>
          </p:cNvPr>
          <p:cNvSpPr>
            <a:spLocks noGrp="1"/>
          </p:cNvSpPr>
          <p:nvPr>
            <p:ph type="title"/>
          </p:nvPr>
        </p:nvSpPr>
        <p:spPr>
          <a:xfrm>
            <a:off x="766763" y="682514"/>
            <a:ext cx="10658475" cy="532765"/>
          </a:xfrm>
        </p:spPr>
        <p:txBody>
          <a:bodyPr/>
          <a:lstStyle/>
          <a:p>
            <a:r>
              <a:rPr lang="en-US" noProof="0"/>
              <a:t>Title + lower subtitle slide (</a:t>
            </a:r>
            <a:r>
              <a:rPr lang="en-US"/>
              <a:t>financial table example)</a:t>
            </a:r>
          </a:p>
        </p:txBody>
      </p:sp>
      <p:sp>
        <p:nvSpPr>
          <p:cNvPr id="3" name="Content Placeholder 2">
            <a:extLst>
              <a:ext uri="{FF2B5EF4-FFF2-40B4-BE49-F238E27FC236}">
                <a16:creationId xmlns:a16="http://schemas.microsoft.com/office/drawing/2014/main" id="{8DD21D9D-12E9-F81C-4B84-A0D21C7BAC47}"/>
              </a:ext>
            </a:extLst>
          </p:cNvPr>
          <p:cNvSpPr>
            <a:spLocks noGrp="1"/>
          </p:cNvSpPr>
          <p:nvPr>
            <p:ph idx="1"/>
          </p:nvPr>
        </p:nvSpPr>
        <p:spPr>
          <a:xfrm>
            <a:off x="766763" y="1527790"/>
            <a:ext cx="10658475" cy="823059"/>
          </a:xfrm>
        </p:spPr>
        <p:txBody>
          <a:bodyPr anchor="t"/>
          <a:lstStyle/>
          <a:p>
            <a:r>
              <a:rPr lang="en-US" sz="1600"/>
              <a:t>Insert text here. </a:t>
            </a:r>
            <a:r>
              <a:rPr lang="en-GB" sz="1600"/>
              <a:t>Use </a:t>
            </a:r>
            <a:r>
              <a:rPr lang="en-GB" sz="1600" b="1"/>
              <a:t>bold formatting </a:t>
            </a:r>
            <a:br>
              <a:rPr lang="en-GB" sz="1600"/>
            </a:br>
            <a:r>
              <a:rPr lang="en-US" sz="1600"/>
              <a:t>to highlight specific parts of the text.</a:t>
            </a:r>
          </a:p>
        </p:txBody>
      </p:sp>
      <p:graphicFrame>
        <p:nvGraphicFramePr>
          <p:cNvPr id="6" name="Group 197">
            <a:extLst>
              <a:ext uri="{FF2B5EF4-FFF2-40B4-BE49-F238E27FC236}">
                <a16:creationId xmlns:a16="http://schemas.microsoft.com/office/drawing/2014/main" id="{9404C94E-5474-C9BA-8CBB-AFD300F7049D}"/>
              </a:ext>
              <a:ext uri="{C183D7F6-B498-43B3-948B-1728B52AA6E4}">
                <adec:decorative xmlns:adec="http://schemas.microsoft.com/office/drawing/2017/decorative" val="0"/>
              </a:ext>
            </a:extLst>
          </p:cNvPr>
          <p:cNvGraphicFramePr>
            <a:graphicFrameLocks/>
          </p:cNvGraphicFramePr>
          <p:nvPr>
            <p:extLst>
              <p:ext uri="{D42A27DB-BD31-4B8C-83A1-F6EECF244321}">
                <p14:modId xmlns:p14="http://schemas.microsoft.com/office/powerpoint/2010/main" val="2689871119"/>
              </p:ext>
            </p:extLst>
          </p:nvPr>
        </p:nvGraphicFramePr>
        <p:xfrm>
          <a:off x="765191" y="2205580"/>
          <a:ext cx="10659501" cy="3900033"/>
        </p:xfrm>
        <a:graphic>
          <a:graphicData uri="http://schemas.openxmlformats.org/drawingml/2006/table">
            <a:tbl>
              <a:tblPr firstRow="1"/>
              <a:tblGrid>
                <a:gridCol w="5038229">
                  <a:extLst>
                    <a:ext uri="{9D8B030D-6E8A-4147-A177-3AD203B41FA5}">
                      <a16:colId xmlns:a16="http://schemas.microsoft.com/office/drawing/2014/main" val="20000"/>
                    </a:ext>
                  </a:extLst>
                </a:gridCol>
                <a:gridCol w="1405318">
                  <a:extLst>
                    <a:ext uri="{9D8B030D-6E8A-4147-A177-3AD203B41FA5}">
                      <a16:colId xmlns:a16="http://schemas.microsoft.com/office/drawing/2014/main" val="20002"/>
                    </a:ext>
                  </a:extLst>
                </a:gridCol>
                <a:gridCol w="1405318">
                  <a:extLst>
                    <a:ext uri="{9D8B030D-6E8A-4147-A177-3AD203B41FA5}">
                      <a16:colId xmlns:a16="http://schemas.microsoft.com/office/drawing/2014/main" val="20003"/>
                    </a:ext>
                  </a:extLst>
                </a:gridCol>
                <a:gridCol w="1405318">
                  <a:extLst>
                    <a:ext uri="{9D8B030D-6E8A-4147-A177-3AD203B41FA5}">
                      <a16:colId xmlns:a16="http://schemas.microsoft.com/office/drawing/2014/main" val="20004"/>
                    </a:ext>
                  </a:extLst>
                </a:gridCol>
                <a:gridCol w="1405318">
                  <a:extLst>
                    <a:ext uri="{9D8B030D-6E8A-4147-A177-3AD203B41FA5}">
                      <a16:colId xmlns:a16="http://schemas.microsoft.com/office/drawing/2014/main" val="20006"/>
                    </a:ext>
                  </a:extLst>
                </a:gridCol>
              </a:tblGrid>
              <a:tr h="530683">
                <a:tc>
                  <a:txBody>
                    <a:bodyPr/>
                    <a:lstStyle/>
                    <a:p>
                      <a:pPr marL="0" indent="0" algn="l" defTabSz="914400" rtl="0" eaLnBrk="1" fontAlgn="b" latinLnBrk="0" hangingPunct="1">
                        <a:buFont typeface="+mj-lt"/>
                        <a:buNone/>
                      </a:pPr>
                      <a:r>
                        <a:rPr lang="en-US" sz="1400" b="0" i="0" u="none" strike="noStrike" kern="1200">
                          <a:solidFill>
                            <a:schemeClr val="tx1"/>
                          </a:solidFill>
                          <a:effectLst/>
                          <a:latin typeface="+mj-lt"/>
                          <a:ea typeface="+mn-ea"/>
                          <a:cs typeface="+mn-cs"/>
                        </a:rPr>
                        <a:t>Item heading</a:t>
                      </a:r>
                    </a:p>
                  </a:txBody>
                  <a:tcPr marL="120000" marR="36000" marT="36000" marB="36000" anchor="ctr" horzOverflow="overflow">
                    <a:lnL cap="flat">
                      <a:noFill/>
                    </a:lnL>
                    <a:lnR w="12700" cap="flat" cmpd="sng" algn="ctr">
                      <a:noFill/>
                      <a:prstDash val="solid"/>
                      <a:round/>
                      <a:headEnd type="none" w="med" len="med"/>
                      <a:tailEnd type="none" w="med" len="med"/>
                    </a:lnR>
                    <a:lnT cap="flat">
                      <a:noFill/>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tx2"/>
                        </a:buClr>
                        <a:buSzPct val="80000"/>
                        <a:buFontTx/>
                        <a:buNone/>
                        <a:tabLst/>
                      </a:pPr>
                      <a:r>
                        <a:rPr kumimoji="0" lang="en-US" sz="1200" b="1" i="0" u="none" strike="noStrike" cap="none" normalizeH="0" baseline="0">
                          <a:ln>
                            <a:noFill/>
                          </a:ln>
                          <a:solidFill>
                            <a:schemeClr val="tx1"/>
                          </a:solidFill>
                          <a:effectLst/>
                          <a:latin typeface="+mj-lt"/>
                        </a:rPr>
                        <a:t>Insert heading</a:t>
                      </a:r>
                    </a:p>
                  </a:txBody>
                  <a:tcPr marL="120000" marR="120000" marT="36000" marB="36000"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999999"/>
                    </a:solidFill>
                  </a:tcPr>
                </a:tc>
                <a:tc>
                  <a:txBody>
                    <a:bodyPr/>
                    <a:lstStyle/>
                    <a:p>
                      <a:pPr marL="0" marR="0" lvl="0" indent="0" algn="ctr" defTabSz="914400" rtl="0" eaLnBrk="1" fontAlgn="base" latinLnBrk="0" hangingPunct="1">
                        <a:lnSpc>
                          <a:spcPct val="90000"/>
                        </a:lnSpc>
                        <a:spcBef>
                          <a:spcPct val="0"/>
                        </a:spcBef>
                        <a:spcAft>
                          <a:spcPct val="0"/>
                        </a:spcAft>
                        <a:buClr>
                          <a:schemeClr val="tx2"/>
                        </a:buClr>
                        <a:buSzPct val="80000"/>
                        <a:buFontTx/>
                        <a:buNone/>
                        <a:tabLst/>
                      </a:pPr>
                      <a:r>
                        <a:rPr kumimoji="0" lang="en-US" sz="1200" b="1" i="0" u="none" strike="noStrike" cap="none" normalizeH="0" baseline="0">
                          <a:ln>
                            <a:noFill/>
                          </a:ln>
                          <a:solidFill>
                            <a:schemeClr val="tx1"/>
                          </a:solidFill>
                          <a:effectLst/>
                          <a:latin typeface="+mj-lt"/>
                        </a:rPr>
                        <a:t>Insert </a:t>
                      </a:r>
                      <a:r>
                        <a:rPr kumimoji="0" lang="en-US" sz="1200" b="1" i="0" u="none" strike="noStrike" kern="1200" cap="none" normalizeH="0" baseline="0">
                          <a:ln>
                            <a:noFill/>
                          </a:ln>
                          <a:solidFill>
                            <a:schemeClr val="tx1"/>
                          </a:solidFill>
                          <a:effectLst/>
                          <a:latin typeface="+mn-lt"/>
                          <a:ea typeface="+mn-ea"/>
                          <a:cs typeface="+mn-cs"/>
                        </a:rPr>
                        <a:t>heading</a:t>
                      </a:r>
                      <a:endParaRPr kumimoji="0" lang="en-US" sz="1200" b="1" i="0" u="none" strike="noStrike" cap="none" normalizeH="0" baseline="0">
                        <a:ln>
                          <a:noFill/>
                        </a:ln>
                        <a:solidFill>
                          <a:schemeClr val="tx1"/>
                        </a:solidFill>
                        <a:effectLst/>
                        <a:latin typeface="+mj-lt"/>
                      </a:endParaRPr>
                    </a:p>
                  </a:txBody>
                  <a:tcPr marL="120000" marR="120000" marT="36000" marB="36000" anchor="ctr" horzOverflow="overflow">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999999"/>
                    </a:solidFill>
                  </a:tcPr>
                </a:tc>
                <a:tc>
                  <a:txBody>
                    <a:bodyPr/>
                    <a:lstStyle/>
                    <a:p>
                      <a:pPr marL="0" marR="0" lvl="0" indent="0" algn="ctr" defTabSz="914400" rtl="0" eaLnBrk="1" fontAlgn="base" latinLnBrk="0" hangingPunct="1">
                        <a:lnSpc>
                          <a:spcPct val="90000"/>
                        </a:lnSpc>
                        <a:spcBef>
                          <a:spcPct val="0"/>
                        </a:spcBef>
                        <a:spcAft>
                          <a:spcPct val="0"/>
                        </a:spcAft>
                        <a:buClr>
                          <a:schemeClr val="tx2"/>
                        </a:buClr>
                        <a:buSzPct val="80000"/>
                        <a:buFontTx/>
                        <a:buNone/>
                        <a:tabLst/>
                      </a:pPr>
                      <a:r>
                        <a:rPr kumimoji="0" lang="en-US" sz="1200" b="1" i="0" u="none" strike="noStrike" cap="none" normalizeH="0" baseline="0">
                          <a:ln>
                            <a:noFill/>
                          </a:ln>
                          <a:solidFill>
                            <a:schemeClr val="bg1"/>
                          </a:solidFill>
                          <a:effectLst/>
                          <a:latin typeface="+mj-lt"/>
                        </a:rPr>
                        <a:t>Insert </a:t>
                      </a:r>
                      <a:r>
                        <a:rPr kumimoji="0" lang="en-US" sz="1200" b="1" i="0" u="none" strike="noStrike" kern="1200" cap="none" normalizeH="0" baseline="0">
                          <a:ln>
                            <a:noFill/>
                          </a:ln>
                          <a:solidFill>
                            <a:schemeClr val="bg1"/>
                          </a:solidFill>
                          <a:effectLst/>
                          <a:latin typeface="+mn-lt"/>
                          <a:ea typeface="+mn-ea"/>
                          <a:cs typeface="+mn-cs"/>
                        </a:rPr>
                        <a:t>heading</a:t>
                      </a:r>
                      <a:endParaRPr kumimoji="0" lang="en-US" sz="1200" b="1" i="0" u="none" strike="noStrike" cap="none" normalizeH="0" baseline="0">
                        <a:ln>
                          <a:noFill/>
                        </a:ln>
                        <a:solidFill>
                          <a:schemeClr val="bg1"/>
                        </a:solidFill>
                        <a:effectLst/>
                        <a:latin typeface="+mj-lt"/>
                      </a:endParaRPr>
                    </a:p>
                  </a:txBody>
                  <a:tcPr marL="120000" marR="120000" marT="36000" marB="36000"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gradFill>
                      <a:gsLst>
                        <a:gs pos="0">
                          <a:srgbClr val="E31937"/>
                        </a:gs>
                        <a:gs pos="60000">
                          <a:srgbClr val="A82465"/>
                        </a:gs>
                        <a:gs pos="100000">
                          <a:srgbClr val="5236AB"/>
                        </a:gs>
                      </a:gsLst>
                      <a:lin ang="0" scaled="1"/>
                    </a:gradFill>
                  </a:tcPr>
                </a:tc>
                <a:tc>
                  <a:txBody>
                    <a:bodyPr/>
                    <a:lstStyle/>
                    <a:p>
                      <a:pPr marL="0" marR="0" lvl="0" indent="0" algn="ctr" defTabSz="914400" rtl="0" eaLnBrk="1" fontAlgn="base" latinLnBrk="0" hangingPunct="1">
                        <a:lnSpc>
                          <a:spcPct val="90000"/>
                        </a:lnSpc>
                        <a:spcBef>
                          <a:spcPct val="0"/>
                        </a:spcBef>
                        <a:spcAft>
                          <a:spcPct val="0"/>
                        </a:spcAft>
                        <a:buClr>
                          <a:schemeClr val="tx2"/>
                        </a:buClr>
                        <a:buSzPct val="80000"/>
                        <a:buFontTx/>
                        <a:buNone/>
                        <a:tabLst/>
                      </a:pPr>
                      <a:r>
                        <a:rPr kumimoji="0" lang="en-US" sz="1200" b="1" i="0" u="none" strike="noStrike" cap="none" normalizeH="0" baseline="0">
                          <a:ln>
                            <a:noFill/>
                          </a:ln>
                          <a:solidFill>
                            <a:schemeClr val="bg1"/>
                          </a:solidFill>
                          <a:effectLst/>
                          <a:latin typeface="+mj-lt"/>
                        </a:rPr>
                        <a:t>Insert heading</a:t>
                      </a:r>
                    </a:p>
                  </a:txBody>
                  <a:tcPr marL="120000" marR="120000" marT="36000" marB="36000"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333333"/>
                    </a:solidFill>
                  </a:tcPr>
                </a:tc>
                <a:extLst>
                  <a:ext uri="{0D108BD9-81ED-4DB2-BD59-A6C34878D82A}">
                    <a16:rowId xmlns:a16="http://schemas.microsoft.com/office/drawing/2014/main" val="10000"/>
                  </a:ext>
                </a:extLst>
              </a:tr>
              <a:tr h="530683">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en-US" sz="1200" u="none" strike="noStrike" kern="1200">
                          <a:effectLst/>
                        </a:rPr>
                        <a:t>Item 1 here </a:t>
                      </a:r>
                    </a:p>
                    <a:p>
                      <a:pPr marL="0" marR="0" lvl="0" indent="0" algn="l" defTabSz="914400" rtl="0" eaLnBrk="1" fontAlgn="b" latinLnBrk="0" hangingPunct="1">
                        <a:lnSpc>
                          <a:spcPct val="100000"/>
                        </a:lnSpc>
                        <a:spcBef>
                          <a:spcPts val="0"/>
                        </a:spcBef>
                        <a:spcAft>
                          <a:spcPts val="0"/>
                        </a:spcAft>
                        <a:buClrTx/>
                        <a:buSzTx/>
                        <a:buFont typeface="+mj-lt"/>
                        <a:buNone/>
                        <a:tabLst/>
                        <a:defRPr/>
                      </a:pPr>
                      <a:r>
                        <a:rPr lang="en-GB" sz="1200" b="1">
                          <a:solidFill>
                            <a:srgbClr val="000000"/>
                          </a:solidFill>
                        </a:rPr>
                        <a:t>Use bold formatting </a:t>
                      </a:r>
                      <a:r>
                        <a:rPr lang="en-US" sz="1200">
                          <a:solidFill>
                            <a:srgbClr val="000000"/>
                          </a:solidFill>
                        </a:rPr>
                        <a:t>to highlight specific parts of the text.</a:t>
                      </a:r>
                      <a:endParaRPr lang="en-GB" sz="1200">
                        <a:solidFill>
                          <a:srgbClr val="000000"/>
                        </a:solidFill>
                      </a:endParaRPr>
                    </a:p>
                  </a:txBody>
                  <a:tcPr marL="120000" marR="120000" marT="35956" marB="3595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1" i="0" u="none" strike="noStrike" cap="none" normalizeH="0" baseline="0">
                          <a:ln>
                            <a:noFill/>
                          </a:ln>
                          <a:solidFill>
                            <a:schemeClr val="tx1">
                              <a:lumMod val="75000"/>
                            </a:schemeClr>
                          </a:solidFill>
                          <a:effectLst/>
                          <a:latin typeface="Arial" charset="0"/>
                        </a:rPr>
                        <a:t>XX.X</a:t>
                      </a:r>
                      <a:r>
                        <a:rPr kumimoji="0" lang="en-US" sz="1200" b="1" i="0" u="none" strike="noStrike" cap="none" normalizeH="0" baseline="0">
                          <a:ln>
                            <a:noFill/>
                          </a:ln>
                          <a:solidFill>
                            <a:schemeClr val="tx1">
                              <a:lumMod val="75000"/>
                            </a:schemeClr>
                          </a:solidFill>
                          <a:effectLst/>
                          <a:latin typeface="Arial" charset="0"/>
                        </a:rPr>
                        <a:t>%</a:t>
                      </a:r>
                      <a:endParaRPr kumimoji="0" lang="en-US" sz="1600" b="1" i="0" u="none" strike="noStrike" cap="none" normalizeH="0" baseline="0">
                        <a:ln>
                          <a:noFill/>
                        </a:ln>
                        <a:solidFill>
                          <a:schemeClr val="tx1">
                            <a:lumMod val="75000"/>
                          </a:schemeClr>
                        </a:solidFill>
                        <a:effectLst/>
                        <a:latin typeface="Arial" charset="0"/>
                      </a:endParaRPr>
                    </a:p>
                  </a:txBody>
                  <a:tcPr marL="120000" marR="120000" marT="35956" marB="35956"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1" i="0" u="none" strike="noStrike" cap="none" normalizeH="0" baseline="0">
                          <a:ln>
                            <a:noFill/>
                          </a:ln>
                          <a:solidFill>
                            <a:schemeClr val="tx1">
                              <a:lumMod val="75000"/>
                            </a:schemeClr>
                          </a:solidFill>
                          <a:effectLst/>
                          <a:latin typeface="Arial" charset="0"/>
                        </a:rPr>
                        <a:t>XX.X</a:t>
                      </a:r>
                      <a:r>
                        <a:rPr kumimoji="0" lang="en-US" sz="1200" b="1" i="0" u="none" strike="noStrike" cap="none" normalizeH="0" baseline="0">
                          <a:ln>
                            <a:noFill/>
                          </a:ln>
                          <a:solidFill>
                            <a:schemeClr val="tx1">
                              <a:lumMod val="75000"/>
                            </a:schemeClr>
                          </a:solidFill>
                          <a:effectLst/>
                          <a:latin typeface="Arial" charset="0"/>
                        </a:rPr>
                        <a:t>%</a:t>
                      </a:r>
                      <a:endParaRPr kumimoji="0" lang="en-US" sz="1600" b="1"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1" i="0" u="none" strike="noStrike" cap="none" normalizeH="0" baseline="0">
                          <a:ln>
                            <a:noFill/>
                          </a:ln>
                          <a:solidFill>
                            <a:schemeClr val="tx1">
                              <a:lumMod val="75000"/>
                            </a:schemeClr>
                          </a:solidFill>
                          <a:effectLst/>
                          <a:latin typeface="Arial" charset="0"/>
                        </a:rPr>
                        <a:t>XX.X</a:t>
                      </a:r>
                      <a:r>
                        <a:rPr kumimoji="0" lang="en-US" sz="1200" b="1" i="0" u="none" strike="noStrike" cap="none" normalizeH="0" baseline="0">
                          <a:ln>
                            <a:noFill/>
                          </a:ln>
                          <a:solidFill>
                            <a:schemeClr val="tx1">
                              <a:lumMod val="75000"/>
                            </a:schemeClr>
                          </a:solidFill>
                          <a:effectLst/>
                          <a:latin typeface="Arial" charset="0"/>
                        </a:rPr>
                        <a:t>%</a:t>
                      </a:r>
                      <a:endParaRPr kumimoji="0" lang="en-US" sz="1600" b="1"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1" i="0" u="none" strike="noStrike" cap="none" normalizeH="0" baseline="0">
                          <a:ln>
                            <a:noFill/>
                          </a:ln>
                          <a:solidFill>
                            <a:schemeClr val="tx1">
                              <a:lumMod val="75000"/>
                            </a:schemeClr>
                          </a:solidFill>
                          <a:effectLst/>
                          <a:latin typeface="Arial" charset="0"/>
                        </a:rPr>
                        <a:t>+XX pp</a:t>
                      </a:r>
                      <a:endParaRPr kumimoji="0" lang="en-CA" sz="1600" b="1"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15935">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en-US" sz="1200" u="none" strike="noStrike" kern="1200">
                          <a:effectLst/>
                        </a:rPr>
                        <a:t>Item 2 here </a:t>
                      </a:r>
                    </a:p>
                    <a:p>
                      <a:pPr marL="0" marR="0" lvl="0" indent="0" algn="l" defTabSz="914400" rtl="0" eaLnBrk="1" fontAlgn="b" latinLnBrk="0" hangingPunct="1">
                        <a:lnSpc>
                          <a:spcPct val="100000"/>
                        </a:lnSpc>
                        <a:spcBef>
                          <a:spcPts val="0"/>
                        </a:spcBef>
                        <a:spcAft>
                          <a:spcPts val="0"/>
                        </a:spcAft>
                        <a:buClrTx/>
                        <a:buSzTx/>
                        <a:buFont typeface="+mj-lt"/>
                        <a:buNone/>
                        <a:tabLst/>
                        <a:defRPr/>
                      </a:pPr>
                      <a:r>
                        <a:rPr lang="en-GB" sz="1200" b="1">
                          <a:solidFill>
                            <a:srgbClr val="000000"/>
                          </a:solidFill>
                        </a:rPr>
                        <a:t>Use bold formatting </a:t>
                      </a:r>
                      <a:r>
                        <a:rPr lang="en-US" sz="1200">
                          <a:solidFill>
                            <a:srgbClr val="000000"/>
                          </a:solidFill>
                        </a:rPr>
                        <a:t>to highlight specific parts of the text.</a:t>
                      </a:r>
                      <a:endParaRPr lang="en-GB" sz="1200">
                        <a:solidFill>
                          <a:srgbClr val="000000"/>
                        </a:solidFill>
                      </a:endParaRPr>
                    </a:p>
                  </a:txBody>
                  <a:tcPr marL="120000" marR="120000" marT="35956" marB="3595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18800" marR="120000" marT="35956" marB="35956"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 pp</a:t>
                      </a:r>
                      <a:endParaRPr kumimoji="0" lang="en-CA"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30683">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en-US" sz="1200" u="none" strike="noStrike" kern="1200">
                          <a:effectLst/>
                        </a:rPr>
                        <a:t>Item 3 here </a:t>
                      </a:r>
                    </a:p>
                    <a:p>
                      <a:pPr marL="0" marR="0" lvl="0" indent="0" algn="l" defTabSz="914400" rtl="0" eaLnBrk="1" fontAlgn="b" latinLnBrk="0" hangingPunct="1">
                        <a:lnSpc>
                          <a:spcPct val="100000"/>
                        </a:lnSpc>
                        <a:spcBef>
                          <a:spcPts val="0"/>
                        </a:spcBef>
                        <a:spcAft>
                          <a:spcPts val="0"/>
                        </a:spcAft>
                        <a:buClrTx/>
                        <a:buSzTx/>
                        <a:buFont typeface="+mj-lt"/>
                        <a:buNone/>
                        <a:tabLst/>
                        <a:defRPr/>
                      </a:pPr>
                      <a:r>
                        <a:rPr lang="en-GB" sz="1200" b="1">
                          <a:solidFill>
                            <a:srgbClr val="000000"/>
                          </a:solidFill>
                        </a:rPr>
                        <a:t>Use bold formatting </a:t>
                      </a:r>
                      <a:r>
                        <a:rPr lang="en-US" sz="1200">
                          <a:solidFill>
                            <a:srgbClr val="000000"/>
                          </a:solidFill>
                        </a:rPr>
                        <a:t>to highlight specific parts of the text.</a:t>
                      </a:r>
                      <a:endParaRPr lang="en-GB" sz="1200">
                        <a:solidFill>
                          <a:srgbClr val="000000"/>
                        </a:solidFill>
                      </a:endParaRPr>
                    </a:p>
                  </a:txBody>
                  <a:tcPr marL="120000" marR="120000" marT="35956" marB="3595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5956" marB="35956"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 pp</a:t>
                      </a:r>
                      <a:endParaRPr kumimoji="0" lang="en-CA"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30683">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en-US" sz="1200" u="none" strike="noStrike" kern="1200">
                          <a:effectLst/>
                        </a:rPr>
                        <a:t>Item 4 here </a:t>
                      </a:r>
                    </a:p>
                    <a:p>
                      <a:pPr marL="0" marR="0" lvl="0" indent="0" algn="l" defTabSz="914400" rtl="0" eaLnBrk="1" fontAlgn="b" latinLnBrk="0" hangingPunct="1">
                        <a:lnSpc>
                          <a:spcPct val="100000"/>
                        </a:lnSpc>
                        <a:spcBef>
                          <a:spcPts val="0"/>
                        </a:spcBef>
                        <a:spcAft>
                          <a:spcPts val="0"/>
                        </a:spcAft>
                        <a:buClrTx/>
                        <a:buSzTx/>
                        <a:buFont typeface="+mj-lt"/>
                        <a:buNone/>
                        <a:tabLst/>
                        <a:defRPr/>
                      </a:pPr>
                      <a:r>
                        <a:rPr lang="en-GB" sz="1200" b="1">
                          <a:solidFill>
                            <a:srgbClr val="000000"/>
                          </a:solidFill>
                        </a:rPr>
                        <a:t>Use bold formatting </a:t>
                      </a:r>
                      <a:r>
                        <a:rPr lang="en-US" sz="1200">
                          <a:solidFill>
                            <a:srgbClr val="000000"/>
                          </a:solidFill>
                        </a:rPr>
                        <a:t>to highlight specific parts of the text.</a:t>
                      </a:r>
                      <a:endParaRPr lang="en-GB" sz="1200">
                        <a:solidFill>
                          <a:srgbClr val="000000"/>
                        </a:solidFill>
                      </a:endParaRPr>
                    </a:p>
                  </a:txBody>
                  <a:tcPr marL="120000" marR="120000" marT="35956" marB="3595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5956" marB="35956"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 pp</a:t>
                      </a:r>
                      <a:endParaRPr kumimoji="0" lang="en-CA"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0683">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en-US" sz="1200" u="none" strike="noStrike" kern="1200">
                          <a:effectLst/>
                        </a:rPr>
                        <a:t>Item 5 here </a:t>
                      </a:r>
                    </a:p>
                    <a:p>
                      <a:pPr marL="0" marR="0" lvl="0" indent="0" algn="l" defTabSz="914400" rtl="0" eaLnBrk="1" fontAlgn="b" latinLnBrk="0" hangingPunct="1">
                        <a:lnSpc>
                          <a:spcPct val="100000"/>
                        </a:lnSpc>
                        <a:spcBef>
                          <a:spcPts val="0"/>
                        </a:spcBef>
                        <a:spcAft>
                          <a:spcPts val="0"/>
                        </a:spcAft>
                        <a:buClrTx/>
                        <a:buSzTx/>
                        <a:buFont typeface="+mj-lt"/>
                        <a:buNone/>
                        <a:tabLst/>
                        <a:defRPr/>
                      </a:pPr>
                      <a:r>
                        <a:rPr lang="en-GB" sz="1200" b="1">
                          <a:solidFill>
                            <a:srgbClr val="000000"/>
                          </a:solidFill>
                        </a:rPr>
                        <a:t>Use bold formatting </a:t>
                      </a:r>
                      <a:r>
                        <a:rPr lang="en-US" sz="1200">
                          <a:solidFill>
                            <a:srgbClr val="000000"/>
                          </a:solidFill>
                        </a:rPr>
                        <a:t>to highlight specific parts of the text.</a:t>
                      </a:r>
                      <a:endParaRPr lang="en-GB" sz="1200">
                        <a:solidFill>
                          <a:srgbClr val="000000"/>
                        </a:solidFill>
                      </a:endParaRPr>
                    </a:p>
                  </a:txBody>
                  <a:tcPr marL="120000" marR="120000" marT="35956" marB="3595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defRPr/>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5956" marB="35956"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defRPr/>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defRPr/>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 pp</a:t>
                      </a:r>
                      <a:endParaRPr kumimoji="0" lang="en-CA"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rgbClr val="777777"/>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87710854"/>
                  </a:ext>
                </a:extLst>
              </a:tr>
              <a:tr h="530683">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en-US" sz="1200" u="none" strike="noStrike" kern="1200">
                          <a:effectLst/>
                        </a:rPr>
                        <a:t>Item 5 here </a:t>
                      </a:r>
                    </a:p>
                    <a:p>
                      <a:pPr marL="0" marR="0" lvl="0" indent="0" algn="l" defTabSz="914400" rtl="0" eaLnBrk="1" fontAlgn="b" latinLnBrk="0" hangingPunct="1">
                        <a:lnSpc>
                          <a:spcPct val="100000"/>
                        </a:lnSpc>
                        <a:spcBef>
                          <a:spcPts val="0"/>
                        </a:spcBef>
                        <a:spcAft>
                          <a:spcPts val="0"/>
                        </a:spcAft>
                        <a:buClrTx/>
                        <a:buSzTx/>
                        <a:buFont typeface="+mj-lt"/>
                        <a:buNone/>
                        <a:tabLst/>
                        <a:defRPr/>
                      </a:pPr>
                      <a:r>
                        <a:rPr lang="en-GB" sz="1200" b="1">
                          <a:solidFill>
                            <a:srgbClr val="000000"/>
                          </a:solidFill>
                        </a:rPr>
                        <a:t>Use bold formatting </a:t>
                      </a:r>
                      <a:r>
                        <a:rPr lang="en-US" sz="1200">
                          <a:solidFill>
                            <a:srgbClr val="000000"/>
                          </a:solidFill>
                        </a:rPr>
                        <a:t>to highlight specific parts of the text.</a:t>
                      </a:r>
                      <a:endParaRPr lang="en-GB" sz="1200">
                        <a:solidFill>
                          <a:srgbClr val="000000"/>
                        </a:solidFill>
                      </a:endParaRPr>
                    </a:p>
                  </a:txBody>
                  <a:tcPr marL="120000" marR="120000" marT="35956" marB="3595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defRPr/>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5956" marB="35956"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defRPr/>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EEEEE"/>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defRPr/>
                      </a:pPr>
                      <a:r>
                        <a:rPr kumimoji="0" lang="en-US" sz="1600" b="0" i="0" u="none" strike="noStrike" cap="none" normalizeH="0" baseline="0">
                          <a:ln>
                            <a:noFill/>
                          </a:ln>
                          <a:solidFill>
                            <a:schemeClr val="tx1">
                              <a:lumMod val="75000"/>
                            </a:schemeClr>
                          </a:solidFill>
                          <a:effectLst/>
                          <a:latin typeface="Arial" charset="0"/>
                        </a:rPr>
                        <a:t>XX.X</a:t>
                      </a:r>
                      <a:r>
                        <a:rPr kumimoji="0" lang="en-US" sz="1200" b="0" i="0" u="none" strike="noStrike" cap="none" normalizeH="0" baseline="0">
                          <a:ln>
                            <a:noFill/>
                          </a:ln>
                          <a:solidFill>
                            <a:schemeClr val="tx1">
                              <a:lumMod val="75000"/>
                            </a:schemeClr>
                          </a:solidFill>
                          <a:effectLst/>
                          <a:latin typeface="Arial" charset="0"/>
                        </a:rPr>
                        <a:t>%</a:t>
                      </a:r>
                      <a:endParaRPr kumimoji="0" lang="en-US"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30000"/>
                        </a:spcBef>
                        <a:spcAft>
                          <a:spcPct val="0"/>
                        </a:spcAft>
                        <a:buClr>
                          <a:schemeClr val="tx2"/>
                        </a:buClr>
                        <a:buSzPct val="80000"/>
                        <a:buFontTx/>
                        <a:buNone/>
                        <a:tabLst/>
                      </a:pPr>
                      <a:r>
                        <a:rPr kumimoji="0" lang="en-US" sz="1600" b="0" i="0" u="none" strike="noStrike" cap="none" normalizeH="0" baseline="0">
                          <a:ln>
                            <a:noFill/>
                          </a:ln>
                          <a:solidFill>
                            <a:schemeClr val="tx1">
                              <a:lumMod val="75000"/>
                            </a:schemeClr>
                          </a:solidFill>
                          <a:effectLst/>
                          <a:latin typeface="Arial" charset="0"/>
                        </a:rPr>
                        <a:t>+XX pp</a:t>
                      </a:r>
                      <a:endParaRPr kumimoji="0" lang="en-CA" sz="1600" b="0" i="0" u="none" strike="noStrike" cap="none" normalizeH="0" baseline="0">
                        <a:ln>
                          <a:noFill/>
                        </a:ln>
                        <a:solidFill>
                          <a:schemeClr val="tx1">
                            <a:lumMod val="75000"/>
                          </a:schemeClr>
                        </a:solidFill>
                        <a:effectLst/>
                        <a:latin typeface="Arial" charset="0"/>
                      </a:endParaRPr>
                    </a:p>
                  </a:txBody>
                  <a:tcPr marL="120000" marR="120000" marT="36000" marB="36000" anchor="ctr" horzOverflow="overflow">
                    <a:lnL w="952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777777"/>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16694394"/>
                  </a:ext>
                </a:extLst>
              </a:tr>
            </a:tbl>
          </a:graphicData>
        </a:graphic>
      </p:graphicFrame>
      <p:sp>
        <p:nvSpPr>
          <p:cNvPr id="7" name="Rectangle 6" descr="Box highlighting data in column.">
            <a:extLst>
              <a:ext uri="{FF2B5EF4-FFF2-40B4-BE49-F238E27FC236}">
                <a16:creationId xmlns:a16="http://schemas.microsoft.com/office/drawing/2014/main" id="{C32CC395-593F-33BE-A12F-63DBF7259DD8}"/>
              </a:ext>
              <a:ext uri="{C183D7F6-B498-43B3-948B-1728B52AA6E4}">
                <adec:decorative xmlns:adec="http://schemas.microsoft.com/office/drawing/2017/decorative" val="0"/>
              </a:ext>
            </a:extLst>
          </p:cNvPr>
          <p:cNvSpPr/>
          <p:nvPr/>
        </p:nvSpPr>
        <p:spPr bwMode="gray">
          <a:xfrm>
            <a:off x="8617466" y="2224514"/>
            <a:ext cx="1408176" cy="3886200"/>
          </a:xfrm>
          <a:prstGeom prst="rect">
            <a:avLst/>
          </a:prstGeom>
          <a:noFill/>
          <a:ln w="38100">
            <a:gradFill flip="none" rotWithShape="1">
              <a:gsLst>
                <a:gs pos="0">
                  <a:srgbClr val="E31937"/>
                </a:gs>
                <a:gs pos="60000">
                  <a:srgbClr val="A82465"/>
                </a:gs>
                <a:gs pos="100000">
                  <a:srgbClr val="5236AB"/>
                </a:gs>
              </a:gsLst>
              <a:lin ang="0" scaled="1"/>
              <a:tileRect/>
            </a:gradFill>
            <a:miter lim="800000"/>
            <a:headEnd/>
            <a:tailEnd/>
          </a:ln>
        </p:spPr>
        <p:style>
          <a:lnRef idx="2">
            <a:schemeClr val="accent3"/>
          </a:lnRef>
          <a:fillRef idx="1">
            <a:schemeClr val="lt1"/>
          </a:fillRef>
          <a:effectRef idx="0">
            <a:schemeClr val="accent3"/>
          </a:effectRef>
          <a:fontRef idx="minor">
            <a:schemeClr val="dk1"/>
          </a:fontRef>
        </p:style>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186734003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3EC39-6DC4-B870-7C64-57B30AC0F52A}"/>
              </a:ext>
            </a:extLst>
          </p:cNvPr>
          <p:cNvSpPr>
            <a:spLocks noGrp="1"/>
          </p:cNvSpPr>
          <p:nvPr>
            <p:ph type="title"/>
          </p:nvPr>
        </p:nvSpPr>
        <p:spPr>
          <a:xfrm>
            <a:off x="6477000" y="2088000"/>
            <a:ext cx="3810000" cy="1551311"/>
          </a:xfrm>
          <a:noFill/>
        </p:spPr>
        <p:txBody>
          <a:bodyPr/>
          <a:lstStyle/>
          <a:p>
            <a:r>
              <a:rPr lang="en-US" noProof="0" dirty="0"/>
              <a:t>New </a:t>
            </a:r>
            <a:r>
              <a:rPr lang="en-US" noProof="0"/>
              <a:t>section title 1</a:t>
            </a:r>
            <a:endParaRPr lang="en-US" noProof="0" dirty="0"/>
          </a:p>
        </p:txBody>
      </p:sp>
      <p:sp>
        <p:nvSpPr>
          <p:cNvPr id="6" name="Text Placeholder 5">
            <a:extLst>
              <a:ext uri="{FF2B5EF4-FFF2-40B4-BE49-F238E27FC236}">
                <a16:creationId xmlns:a16="http://schemas.microsoft.com/office/drawing/2014/main" id="{3014A0A3-DAB9-50D9-4EEE-AE94B098BE21}"/>
              </a:ext>
            </a:extLst>
          </p:cNvPr>
          <p:cNvSpPr>
            <a:spLocks noGrp="1"/>
          </p:cNvSpPr>
          <p:nvPr>
            <p:ph type="body" sz="quarter" idx="13"/>
          </p:nvPr>
        </p:nvSpPr>
        <p:spPr/>
        <p:txBody>
          <a:bodyPr/>
          <a:lstStyle/>
          <a:p>
            <a:endParaRPr lang="en-US" dirty="0"/>
          </a:p>
        </p:txBody>
      </p:sp>
      <p:pic>
        <p:nvPicPr>
          <p:cNvPr id="11" name="Picture Placeholder 10">
            <a:extLst>
              <a:ext uri="{FF2B5EF4-FFF2-40B4-BE49-F238E27FC236}">
                <a16:creationId xmlns:a16="http://schemas.microsoft.com/office/drawing/2014/main" id="{38D39D28-04DF-38F7-768A-19F594814AA0}"/>
              </a:ext>
              <a:ext uri="{C183D7F6-B498-43B3-948B-1728B52AA6E4}">
                <adec:decorative xmlns:adec="http://schemas.microsoft.com/office/drawing/2017/decorative" val="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t="15" b="15"/>
          <a:stretch/>
        </p:blipFill>
        <p:spPr>
          <a:xfrm>
            <a:off x="766762" y="765175"/>
            <a:ext cx="10671048" cy="5327650"/>
          </a:xfrm>
        </p:spPr>
      </p:pic>
      <p:sp>
        <p:nvSpPr>
          <p:cNvPr id="3"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DE25F066-4D88-40A1-662A-340824F00454}"/>
              </a:ext>
              <a:ext uri="{C183D7F6-B498-43B3-948B-1728B52AA6E4}">
                <adec:decorative xmlns:adec="http://schemas.microsoft.com/office/drawing/2017/decorative" val="0"/>
              </a:ext>
            </a:extLst>
          </p:cNvPr>
          <p:cNvSpPr txBox="1"/>
          <p:nvPr/>
        </p:nvSpPr>
        <p:spPr bwMode="auto">
          <a:xfrm>
            <a:off x="12399902" y="0"/>
            <a:ext cx="2190741" cy="1938992"/>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a:ln>
                  <a:noFill/>
                </a:ln>
                <a:solidFill>
                  <a:srgbClr val="E31937"/>
                </a:solidFill>
                <a:effectLst/>
                <a:uLnTx/>
                <a:uFillTx/>
                <a:latin typeface="Arial"/>
                <a:cs typeface="Arial" pitchFamily="34" charset="0"/>
              </a:rPr>
              <a:t>Brand tip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pitchFamily="34" charset="0"/>
              </a:rPr>
              <a:t>To update this image:</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Delete the current image </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Click the add image icon</a:t>
            </a:r>
          </a:p>
          <a:p>
            <a:pPr marL="234950" marR="0" lvl="0" indent="-23495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Locate and select an image on your computer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a:rPr>
              <a:t>To download images: </a:t>
            </a:r>
            <a:br>
              <a:rPr kumimoji="0" lang="en-US" sz="1200" b="1" i="0" u="none" strike="noStrike" kern="1200" cap="none" spc="0" normalizeH="0" baseline="0">
                <a:ln>
                  <a:noFill/>
                </a:ln>
                <a:solidFill>
                  <a:prstClr val="black"/>
                </a:solidFill>
                <a:effectLst/>
                <a:uLnTx/>
                <a:uFillTx/>
                <a:latin typeface="Arial"/>
                <a:cs typeface="Arial"/>
              </a:rPr>
            </a:br>
            <a:r>
              <a:rPr kumimoji="0" lang="en-US" sz="1200" b="0" i="0" u="none" strike="noStrike" kern="1200" cap="none" spc="0" normalizeH="0" baseline="0">
                <a:ln>
                  <a:noFill/>
                </a:ln>
                <a:solidFill>
                  <a:prstClr val="black"/>
                </a:solidFill>
                <a:effectLst/>
                <a:uLnTx/>
                <a:uFillTx/>
                <a:latin typeface="Arial"/>
                <a:cs typeface="Arial"/>
              </a:rPr>
              <a:t>Visit the Brand Source </a:t>
            </a:r>
            <a:r>
              <a:rPr kumimoji="0" lang="en-US" sz="1200" b="0" i="0" u="none" strike="noStrike" kern="1200" cap="none" spc="0" normalizeH="0" baseline="0">
                <a:ln>
                  <a:noFill/>
                </a:ln>
                <a:solidFill>
                  <a:prstClr val="black"/>
                </a:solidFill>
                <a:effectLst/>
                <a:uLnTx/>
                <a:uFillTx/>
                <a:latin typeface="Arial"/>
                <a:cs typeface="Arial"/>
                <a:hlinkClick r:id="rId3"/>
              </a:rPr>
              <a:t>Image library</a:t>
            </a:r>
            <a:r>
              <a:rPr kumimoji="0" lang="en-US" sz="1200" b="1" i="0" u="none" strike="noStrike" kern="1200" cap="none" spc="0" normalizeH="0" baseline="0">
                <a:ln>
                  <a:noFill/>
                </a:ln>
                <a:solidFill>
                  <a:prstClr val="black"/>
                </a:solidFill>
                <a:effectLst/>
                <a:uLnTx/>
                <a:uFillTx/>
                <a:latin typeface="Arial"/>
                <a:cs typeface="Arial"/>
              </a:rPr>
              <a:t>.</a:t>
            </a:r>
            <a:r>
              <a:rPr kumimoji="0" lang="en-US" sz="1200" b="1" i="0" u="none" strike="noStrike" kern="1200" cap="none" spc="0" normalizeH="0" baseline="0">
                <a:ln>
                  <a:noFill/>
                </a:ln>
                <a:solidFill>
                  <a:prstClr val="black"/>
                </a:solidFill>
                <a:effectLst/>
                <a:uLnTx/>
                <a:uFillTx/>
                <a:latin typeface="Arial"/>
                <a:cs typeface="Arial"/>
                <a:hlinkClick r:id="rId4"/>
              </a:rPr>
              <a:t> </a:t>
            </a:r>
            <a:endParaRPr kumimoji="0" lang="en-US" sz="1200" b="0" i="0" u="none" strike="noStrike" kern="1200" cap="none" spc="0" normalizeH="0" baseline="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228109861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C871283-797C-11DC-801F-F01818E1F23E}"/>
              </a:ext>
            </a:extLst>
          </p:cNvPr>
          <p:cNvSpPr>
            <a:spLocks noGrp="1"/>
          </p:cNvSpPr>
          <p:nvPr>
            <p:ph type="title"/>
          </p:nvPr>
        </p:nvSpPr>
        <p:spPr>
          <a:xfrm>
            <a:off x="1912142" y="2088000"/>
            <a:ext cx="3802858" cy="1551311"/>
          </a:xfrm>
        </p:spPr>
        <p:txBody>
          <a:bodyPr/>
          <a:lstStyle/>
          <a:p>
            <a:r>
              <a:rPr lang="en-US" noProof="0" dirty="0"/>
              <a:t>New section title 2</a:t>
            </a:r>
          </a:p>
        </p:txBody>
      </p:sp>
      <p:sp>
        <p:nvSpPr>
          <p:cNvPr id="6" name="Text Placeholder 5">
            <a:extLst>
              <a:ext uri="{FF2B5EF4-FFF2-40B4-BE49-F238E27FC236}">
                <a16:creationId xmlns:a16="http://schemas.microsoft.com/office/drawing/2014/main" id="{1DE70E76-08C6-CA3E-7098-921CD61812BB}"/>
              </a:ext>
            </a:extLst>
          </p:cNvPr>
          <p:cNvSpPr>
            <a:spLocks noGrp="1"/>
          </p:cNvSpPr>
          <p:nvPr>
            <p:ph type="body" sz="quarter" idx="13"/>
          </p:nvPr>
        </p:nvSpPr>
        <p:spPr/>
        <p:txBody>
          <a:bodyPr/>
          <a:lstStyle/>
          <a:p>
            <a:endParaRPr lang="en-US" dirty="0"/>
          </a:p>
        </p:txBody>
      </p:sp>
      <p:pic>
        <p:nvPicPr>
          <p:cNvPr id="17" name="Picture Placeholder 16">
            <a:extLst>
              <a:ext uri="{FF2B5EF4-FFF2-40B4-BE49-F238E27FC236}">
                <a16:creationId xmlns:a16="http://schemas.microsoft.com/office/drawing/2014/main" id="{5CF7D79B-A657-D75A-4A07-C6F68444F148}"/>
              </a:ext>
              <a:ext uri="{C183D7F6-B498-43B3-948B-1728B52AA6E4}">
                <adec:decorative xmlns:adec="http://schemas.microsoft.com/office/drawing/2017/decorative" val="1"/>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a:ext>
            </a:extLst>
          </a:blip>
          <a:srcRect t="17" b="17"/>
          <a:stretch/>
        </p:blipFill>
        <p:spPr>
          <a:xfrm>
            <a:off x="762027" y="765175"/>
            <a:ext cx="10671048" cy="5327650"/>
          </a:xfrm>
        </p:spPr>
      </p:pic>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654BE1D2-80C6-355F-6B62-D7CCC2C881BD}"/>
              </a:ext>
              <a:ext uri="{C183D7F6-B498-43B3-948B-1728B52AA6E4}">
                <adec:decorative xmlns:adec="http://schemas.microsoft.com/office/drawing/2017/decorative" val="0"/>
              </a:ext>
            </a:extLst>
          </p:cNvPr>
          <p:cNvSpPr txBox="1"/>
          <p:nvPr/>
        </p:nvSpPr>
        <p:spPr bwMode="auto">
          <a:xfrm>
            <a:off x="12399902" y="0"/>
            <a:ext cx="2190741" cy="1938992"/>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a:ln>
                  <a:noFill/>
                </a:ln>
                <a:solidFill>
                  <a:srgbClr val="E31937"/>
                </a:solidFill>
                <a:effectLst/>
                <a:uLnTx/>
                <a:uFillTx/>
                <a:latin typeface="Arial"/>
                <a:cs typeface="Arial" pitchFamily="34" charset="0"/>
              </a:rPr>
              <a:t>Brand tip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pitchFamily="34" charset="0"/>
              </a:rPr>
              <a:t>To update this image:</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Delete the current image </a:t>
            </a:r>
          </a:p>
          <a:p>
            <a:pPr marL="234950" marR="0" lvl="0" indent="-2349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Click the add image icon</a:t>
            </a:r>
          </a:p>
          <a:p>
            <a:pPr marL="234950" marR="0" lvl="0" indent="-23495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200" b="0" i="0" u="none" strike="noStrike" kern="1200" cap="none" spc="0" normalizeH="0" baseline="0">
                <a:ln>
                  <a:noFill/>
                </a:ln>
                <a:solidFill>
                  <a:prstClr val="black"/>
                </a:solidFill>
                <a:effectLst/>
                <a:uLnTx/>
                <a:uFillTx/>
                <a:latin typeface="Arial"/>
                <a:cs typeface="Arial" pitchFamily="34" charset="0"/>
              </a:rPr>
              <a:t>Locate and select an image on your computer</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a:ln>
                  <a:noFill/>
                </a:ln>
                <a:solidFill>
                  <a:prstClr val="black"/>
                </a:solidFill>
                <a:effectLst/>
                <a:uLnTx/>
                <a:uFillTx/>
                <a:latin typeface="Arial"/>
                <a:cs typeface="Arial"/>
              </a:rPr>
              <a:t>To download images: </a:t>
            </a:r>
            <a:br>
              <a:rPr kumimoji="0" lang="en-US" sz="1200" b="1" i="0" u="none" strike="noStrike" kern="1200" cap="none" spc="0" normalizeH="0" baseline="0">
                <a:ln>
                  <a:noFill/>
                </a:ln>
                <a:solidFill>
                  <a:prstClr val="black"/>
                </a:solidFill>
                <a:effectLst/>
                <a:uLnTx/>
                <a:uFillTx/>
                <a:latin typeface="Arial"/>
                <a:cs typeface="Arial"/>
              </a:rPr>
            </a:br>
            <a:r>
              <a:rPr kumimoji="0" lang="en-US" sz="1200" b="0" i="0" u="none" strike="noStrike" kern="1200" cap="none" spc="0" normalizeH="0" baseline="0">
                <a:ln>
                  <a:noFill/>
                </a:ln>
                <a:solidFill>
                  <a:prstClr val="black"/>
                </a:solidFill>
                <a:effectLst/>
                <a:uLnTx/>
                <a:uFillTx/>
                <a:latin typeface="Arial"/>
                <a:cs typeface="Arial"/>
              </a:rPr>
              <a:t>Visit the Brand Source </a:t>
            </a:r>
            <a:r>
              <a:rPr kumimoji="0" lang="en-US" sz="1200" b="0" i="0" u="none" strike="noStrike" kern="1200" cap="none" spc="0" normalizeH="0" baseline="0">
                <a:ln>
                  <a:noFill/>
                </a:ln>
                <a:solidFill>
                  <a:prstClr val="black"/>
                </a:solidFill>
                <a:effectLst/>
                <a:uLnTx/>
                <a:uFillTx/>
                <a:latin typeface="Arial"/>
                <a:cs typeface="Arial"/>
                <a:hlinkClick r:id="rId4"/>
              </a:rPr>
              <a:t>Image library</a:t>
            </a:r>
            <a:r>
              <a:rPr kumimoji="0" lang="en-US" sz="1200" b="1" i="0" u="none" strike="noStrike" kern="1200" cap="none" spc="0" normalizeH="0" baseline="0">
                <a:ln>
                  <a:noFill/>
                </a:ln>
                <a:solidFill>
                  <a:prstClr val="black"/>
                </a:solidFill>
                <a:effectLst/>
                <a:uLnTx/>
                <a:uFillTx/>
                <a:latin typeface="Arial"/>
                <a:cs typeface="Arial"/>
              </a:rPr>
              <a:t>.</a:t>
            </a:r>
            <a:r>
              <a:rPr kumimoji="0" lang="en-US" sz="1200" b="1" i="0" u="none" strike="noStrike" kern="1200" cap="none" spc="0" normalizeH="0" baseline="0">
                <a:ln>
                  <a:noFill/>
                </a:ln>
                <a:solidFill>
                  <a:prstClr val="black"/>
                </a:solidFill>
                <a:effectLst/>
                <a:uLnTx/>
                <a:uFillTx/>
                <a:latin typeface="Arial"/>
                <a:cs typeface="Arial"/>
                <a:hlinkClick r:id="rId5"/>
              </a:rPr>
              <a:t> </a:t>
            </a:r>
            <a:endParaRPr kumimoji="0" lang="en-US" sz="1200" b="0" i="0" u="none" strike="noStrike" kern="1200" cap="none" spc="0" normalizeH="0" baseline="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65235639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E90-C12B-3535-6A5E-869EE76431A8}"/>
              </a:ext>
            </a:extLst>
          </p:cNvPr>
          <p:cNvSpPr>
            <a:spLocks noGrp="1"/>
          </p:cNvSpPr>
          <p:nvPr>
            <p:ph type="title"/>
          </p:nvPr>
        </p:nvSpPr>
        <p:spPr/>
        <p:txBody>
          <a:bodyPr/>
          <a:lstStyle/>
          <a:p>
            <a:r>
              <a:rPr lang="en-US" noProof="0"/>
              <a:t>New section title 3</a:t>
            </a:r>
          </a:p>
        </p:txBody>
      </p:sp>
      <p:sp>
        <p:nvSpPr>
          <p:cNvPr id="3" name="Subtitle 2">
            <a:extLst>
              <a:ext uri="{FF2B5EF4-FFF2-40B4-BE49-F238E27FC236}">
                <a16:creationId xmlns:a16="http://schemas.microsoft.com/office/drawing/2014/main" id="{CA074B44-94DE-52C5-6A49-49F87C2CACF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4830969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00FD0-9E6C-5FF8-8664-317F126571B2}"/>
              </a:ext>
            </a:extLst>
          </p:cNvPr>
          <p:cNvSpPr>
            <a:spLocks noGrp="1"/>
          </p:cNvSpPr>
          <p:nvPr>
            <p:ph type="title"/>
          </p:nvPr>
        </p:nvSpPr>
        <p:spPr>
          <a:xfrm>
            <a:off x="767849" y="635964"/>
            <a:ext cx="6090151" cy="2226506"/>
          </a:xfrm>
        </p:spPr>
        <p:txBody>
          <a:bodyPr/>
          <a:lstStyle/>
          <a:p>
            <a:r>
              <a:rPr lang="en-US" noProof="0"/>
              <a:t>New section title 4</a:t>
            </a:r>
          </a:p>
        </p:txBody>
      </p:sp>
      <p:sp>
        <p:nvSpPr>
          <p:cNvPr id="9" name="Subtitle 8">
            <a:extLst>
              <a:ext uri="{FF2B5EF4-FFF2-40B4-BE49-F238E27FC236}">
                <a16:creationId xmlns:a16="http://schemas.microsoft.com/office/drawing/2014/main" id="{2DAF2025-7F8D-3BD0-5AE1-03C61E48221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0256023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AF8C3-0B73-D802-0515-0F5BDC7B9433}"/>
              </a:ext>
            </a:extLst>
          </p:cNvPr>
          <p:cNvSpPr>
            <a:spLocks noGrp="1"/>
          </p:cNvSpPr>
          <p:nvPr>
            <p:ph type="title"/>
          </p:nvPr>
        </p:nvSpPr>
        <p:spPr>
          <a:xfrm>
            <a:off x="767849" y="635964"/>
            <a:ext cx="6090151" cy="2226506"/>
          </a:xfrm>
        </p:spPr>
        <p:txBody>
          <a:bodyPr/>
          <a:lstStyle/>
          <a:p>
            <a:r>
              <a:rPr lang="en-US" noProof="0" dirty="0"/>
              <a:t>New section title 5</a:t>
            </a:r>
          </a:p>
        </p:txBody>
      </p:sp>
      <p:sp>
        <p:nvSpPr>
          <p:cNvPr id="9" name="Subtitle 8">
            <a:extLst>
              <a:ext uri="{FF2B5EF4-FFF2-40B4-BE49-F238E27FC236}">
                <a16:creationId xmlns:a16="http://schemas.microsoft.com/office/drawing/2014/main" id="{A97957A1-56B7-8F9C-AD63-A669154CFE2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6641821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DB73B-2054-8214-CA10-347FC15A43B0}"/>
              </a:ext>
            </a:extLst>
          </p:cNvPr>
          <p:cNvSpPr>
            <a:spLocks noGrp="1"/>
          </p:cNvSpPr>
          <p:nvPr>
            <p:ph type="title"/>
          </p:nvPr>
        </p:nvSpPr>
        <p:spPr>
          <a:xfrm>
            <a:off x="766764" y="682513"/>
            <a:ext cx="3805237" cy="2514600"/>
          </a:xfrm>
        </p:spPr>
        <p:txBody>
          <a:bodyPr/>
          <a:lstStyle/>
          <a:p>
            <a:r>
              <a:rPr lang="en-US" noProof="0" dirty="0"/>
              <a:t>Slide title 6</a:t>
            </a:r>
          </a:p>
        </p:txBody>
      </p:sp>
      <p:sp>
        <p:nvSpPr>
          <p:cNvPr id="5" name="Content Placeholder 4">
            <a:extLst>
              <a:ext uri="{FF2B5EF4-FFF2-40B4-BE49-F238E27FC236}">
                <a16:creationId xmlns:a16="http://schemas.microsoft.com/office/drawing/2014/main" id="{AAC0B5EF-62DD-EFA9-1F33-3340709C73FC}"/>
              </a:ext>
            </a:extLst>
          </p:cNvPr>
          <p:cNvSpPr>
            <a:spLocks noGrp="1"/>
          </p:cNvSpPr>
          <p:nvPr>
            <p:ph sz="quarter" idx="22"/>
          </p:nvPr>
        </p:nvSpPr>
        <p:spPr/>
        <p:txBody>
          <a:bodyPr/>
          <a:lstStyle/>
          <a:p>
            <a:endParaRPr lang="en-US"/>
          </a:p>
        </p:txBody>
      </p:sp>
    </p:spTree>
    <p:extLst>
      <p:ext uri="{BB962C8B-B14F-4D97-AF65-F5344CB8AC3E}">
        <p14:creationId xmlns:p14="http://schemas.microsoft.com/office/powerpoint/2010/main" val="169904226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C9AA8E48-B49D-B945-3CDB-EA459F64028F}"/>
              </a:ext>
              <a:ext uri="{C183D7F6-B498-43B3-948B-1728B52AA6E4}">
                <adec:decorative xmlns:adec="http://schemas.microsoft.com/office/drawing/2017/decorative" val="1"/>
              </a:ext>
            </a:extLst>
          </p:cNvPr>
          <p:cNvPicPr>
            <a:picLocks noGrp="1" noChangeAspect="1"/>
          </p:cNvPicPr>
          <p:nvPr>
            <p:ph type="pic" sz="quarter" idx="18"/>
          </p:nvPr>
        </p:nvPicPr>
        <p:blipFill>
          <a:blip r:embed="rId2"/>
          <a:srcRect t="12511" b="12511"/>
          <a:stretch/>
        </p:blipFill>
        <p:spPr/>
      </p:pic>
      <p:sp>
        <p:nvSpPr>
          <p:cNvPr id="5" name="Title 4">
            <a:extLst>
              <a:ext uri="{FF2B5EF4-FFF2-40B4-BE49-F238E27FC236}">
                <a16:creationId xmlns:a16="http://schemas.microsoft.com/office/drawing/2014/main" id="{D2638D21-788C-BE44-1454-7329561D4BA5}"/>
              </a:ext>
            </a:extLst>
          </p:cNvPr>
          <p:cNvSpPr>
            <a:spLocks noGrp="1"/>
          </p:cNvSpPr>
          <p:nvPr>
            <p:ph type="title"/>
          </p:nvPr>
        </p:nvSpPr>
        <p:spPr/>
        <p:txBody>
          <a:bodyPr>
            <a:normAutofit fontScale="90000"/>
          </a:bodyPr>
          <a:lstStyle/>
          <a:p>
            <a:r>
              <a:rPr lang="en-US" dirty="0"/>
              <a:t>Placeholder text which </a:t>
            </a:r>
            <a:br>
              <a:rPr lang="en-US" dirty="0"/>
            </a:br>
            <a:r>
              <a:rPr lang="en-US" dirty="0"/>
              <a:t>should go on 2 lines.</a:t>
            </a:r>
          </a:p>
        </p:txBody>
      </p:sp>
      <p:sp>
        <p:nvSpPr>
          <p:cNvPr id="4" name="Slide Number Placeholder 3">
            <a:extLst>
              <a:ext uri="{FF2B5EF4-FFF2-40B4-BE49-F238E27FC236}">
                <a16:creationId xmlns:a16="http://schemas.microsoft.com/office/drawing/2014/main" id="{D57F9D9F-3772-31ED-6344-15C565A735D3}"/>
              </a:ext>
            </a:extLst>
          </p:cNvPr>
          <p:cNvSpPr>
            <a:spLocks noGrp="1"/>
          </p:cNvSpPr>
          <p:nvPr>
            <p:ph type="sldNum" sz="quarter" idx="11"/>
          </p:nvPr>
        </p:nvSpPr>
        <p:spPr/>
        <p:txBody>
          <a:bodyPr/>
          <a:lstStyle/>
          <a:p>
            <a:fld id="{525A3C56-E491-49B2-93F3-63532DF516BC}" type="slidenum">
              <a:rPr lang="en-US" noProof="0" smtClean="0"/>
              <a:pPr/>
              <a:t>37</a:t>
            </a:fld>
            <a:endParaRPr lang="en-US" noProof="0"/>
          </a:p>
        </p:txBody>
      </p:sp>
    </p:spTree>
    <p:extLst>
      <p:ext uri="{BB962C8B-B14F-4D97-AF65-F5344CB8AC3E}">
        <p14:creationId xmlns:p14="http://schemas.microsoft.com/office/powerpoint/2010/main" val="277084981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37B918C-17BA-9A8D-F032-29463C865028}"/>
              </a:ext>
            </a:extLst>
          </p:cNvPr>
          <p:cNvSpPr>
            <a:spLocks noGrp="1"/>
          </p:cNvSpPr>
          <p:nvPr>
            <p:ph type="title"/>
          </p:nvPr>
        </p:nvSpPr>
        <p:spPr>
          <a:xfrm>
            <a:off x="766763" y="682513"/>
            <a:ext cx="10658475" cy="530352"/>
          </a:xfrm>
        </p:spPr>
        <p:txBody>
          <a:bodyPr/>
          <a:lstStyle/>
          <a:p>
            <a:r>
              <a:rPr lang="en-US" noProof="0"/>
              <a:t>Content highlight or quote slide (gradient A)</a:t>
            </a:r>
          </a:p>
        </p:txBody>
      </p:sp>
      <p:sp>
        <p:nvSpPr>
          <p:cNvPr id="3" name="Text Placeholder 2">
            <a:extLst>
              <a:ext uri="{FF2B5EF4-FFF2-40B4-BE49-F238E27FC236}">
                <a16:creationId xmlns:a16="http://schemas.microsoft.com/office/drawing/2014/main" id="{1DDE090E-C9E9-41CA-AC7B-6C9532F847F4}"/>
              </a:ext>
            </a:extLst>
          </p:cNvPr>
          <p:cNvSpPr>
            <a:spLocks noGrp="1"/>
          </p:cNvSpPr>
          <p:nvPr>
            <p:ph type="body" sz="quarter" idx="10"/>
          </p:nvPr>
        </p:nvSpPr>
        <p:spPr>
          <a:xfrm>
            <a:off x="1524000" y="1885950"/>
            <a:ext cx="9144000" cy="2867119"/>
          </a:xfrm>
        </p:spPr>
        <p:txBody>
          <a:bodyPr/>
          <a:lstStyle/>
          <a:p>
            <a:r>
              <a:rPr lang="en-US" sz="2800"/>
              <a:t>“Insert quote here. </a:t>
            </a:r>
            <a:r>
              <a:rPr lang="en-GB" sz="2800" b="1"/>
              <a:t>Use bold formatting </a:t>
            </a:r>
            <a:br>
              <a:rPr lang="en-GB" sz="2800" b="1"/>
            </a:br>
            <a:r>
              <a:rPr lang="en-US" sz="2800"/>
              <a:t>to highlight specific parts of the text. </a:t>
            </a:r>
          </a:p>
          <a:p>
            <a:r>
              <a:rPr lang="en-GB" sz="1600" b="1"/>
              <a:t>Use bold formatting </a:t>
            </a:r>
            <a:r>
              <a:rPr lang="en-US" sz="1600"/>
              <a:t>to highlight specific parts of the text. </a:t>
            </a:r>
            <a:r>
              <a:rPr lang="en-GB" sz="1600" b="1"/>
              <a:t>Use bold formatting </a:t>
            </a:r>
            <a:r>
              <a:rPr lang="en-US" sz="1600"/>
              <a:t>to highlight specific parts of the text.</a:t>
            </a:r>
            <a:r>
              <a:rPr lang="en-GB" sz="1600" b="1"/>
              <a:t>Use bold formatting </a:t>
            </a:r>
            <a:r>
              <a:rPr lang="en-US" sz="1600"/>
              <a:t>to highlight specific parts of the text.”</a:t>
            </a:r>
          </a:p>
          <a:p>
            <a:endParaRPr lang="en-US" noProof="0"/>
          </a:p>
        </p:txBody>
      </p:sp>
      <p:sp>
        <p:nvSpPr>
          <p:cNvPr id="4" name="Text Placeholder 3">
            <a:extLst>
              <a:ext uri="{FF2B5EF4-FFF2-40B4-BE49-F238E27FC236}">
                <a16:creationId xmlns:a16="http://schemas.microsoft.com/office/drawing/2014/main" id="{2E1FA83E-D969-53BA-3C9A-B827FC53CC39}"/>
              </a:ext>
            </a:extLst>
          </p:cNvPr>
          <p:cNvSpPr>
            <a:spLocks noGrp="1"/>
          </p:cNvSpPr>
          <p:nvPr>
            <p:ph type="body" sz="quarter" idx="36"/>
          </p:nvPr>
        </p:nvSpPr>
        <p:spPr>
          <a:xfrm>
            <a:off x="1527048" y="5138118"/>
            <a:ext cx="9144000" cy="576072"/>
          </a:xfrm>
        </p:spPr>
        <p:txBody>
          <a:bodyPr/>
          <a:lstStyle/>
          <a:p>
            <a:r>
              <a:rPr lang="en-US" noProof="0"/>
              <a:t>Insert name</a:t>
            </a:r>
          </a:p>
          <a:p>
            <a:r>
              <a:rPr lang="en-US" b="0" noProof="0"/>
              <a:t>Insert position</a:t>
            </a:r>
          </a:p>
        </p:txBody>
      </p:sp>
    </p:spTree>
    <p:extLst>
      <p:ext uri="{BB962C8B-B14F-4D97-AF65-F5344CB8AC3E}">
        <p14:creationId xmlns:p14="http://schemas.microsoft.com/office/powerpoint/2010/main" val="362009250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96BB-8E96-1A54-469A-C62AA4436D6B}"/>
              </a:ext>
            </a:extLst>
          </p:cNvPr>
          <p:cNvSpPr>
            <a:spLocks noGrp="1"/>
          </p:cNvSpPr>
          <p:nvPr>
            <p:ph type="title"/>
          </p:nvPr>
        </p:nvSpPr>
        <p:spPr/>
        <p:txBody>
          <a:bodyPr/>
          <a:lstStyle/>
          <a:p>
            <a:r>
              <a:rPr lang="en-US" noProof="0"/>
              <a:t>Content highlight or quote 2x slide (gradient B)</a:t>
            </a:r>
            <a:endParaRPr lang="en-US"/>
          </a:p>
        </p:txBody>
      </p:sp>
      <p:sp>
        <p:nvSpPr>
          <p:cNvPr id="3" name="Text Placeholder 2">
            <a:extLst>
              <a:ext uri="{FF2B5EF4-FFF2-40B4-BE49-F238E27FC236}">
                <a16:creationId xmlns:a16="http://schemas.microsoft.com/office/drawing/2014/main" id="{C3A2090F-5415-DD6D-7A84-1DC2D0FFDFFA}"/>
              </a:ext>
            </a:extLst>
          </p:cNvPr>
          <p:cNvSpPr>
            <a:spLocks noGrp="1"/>
          </p:cNvSpPr>
          <p:nvPr>
            <p:ph type="body" sz="quarter" idx="10"/>
          </p:nvPr>
        </p:nvSpPr>
        <p:spPr/>
        <p:txBody>
          <a:bodyPr/>
          <a:lstStyle/>
          <a:p>
            <a:r>
              <a:rPr lang="en-US" sz="3200"/>
              <a:t>“Insert quote here.</a:t>
            </a:r>
          </a:p>
          <a:p>
            <a:r>
              <a:rPr lang="en-GB" sz="2000" b="1"/>
              <a:t>Use bold formatting </a:t>
            </a:r>
            <a:r>
              <a:rPr lang="en-US" sz="2000"/>
              <a:t>to highlight specific parts of the text. </a:t>
            </a:r>
            <a:r>
              <a:rPr lang="en-GB" sz="2000" b="1"/>
              <a:t>Use bold formatting </a:t>
            </a:r>
            <a:r>
              <a:rPr lang="en-US" sz="2000"/>
              <a:t>to highlight specific parts of the text. </a:t>
            </a:r>
            <a:r>
              <a:rPr lang="en-GB" sz="2000" b="1"/>
              <a:t>Use bold formatting </a:t>
            </a:r>
            <a:r>
              <a:rPr lang="en-US" sz="2000"/>
              <a:t>to highlight specific parts of the text.</a:t>
            </a:r>
            <a:r>
              <a:rPr lang="en-GB" sz="2000" b="1"/>
              <a:t>Use bold formatting </a:t>
            </a:r>
            <a:r>
              <a:rPr lang="en-US" sz="2000"/>
              <a:t>to highlight specific parts of the text.”</a:t>
            </a:r>
          </a:p>
        </p:txBody>
      </p:sp>
      <p:sp>
        <p:nvSpPr>
          <p:cNvPr id="4" name="Text Placeholder 3">
            <a:extLst>
              <a:ext uri="{FF2B5EF4-FFF2-40B4-BE49-F238E27FC236}">
                <a16:creationId xmlns:a16="http://schemas.microsoft.com/office/drawing/2014/main" id="{D3B8B63A-EA0A-9E86-6A9E-22C362778597}"/>
              </a:ext>
            </a:extLst>
          </p:cNvPr>
          <p:cNvSpPr>
            <a:spLocks noGrp="1"/>
          </p:cNvSpPr>
          <p:nvPr>
            <p:ph type="body" sz="quarter" idx="32"/>
          </p:nvPr>
        </p:nvSpPr>
        <p:spPr/>
        <p:txBody>
          <a:bodyPr/>
          <a:lstStyle/>
          <a:p>
            <a:r>
              <a:rPr lang="en-US" noProof="0"/>
              <a:t>Insert name</a:t>
            </a:r>
          </a:p>
          <a:p>
            <a:r>
              <a:rPr lang="en-US" b="0" noProof="0"/>
              <a:t>Insert position</a:t>
            </a:r>
          </a:p>
        </p:txBody>
      </p:sp>
      <p:sp>
        <p:nvSpPr>
          <p:cNvPr id="5" name="Text Placeholder 4">
            <a:extLst>
              <a:ext uri="{FF2B5EF4-FFF2-40B4-BE49-F238E27FC236}">
                <a16:creationId xmlns:a16="http://schemas.microsoft.com/office/drawing/2014/main" id="{E3C1B3C0-3312-1B89-A0D6-74B77C3AF4BD}"/>
              </a:ext>
            </a:extLst>
          </p:cNvPr>
          <p:cNvSpPr>
            <a:spLocks noGrp="1"/>
          </p:cNvSpPr>
          <p:nvPr>
            <p:ph type="body" sz="quarter" idx="33"/>
          </p:nvPr>
        </p:nvSpPr>
        <p:spPr/>
        <p:txBody>
          <a:bodyPr/>
          <a:lstStyle/>
          <a:p>
            <a:r>
              <a:rPr lang="en-US" sz="3200"/>
              <a:t>“Insert quote here.</a:t>
            </a:r>
          </a:p>
          <a:p>
            <a:r>
              <a:rPr lang="en-GB" sz="2000" b="1"/>
              <a:t>Use bold formatting </a:t>
            </a:r>
            <a:r>
              <a:rPr lang="en-US" sz="2000"/>
              <a:t>to highlight specific parts of the text. </a:t>
            </a:r>
            <a:r>
              <a:rPr lang="en-GB" sz="2000" b="1"/>
              <a:t>Use bold formatting </a:t>
            </a:r>
            <a:r>
              <a:rPr lang="en-US" sz="2000"/>
              <a:t>to highlight specific parts of the text. </a:t>
            </a:r>
            <a:r>
              <a:rPr lang="en-GB" sz="2000" b="1"/>
              <a:t>Use bold formatting </a:t>
            </a:r>
            <a:r>
              <a:rPr lang="en-US" sz="2000"/>
              <a:t>to highlight specific parts of the text.</a:t>
            </a:r>
            <a:r>
              <a:rPr lang="en-GB" sz="2000" b="1"/>
              <a:t>Use bold formatting </a:t>
            </a:r>
            <a:r>
              <a:rPr lang="en-US" sz="2000"/>
              <a:t>to highlight specific parts of the text.”</a:t>
            </a:r>
          </a:p>
        </p:txBody>
      </p:sp>
      <p:sp>
        <p:nvSpPr>
          <p:cNvPr id="6" name="Text Placeholder 5">
            <a:extLst>
              <a:ext uri="{FF2B5EF4-FFF2-40B4-BE49-F238E27FC236}">
                <a16:creationId xmlns:a16="http://schemas.microsoft.com/office/drawing/2014/main" id="{0F715DAA-9F16-F0C2-C6DC-DFA6C9777F54}"/>
              </a:ext>
            </a:extLst>
          </p:cNvPr>
          <p:cNvSpPr>
            <a:spLocks noGrp="1"/>
          </p:cNvSpPr>
          <p:nvPr>
            <p:ph type="body" sz="quarter" idx="34"/>
          </p:nvPr>
        </p:nvSpPr>
        <p:spPr/>
        <p:txBody>
          <a:bodyPr/>
          <a:lstStyle/>
          <a:p>
            <a:r>
              <a:rPr lang="en-US" noProof="0"/>
              <a:t>Insert name</a:t>
            </a:r>
          </a:p>
          <a:p>
            <a:r>
              <a:rPr lang="en-US" b="0" noProof="0"/>
              <a:t>Insert position</a:t>
            </a:r>
          </a:p>
        </p:txBody>
      </p:sp>
    </p:spTree>
    <p:extLst>
      <p:ext uri="{BB962C8B-B14F-4D97-AF65-F5344CB8AC3E}">
        <p14:creationId xmlns:p14="http://schemas.microsoft.com/office/powerpoint/2010/main" val="325879906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7A559-C188-3AF8-67C5-452DAFD71FC3}"/>
              </a:ext>
            </a:extLst>
          </p:cNvPr>
          <p:cNvSpPr>
            <a:spLocks noGrp="1"/>
          </p:cNvSpPr>
          <p:nvPr>
            <p:ph type="title"/>
          </p:nvPr>
        </p:nvSpPr>
        <p:spPr/>
        <p:txBody>
          <a:bodyPr/>
          <a:lstStyle/>
          <a:p>
            <a:r>
              <a:rPr lang="en-US"/>
              <a:t>CV/Resume slide – Layout 1</a:t>
            </a:r>
          </a:p>
        </p:txBody>
      </p:sp>
      <p:pic>
        <p:nvPicPr>
          <p:cNvPr id="29" name="Picture Placeholder 28" descr="Photograph of Name Last name (person the slide is referencing)">
            <a:extLst>
              <a:ext uri="{FF2B5EF4-FFF2-40B4-BE49-F238E27FC236}">
                <a16:creationId xmlns:a16="http://schemas.microsoft.com/office/drawing/2014/main" id="{4AB180EE-D725-0786-2C53-A950547D1164}"/>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t="1287" b="1287"/>
          <a:stretch>
            <a:fillRect/>
          </a:stretch>
        </p:blipFill>
        <p:spPr/>
      </p:pic>
      <p:sp>
        <p:nvSpPr>
          <p:cNvPr id="4" name="Text Placeholder 3">
            <a:extLst>
              <a:ext uri="{FF2B5EF4-FFF2-40B4-BE49-F238E27FC236}">
                <a16:creationId xmlns:a16="http://schemas.microsoft.com/office/drawing/2014/main" id="{7BA84ACB-03B7-794B-2A33-003E623B7751}"/>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DDF99113-561D-ADDD-313D-B72FBA511ACF}"/>
              </a:ext>
            </a:extLst>
          </p:cNvPr>
          <p:cNvSpPr>
            <a:spLocks noGrp="1"/>
          </p:cNvSpPr>
          <p:nvPr>
            <p:ph type="body" sz="quarter" idx="14"/>
          </p:nvPr>
        </p:nvSpPr>
        <p:spPr/>
        <p:txBody>
          <a:bodyPr/>
          <a:lstStyle/>
          <a:p>
            <a:endParaRPr lang="en-US"/>
          </a:p>
        </p:txBody>
      </p:sp>
      <p:sp>
        <p:nvSpPr>
          <p:cNvPr id="6" name="Text Placeholder 5">
            <a:extLst>
              <a:ext uri="{FF2B5EF4-FFF2-40B4-BE49-F238E27FC236}">
                <a16:creationId xmlns:a16="http://schemas.microsoft.com/office/drawing/2014/main" id="{AFAA4E8B-CFBB-4391-0132-DC11944E7104}"/>
              </a:ext>
            </a:extLst>
          </p:cNvPr>
          <p:cNvSpPr>
            <a:spLocks noGrp="1"/>
          </p:cNvSpPr>
          <p:nvPr>
            <p:ph type="body" sz="quarter" idx="15"/>
          </p:nvPr>
        </p:nvSpPr>
        <p:spPr/>
        <p:txBody>
          <a:bodyPr/>
          <a:lstStyle/>
          <a:p>
            <a:endParaRPr lang="en-US"/>
          </a:p>
        </p:txBody>
      </p:sp>
      <p:sp>
        <p:nvSpPr>
          <p:cNvPr id="7" name="Text Placeholder 6">
            <a:extLst>
              <a:ext uri="{FF2B5EF4-FFF2-40B4-BE49-F238E27FC236}">
                <a16:creationId xmlns:a16="http://schemas.microsoft.com/office/drawing/2014/main" id="{79ED5B5B-F0C9-B644-6C4F-3EEF3532C583}"/>
              </a:ext>
            </a:extLst>
          </p:cNvPr>
          <p:cNvSpPr>
            <a:spLocks noGrp="1"/>
          </p:cNvSpPr>
          <p:nvPr>
            <p:ph type="body" sz="quarter" idx="18"/>
          </p:nvPr>
        </p:nvSpPr>
        <p:spPr/>
        <p:txBody>
          <a:bodyPr/>
          <a:lstStyle/>
          <a:p>
            <a:endParaRPr lang="en-US"/>
          </a:p>
        </p:txBody>
      </p:sp>
      <p:sp>
        <p:nvSpPr>
          <p:cNvPr id="8" name="Text Placeholder 7">
            <a:extLst>
              <a:ext uri="{FF2B5EF4-FFF2-40B4-BE49-F238E27FC236}">
                <a16:creationId xmlns:a16="http://schemas.microsoft.com/office/drawing/2014/main" id="{B5A0D209-9A98-F5E0-3581-98D353D88921}"/>
              </a:ext>
            </a:extLst>
          </p:cNvPr>
          <p:cNvSpPr>
            <a:spLocks noGrp="1"/>
          </p:cNvSpPr>
          <p:nvPr>
            <p:ph type="body" sz="quarter" idx="21"/>
          </p:nvPr>
        </p:nvSpPr>
        <p:spPr/>
        <p:txBody>
          <a:bodyPr/>
          <a:lstStyle/>
          <a:p>
            <a:endParaRPr lang="en-US"/>
          </a:p>
        </p:txBody>
      </p:sp>
      <p:sp>
        <p:nvSpPr>
          <p:cNvPr id="9" name="Text Placeholder 8">
            <a:extLst>
              <a:ext uri="{FF2B5EF4-FFF2-40B4-BE49-F238E27FC236}">
                <a16:creationId xmlns:a16="http://schemas.microsoft.com/office/drawing/2014/main" id="{332CD81E-5379-18B0-A54B-049ADB7A7D85}"/>
              </a:ext>
            </a:extLst>
          </p:cNvPr>
          <p:cNvSpPr>
            <a:spLocks noGrp="1"/>
          </p:cNvSpPr>
          <p:nvPr>
            <p:ph type="body" sz="quarter" idx="22"/>
          </p:nvPr>
        </p:nvSpPr>
        <p:spPr/>
        <p:txBody>
          <a:bodyPr/>
          <a:lstStyle/>
          <a:p>
            <a:endParaRPr lang="en-US"/>
          </a:p>
        </p:txBody>
      </p:sp>
      <p:sp>
        <p:nvSpPr>
          <p:cNvPr id="10" name="Text Placeholder 9">
            <a:extLst>
              <a:ext uri="{FF2B5EF4-FFF2-40B4-BE49-F238E27FC236}">
                <a16:creationId xmlns:a16="http://schemas.microsoft.com/office/drawing/2014/main" id="{83E190FA-8C58-16D8-40D4-7C49CD35D1D9}"/>
              </a:ext>
            </a:extLst>
          </p:cNvPr>
          <p:cNvSpPr>
            <a:spLocks noGrp="1"/>
          </p:cNvSpPr>
          <p:nvPr>
            <p:ph type="body" sz="quarter" idx="23"/>
          </p:nvPr>
        </p:nvSpPr>
        <p:spPr/>
        <p:txBody>
          <a:bodyPr/>
          <a:lstStyle/>
          <a:p>
            <a:endParaRPr lang="en-US"/>
          </a:p>
        </p:txBody>
      </p:sp>
      <p:sp>
        <p:nvSpPr>
          <p:cNvPr id="11" name="Text Placeholder 10">
            <a:extLst>
              <a:ext uri="{FF2B5EF4-FFF2-40B4-BE49-F238E27FC236}">
                <a16:creationId xmlns:a16="http://schemas.microsoft.com/office/drawing/2014/main" id="{6E019424-B1C3-ED15-69CD-9EFD9C431DA0}"/>
              </a:ext>
            </a:extLst>
          </p:cNvPr>
          <p:cNvSpPr>
            <a:spLocks noGrp="1"/>
          </p:cNvSpPr>
          <p:nvPr>
            <p:ph type="body" sz="quarter" idx="24"/>
          </p:nvPr>
        </p:nvSpPr>
        <p:spPr/>
        <p:txBody>
          <a:bodyPr/>
          <a:lstStyle/>
          <a:p>
            <a:endParaRPr lang="en-US"/>
          </a:p>
        </p:txBody>
      </p:sp>
      <p:sp>
        <p:nvSpPr>
          <p:cNvPr id="12" name="Text Placeholder 11">
            <a:extLst>
              <a:ext uri="{FF2B5EF4-FFF2-40B4-BE49-F238E27FC236}">
                <a16:creationId xmlns:a16="http://schemas.microsoft.com/office/drawing/2014/main" id="{CC1BA3DD-CE56-8A36-528C-D56CCD8B32DD}"/>
              </a:ext>
            </a:extLst>
          </p:cNvPr>
          <p:cNvSpPr>
            <a:spLocks noGrp="1"/>
          </p:cNvSpPr>
          <p:nvPr>
            <p:ph type="body" sz="quarter" idx="25"/>
          </p:nvPr>
        </p:nvSpPr>
        <p:spPr/>
        <p:txBody>
          <a:bodyPr/>
          <a:lstStyle/>
          <a:p>
            <a:endParaRPr lang="en-US"/>
          </a:p>
        </p:txBody>
      </p:sp>
      <p:sp>
        <p:nvSpPr>
          <p:cNvPr id="13" name="Text Placeholder 12">
            <a:extLst>
              <a:ext uri="{FF2B5EF4-FFF2-40B4-BE49-F238E27FC236}">
                <a16:creationId xmlns:a16="http://schemas.microsoft.com/office/drawing/2014/main" id="{6799C6F1-FC60-976F-3CED-AAF8FDD51EAE}"/>
              </a:ext>
            </a:extLst>
          </p:cNvPr>
          <p:cNvSpPr>
            <a:spLocks noGrp="1"/>
          </p:cNvSpPr>
          <p:nvPr>
            <p:ph type="body" sz="quarter" idx="16"/>
          </p:nvPr>
        </p:nvSpPr>
        <p:spPr/>
        <p:txBody>
          <a:bodyPr/>
          <a:lstStyle/>
          <a:p>
            <a:endParaRPr lang="en-US"/>
          </a:p>
        </p:txBody>
      </p:sp>
      <p:sp>
        <p:nvSpPr>
          <p:cNvPr id="14" name="Text Placeholder 13">
            <a:extLst>
              <a:ext uri="{FF2B5EF4-FFF2-40B4-BE49-F238E27FC236}">
                <a16:creationId xmlns:a16="http://schemas.microsoft.com/office/drawing/2014/main" id="{525250E3-1FE0-200A-FD45-C467C041E01F}"/>
              </a:ext>
            </a:extLst>
          </p:cNvPr>
          <p:cNvSpPr>
            <a:spLocks noGrp="1"/>
          </p:cNvSpPr>
          <p:nvPr>
            <p:ph type="body" sz="quarter" idx="26"/>
          </p:nvPr>
        </p:nvSpPr>
        <p:spPr/>
        <p:txBody>
          <a:bodyPr/>
          <a:lstStyle/>
          <a:p>
            <a:endParaRPr lang="en-US"/>
          </a:p>
        </p:txBody>
      </p:sp>
      <p:sp>
        <p:nvSpPr>
          <p:cNvPr id="15" name="Text Placeholder 14">
            <a:extLst>
              <a:ext uri="{FF2B5EF4-FFF2-40B4-BE49-F238E27FC236}">
                <a16:creationId xmlns:a16="http://schemas.microsoft.com/office/drawing/2014/main" id="{1AFB1325-234C-5395-72BC-39EBBA38D2CA}"/>
              </a:ext>
            </a:extLst>
          </p:cNvPr>
          <p:cNvSpPr>
            <a:spLocks noGrp="1"/>
          </p:cNvSpPr>
          <p:nvPr>
            <p:ph type="body" sz="quarter" idx="27"/>
          </p:nvPr>
        </p:nvSpPr>
        <p:spPr/>
        <p:txBody>
          <a:bodyPr/>
          <a:lstStyle/>
          <a:p>
            <a:endParaRPr lang="en-US"/>
          </a:p>
        </p:txBody>
      </p:sp>
      <p:sp>
        <p:nvSpPr>
          <p:cNvPr id="16" name="Text Placeholder 15">
            <a:extLst>
              <a:ext uri="{FF2B5EF4-FFF2-40B4-BE49-F238E27FC236}">
                <a16:creationId xmlns:a16="http://schemas.microsoft.com/office/drawing/2014/main" id="{56161E74-1590-E2B3-0F90-2DF21AA346BE}"/>
              </a:ext>
            </a:extLst>
          </p:cNvPr>
          <p:cNvSpPr>
            <a:spLocks noGrp="1"/>
          </p:cNvSpPr>
          <p:nvPr>
            <p:ph type="body" sz="quarter" idx="28"/>
          </p:nvPr>
        </p:nvSpPr>
        <p:spPr/>
        <p:txBody>
          <a:bodyPr/>
          <a:lstStyle/>
          <a:p>
            <a:endParaRPr lang="en-US"/>
          </a:p>
        </p:txBody>
      </p:sp>
      <p:sp>
        <p:nvSpPr>
          <p:cNvPr id="17" name="Text Placeholder 16">
            <a:extLst>
              <a:ext uri="{FF2B5EF4-FFF2-40B4-BE49-F238E27FC236}">
                <a16:creationId xmlns:a16="http://schemas.microsoft.com/office/drawing/2014/main" id="{D839DBE0-751C-E26B-6DE2-DC10FFC07566}"/>
              </a:ext>
            </a:extLst>
          </p:cNvPr>
          <p:cNvSpPr>
            <a:spLocks noGrp="1"/>
          </p:cNvSpPr>
          <p:nvPr>
            <p:ph type="body" sz="quarter" idx="29"/>
          </p:nvPr>
        </p:nvSpPr>
        <p:spPr/>
        <p:txBody>
          <a:bodyPr/>
          <a:lstStyle/>
          <a:p>
            <a:endParaRPr lang="en-US"/>
          </a:p>
        </p:txBody>
      </p:sp>
      <p:sp>
        <p:nvSpPr>
          <p:cNvPr id="18" name="Text Placeholder 17">
            <a:extLst>
              <a:ext uri="{FF2B5EF4-FFF2-40B4-BE49-F238E27FC236}">
                <a16:creationId xmlns:a16="http://schemas.microsoft.com/office/drawing/2014/main" id="{9FD55909-2023-E1A7-6BB4-DD3F774956ED}"/>
              </a:ext>
            </a:extLst>
          </p:cNvPr>
          <p:cNvSpPr>
            <a:spLocks noGrp="1"/>
          </p:cNvSpPr>
          <p:nvPr>
            <p:ph type="body" sz="quarter" idx="30"/>
          </p:nvPr>
        </p:nvSpPr>
        <p:spPr/>
        <p:txBody>
          <a:bodyPr/>
          <a:lstStyle/>
          <a:p>
            <a:endParaRPr lang="en-US"/>
          </a:p>
        </p:txBody>
      </p:sp>
      <p:sp>
        <p:nvSpPr>
          <p:cNvPr id="19" name="Text Placeholder 18">
            <a:extLst>
              <a:ext uri="{FF2B5EF4-FFF2-40B4-BE49-F238E27FC236}">
                <a16:creationId xmlns:a16="http://schemas.microsoft.com/office/drawing/2014/main" id="{3375DC0F-325E-EBAC-F8D8-64EF2137AE72}"/>
              </a:ext>
            </a:extLst>
          </p:cNvPr>
          <p:cNvSpPr>
            <a:spLocks noGrp="1"/>
          </p:cNvSpPr>
          <p:nvPr>
            <p:ph type="body" sz="quarter" idx="31"/>
          </p:nvPr>
        </p:nvSpPr>
        <p:spPr/>
        <p:txBody>
          <a:bodyPr/>
          <a:lstStyle/>
          <a:p>
            <a:endParaRPr lang="en-US"/>
          </a:p>
        </p:txBody>
      </p:sp>
      <p:sp>
        <p:nvSpPr>
          <p:cNvPr id="20" name="Text Placeholder 19">
            <a:extLst>
              <a:ext uri="{FF2B5EF4-FFF2-40B4-BE49-F238E27FC236}">
                <a16:creationId xmlns:a16="http://schemas.microsoft.com/office/drawing/2014/main" id="{0C9E98DD-FBF9-2834-1A8D-C799384F524D}"/>
              </a:ext>
            </a:extLst>
          </p:cNvPr>
          <p:cNvSpPr>
            <a:spLocks noGrp="1"/>
          </p:cNvSpPr>
          <p:nvPr>
            <p:ph type="body" sz="quarter" idx="17"/>
          </p:nvPr>
        </p:nvSpPr>
        <p:spPr/>
        <p:txBody>
          <a:bodyPr/>
          <a:lstStyle/>
          <a:p>
            <a:endParaRPr lang="en-US"/>
          </a:p>
        </p:txBody>
      </p:sp>
      <p:sp>
        <p:nvSpPr>
          <p:cNvPr id="21" name="Text Placeholder 20">
            <a:extLst>
              <a:ext uri="{FF2B5EF4-FFF2-40B4-BE49-F238E27FC236}">
                <a16:creationId xmlns:a16="http://schemas.microsoft.com/office/drawing/2014/main" id="{2536EABB-4CE0-FCF1-1440-7DF094A8E445}"/>
              </a:ext>
            </a:extLst>
          </p:cNvPr>
          <p:cNvSpPr>
            <a:spLocks noGrp="1"/>
          </p:cNvSpPr>
          <p:nvPr>
            <p:ph type="body" sz="quarter" idx="33"/>
          </p:nvPr>
        </p:nvSpPr>
        <p:spPr/>
        <p:txBody>
          <a:bodyPr/>
          <a:lstStyle/>
          <a:p>
            <a:endParaRPr lang="en-US"/>
          </a:p>
        </p:txBody>
      </p:sp>
      <p:sp>
        <p:nvSpPr>
          <p:cNvPr id="22" name="Text Placeholder 21">
            <a:extLst>
              <a:ext uri="{FF2B5EF4-FFF2-40B4-BE49-F238E27FC236}">
                <a16:creationId xmlns:a16="http://schemas.microsoft.com/office/drawing/2014/main" id="{C33176FB-BD6D-4B0E-9673-85F19CE3FDDA}"/>
              </a:ext>
            </a:extLst>
          </p:cNvPr>
          <p:cNvSpPr>
            <a:spLocks noGrp="1"/>
          </p:cNvSpPr>
          <p:nvPr>
            <p:ph type="body" sz="quarter" idx="34"/>
          </p:nvPr>
        </p:nvSpPr>
        <p:spPr/>
        <p:txBody>
          <a:bodyPr/>
          <a:lstStyle/>
          <a:p>
            <a:endParaRPr lang="en-US"/>
          </a:p>
        </p:txBody>
      </p:sp>
      <p:sp>
        <p:nvSpPr>
          <p:cNvPr id="23" name="Text Placeholder 22">
            <a:extLst>
              <a:ext uri="{FF2B5EF4-FFF2-40B4-BE49-F238E27FC236}">
                <a16:creationId xmlns:a16="http://schemas.microsoft.com/office/drawing/2014/main" id="{0AB4CDE0-00CB-5772-5745-22E2D404360A}"/>
              </a:ext>
            </a:extLst>
          </p:cNvPr>
          <p:cNvSpPr>
            <a:spLocks noGrp="1"/>
          </p:cNvSpPr>
          <p:nvPr>
            <p:ph type="body" sz="quarter" idx="35"/>
          </p:nvPr>
        </p:nvSpPr>
        <p:spPr/>
        <p:txBody>
          <a:bodyPr/>
          <a:lstStyle/>
          <a:p>
            <a:endParaRPr lang="en-US"/>
          </a:p>
        </p:txBody>
      </p:sp>
      <p:sp>
        <p:nvSpPr>
          <p:cNvPr id="24" name="Text Placeholder 23">
            <a:extLst>
              <a:ext uri="{FF2B5EF4-FFF2-40B4-BE49-F238E27FC236}">
                <a16:creationId xmlns:a16="http://schemas.microsoft.com/office/drawing/2014/main" id="{7C531FAC-C592-E7CD-66F9-8BE243A5AFA7}"/>
              </a:ext>
            </a:extLst>
          </p:cNvPr>
          <p:cNvSpPr>
            <a:spLocks noGrp="1"/>
          </p:cNvSpPr>
          <p:nvPr>
            <p:ph type="body" sz="quarter" idx="36"/>
          </p:nvPr>
        </p:nvSpPr>
        <p:spPr/>
        <p:txBody>
          <a:bodyPr/>
          <a:lstStyle/>
          <a:p>
            <a:endParaRPr lang="en-US"/>
          </a:p>
        </p:txBody>
      </p:sp>
      <p:sp>
        <p:nvSpPr>
          <p:cNvPr id="25" name="Text Placeholder 24">
            <a:extLst>
              <a:ext uri="{FF2B5EF4-FFF2-40B4-BE49-F238E27FC236}">
                <a16:creationId xmlns:a16="http://schemas.microsoft.com/office/drawing/2014/main" id="{7273422C-9E75-EFD9-6D84-E72ABEC76AB8}"/>
              </a:ext>
            </a:extLst>
          </p:cNvPr>
          <p:cNvSpPr>
            <a:spLocks noGrp="1"/>
          </p:cNvSpPr>
          <p:nvPr>
            <p:ph type="body" sz="quarter" idx="37"/>
          </p:nvPr>
        </p:nvSpPr>
        <p:spPr/>
        <p:txBody>
          <a:bodyPr/>
          <a:lstStyle/>
          <a:p>
            <a:endParaRPr lang="en-US"/>
          </a:p>
        </p:txBody>
      </p:sp>
      <p:sp>
        <p:nvSpPr>
          <p:cNvPr id="26" name="Text Placeholder 25">
            <a:extLst>
              <a:ext uri="{FF2B5EF4-FFF2-40B4-BE49-F238E27FC236}">
                <a16:creationId xmlns:a16="http://schemas.microsoft.com/office/drawing/2014/main" id="{6B3491C5-6A2A-9FCC-4657-68D3ABCDF042}"/>
              </a:ext>
            </a:extLst>
          </p:cNvPr>
          <p:cNvSpPr>
            <a:spLocks noGrp="1"/>
          </p:cNvSpPr>
          <p:nvPr>
            <p:ph type="body" sz="quarter" idx="32"/>
          </p:nvPr>
        </p:nvSpPr>
        <p:spPr/>
        <p:txBody>
          <a:bodyPr/>
          <a:lstStyle/>
          <a:p>
            <a:endParaRPr lang="en-US"/>
          </a:p>
        </p:txBody>
      </p:sp>
      <p:sp>
        <p:nvSpPr>
          <p:cNvPr id="30" name="Skill 1 bar">
            <a:extLst>
              <a:ext uri="{FF2B5EF4-FFF2-40B4-BE49-F238E27FC236}">
                <a16:creationId xmlns:a16="http://schemas.microsoft.com/office/drawing/2014/main" id="{1469D8DA-A354-CA07-07F5-0D55FCE8CA82}"/>
              </a:ext>
              <a:ext uri="{C183D7F6-B498-43B3-948B-1728B52AA6E4}">
                <adec:decorative xmlns:adec="http://schemas.microsoft.com/office/drawing/2017/decorative" val="1"/>
              </a:ext>
            </a:extLst>
          </p:cNvPr>
          <p:cNvSpPr/>
          <p:nvPr/>
        </p:nvSpPr>
        <p:spPr bwMode="gray">
          <a:xfrm>
            <a:off x="9144000" y="2500748"/>
            <a:ext cx="235902" cy="77104"/>
          </a:xfrm>
          <a:prstGeom prst="rect">
            <a:avLst/>
          </a:prstGeom>
          <a:gradFill>
            <a:gsLst>
              <a:gs pos="100000">
                <a:srgbClr val="991F3D"/>
              </a:gs>
              <a:gs pos="67000">
                <a:srgbClr val="E31937"/>
              </a:gs>
              <a:gs pos="31000">
                <a:srgbClr val="FF6A00"/>
              </a:gs>
              <a:gs pos="0">
                <a:srgbClr val="FFCDD2"/>
              </a:gs>
            </a:gsLst>
            <a:lin ang="10800000" scaled="0"/>
          </a:gradFill>
          <a:ln w="9525" algn="ctr">
            <a:noFill/>
            <a:miter lim="800000"/>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31" name="Skill 2 bar">
            <a:extLst>
              <a:ext uri="{FF2B5EF4-FFF2-40B4-BE49-F238E27FC236}">
                <a16:creationId xmlns:a16="http://schemas.microsoft.com/office/drawing/2014/main" id="{60DEC079-E7AF-B9CF-736A-65FD2457EEB4}"/>
              </a:ext>
              <a:ext uri="{C183D7F6-B498-43B3-948B-1728B52AA6E4}">
                <adec:decorative xmlns:adec="http://schemas.microsoft.com/office/drawing/2017/decorative" val="1"/>
              </a:ext>
            </a:extLst>
          </p:cNvPr>
          <p:cNvSpPr/>
          <p:nvPr/>
        </p:nvSpPr>
        <p:spPr bwMode="gray">
          <a:xfrm>
            <a:off x="9144000" y="3208337"/>
            <a:ext cx="825657" cy="77104"/>
          </a:xfrm>
          <a:prstGeom prst="rect">
            <a:avLst/>
          </a:prstGeom>
          <a:gradFill>
            <a:gsLst>
              <a:gs pos="100000">
                <a:srgbClr val="991F3D"/>
              </a:gs>
              <a:gs pos="67000">
                <a:srgbClr val="E31937"/>
              </a:gs>
              <a:gs pos="31000">
                <a:srgbClr val="FF6A00"/>
              </a:gs>
              <a:gs pos="0">
                <a:srgbClr val="FFCDD2"/>
              </a:gs>
            </a:gsLst>
            <a:lin ang="10800000" scaled="0"/>
          </a:gradFill>
          <a:ln w="9525" algn="ctr">
            <a:noFill/>
            <a:miter lim="800000"/>
          </a:ln>
          <a:effectLst/>
        </p:spPr>
        <p:txBody>
          <a:bodyPr lIns="63500" tIns="0" rIns="64800" bIns="0" rtlCol="0" anchor="ctr"/>
          <a:lstStyle/>
          <a:p>
            <a:pPr algn="ctr">
              <a:spcBef>
                <a:spcPct val="0"/>
              </a:spcBef>
              <a:buSzPct val="90000"/>
            </a:pPr>
            <a:endParaRPr lang="en-US" sz="1600" b="1">
              <a:solidFill>
                <a:schemeClr val="bg1"/>
              </a:solidFill>
              <a:cs typeface="Arial" pitchFamily="34" charset="0"/>
            </a:endParaRPr>
          </a:p>
        </p:txBody>
      </p:sp>
      <p:sp>
        <p:nvSpPr>
          <p:cNvPr id="32" name="Skill 3 bar">
            <a:extLst>
              <a:ext uri="{FF2B5EF4-FFF2-40B4-BE49-F238E27FC236}">
                <a16:creationId xmlns:a16="http://schemas.microsoft.com/office/drawing/2014/main" id="{A31BE041-2C86-8622-E360-0E6E2BEC1399}"/>
              </a:ext>
              <a:ext uri="{C183D7F6-B498-43B3-948B-1728B52AA6E4}">
                <adec:decorative xmlns:adec="http://schemas.microsoft.com/office/drawing/2017/decorative" val="1"/>
              </a:ext>
            </a:extLst>
          </p:cNvPr>
          <p:cNvSpPr/>
          <p:nvPr/>
        </p:nvSpPr>
        <p:spPr bwMode="gray">
          <a:xfrm>
            <a:off x="9144000" y="3888799"/>
            <a:ext cx="1533363" cy="77104"/>
          </a:xfrm>
          <a:prstGeom prst="rect">
            <a:avLst/>
          </a:prstGeom>
          <a:gradFill>
            <a:gsLst>
              <a:gs pos="100000">
                <a:srgbClr val="991F3D"/>
              </a:gs>
              <a:gs pos="67000">
                <a:srgbClr val="E31937"/>
              </a:gs>
              <a:gs pos="31000">
                <a:srgbClr val="FF6A00"/>
              </a:gs>
              <a:gs pos="0">
                <a:srgbClr val="FFCDD2"/>
              </a:gs>
            </a:gsLst>
            <a:lin ang="10800000" scaled="0"/>
          </a:gradFill>
          <a:ln w="9525" algn="ctr">
            <a:noFill/>
            <a:miter lim="800000"/>
          </a:ln>
          <a:effectLst/>
        </p:spPr>
        <p:txBody>
          <a:bodyPr lIns="63500" tIns="0" rIns="64800" bIns="0" rtlCol="0" anchor="ctr"/>
          <a:lstStyle/>
          <a:p>
            <a:pPr algn="ctr">
              <a:spcBef>
                <a:spcPct val="0"/>
              </a:spcBef>
              <a:buSzPct val="90000"/>
            </a:pPr>
            <a:endParaRPr lang="en-US" sz="1600" b="1">
              <a:solidFill>
                <a:schemeClr val="bg1"/>
              </a:solidFill>
              <a:cs typeface="Arial" pitchFamily="34" charset="0"/>
            </a:endParaRPr>
          </a:p>
        </p:txBody>
      </p:sp>
      <p:sp>
        <p:nvSpPr>
          <p:cNvPr id="33" name="Skill 4 bar">
            <a:extLst>
              <a:ext uri="{FF2B5EF4-FFF2-40B4-BE49-F238E27FC236}">
                <a16:creationId xmlns:a16="http://schemas.microsoft.com/office/drawing/2014/main" id="{E83AADE4-9957-CA04-9F73-351BCC2581E5}"/>
              </a:ext>
              <a:ext uri="{C183D7F6-B498-43B3-948B-1728B52AA6E4}">
                <adec:decorative xmlns:adec="http://schemas.microsoft.com/office/drawing/2017/decorative" val="1"/>
              </a:ext>
            </a:extLst>
          </p:cNvPr>
          <p:cNvSpPr/>
          <p:nvPr/>
        </p:nvSpPr>
        <p:spPr bwMode="gray">
          <a:xfrm>
            <a:off x="9144000" y="4595519"/>
            <a:ext cx="1887216" cy="77104"/>
          </a:xfrm>
          <a:prstGeom prst="rect">
            <a:avLst/>
          </a:prstGeom>
          <a:gradFill>
            <a:gsLst>
              <a:gs pos="100000">
                <a:srgbClr val="991F3D"/>
              </a:gs>
              <a:gs pos="67000">
                <a:srgbClr val="E31937"/>
              </a:gs>
              <a:gs pos="31000">
                <a:srgbClr val="FF6A00"/>
              </a:gs>
              <a:gs pos="0">
                <a:srgbClr val="FFCDD2"/>
              </a:gs>
            </a:gsLst>
            <a:lin ang="10800000" scaled="0"/>
          </a:gradFill>
          <a:ln w="9525" algn="ctr">
            <a:noFill/>
            <a:miter lim="800000"/>
          </a:ln>
          <a:effectLst/>
        </p:spPr>
        <p:txBody>
          <a:bodyPr lIns="63500" tIns="0" rIns="64800" bIns="0" rtlCol="0" anchor="ctr"/>
          <a:lstStyle/>
          <a:p>
            <a:pPr algn="ctr">
              <a:spcBef>
                <a:spcPct val="0"/>
              </a:spcBef>
              <a:buSzPct val="90000"/>
            </a:pPr>
            <a:endParaRPr lang="en-US" sz="1600" b="1">
              <a:solidFill>
                <a:schemeClr val="bg1"/>
              </a:solidFill>
              <a:cs typeface="Arial" pitchFamily="34" charset="0"/>
            </a:endParaRPr>
          </a:p>
        </p:txBody>
      </p:sp>
      <p:sp>
        <p:nvSpPr>
          <p:cNvPr id="34" name="Skill 5 bar">
            <a:extLst>
              <a:ext uri="{FF2B5EF4-FFF2-40B4-BE49-F238E27FC236}">
                <a16:creationId xmlns:a16="http://schemas.microsoft.com/office/drawing/2014/main" id="{0A476775-9DDA-85FE-1F74-C904C9C0FCCC}"/>
              </a:ext>
              <a:ext uri="{C183D7F6-B498-43B3-948B-1728B52AA6E4}">
                <adec:decorative xmlns:adec="http://schemas.microsoft.com/office/drawing/2017/decorative" val="1"/>
              </a:ext>
            </a:extLst>
          </p:cNvPr>
          <p:cNvSpPr/>
          <p:nvPr/>
        </p:nvSpPr>
        <p:spPr bwMode="gray">
          <a:xfrm>
            <a:off x="9144000" y="5302731"/>
            <a:ext cx="1258144" cy="77104"/>
          </a:xfrm>
          <a:prstGeom prst="rect">
            <a:avLst/>
          </a:prstGeom>
          <a:gradFill>
            <a:gsLst>
              <a:gs pos="100000">
                <a:srgbClr val="991F3D"/>
              </a:gs>
              <a:gs pos="67000">
                <a:srgbClr val="E31937"/>
              </a:gs>
              <a:gs pos="31000">
                <a:srgbClr val="FF6A00"/>
              </a:gs>
              <a:gs pos="0">
                <a:srgbClr val="FFCDD2"/>
              </a:gs>
            </a:gsLst>
            <a:lin ang="10800000" scaled="0"/>
          </a:gradFill>
          <a:ln w="9525" algn="ctr">
            <a:noFill/>
            <a:miter lim="800000"/>
          </a:ln>
          <a:effectLst/>
        </p:spPr>
        <p:txBody>
          <a:bodyPr lIns="63500" tIns="0" rIns="64800" bIns="0" rtlCol="0" anchor="ctr"/>
          <a:lstStyle/>
          <a:p>
            <a:pPr algn="ctr">
              <a:spcBef>
                <a:spcPct val="0"/>
              </a:spcBef>
              <a:buSzPct val="90000"/>
            </a:pPr>
            <a:endParaRPr lang="en-US" sz="1600" b="1">
              <a:solidFill>
                <a:schemeClr val="bg1"/>
              </a:solidFill>
              <a:cs typeface="Arial" pitchFamily="34" charset="0"/>
            </a:endParaRPr>
          </a:p>
        </p:txBody>
      </p:sp>
      <p:sp>
        <p:nvSpPr>
          <p:cNvPr id="35" name="Skill 6 bar">
            <a:extLst>
              <a:ext uri="{FF2B5EF4-FFF2-40B4-BE49-F238E27FC236}">
                <a16:creationId xmlns:a16="http://schemas.microsoft.com/office/drawing/2014/main" id="{E5BE6F26-28D1-9CB2-5F11-B42237772BAB}"/>
              </a:ext>
              <a:ext uri="{C183D7F6-B498-43B3-948B-1728B52AA6E4}">
                <adec:decorative xmlns:adec="http://schemas.microsoft.com/office/drawing/2017/decorative" val="1"/>
              </a:ext>
            </a:extLst>
          </p:cNvPr>
          <p:cNvSpPr/>
          <p:nvPr/>
        </p:nvSpPr>
        <p:spPr bwMode="gray">
          <a:xfrm>
            <a:off x="9144000" y="6018813"/>
            <a:ext cx="2241069" cy="77104"/>
          </a:xfrm>
          <a:prstGeom prst="rect">
            <a:avLst/>
          </a:prstGeom>
          <a:gradFill>
            <a:gsLst>
              <a:gs pos="100000">
                <a:srgbClr val="991F3D"/>
              </a:gs>
              <a:gs pos="67000">
                <a:srgbClr val="E31937"/>
              </a:gs>
              <a:gs pos="31000">
                <a:srgbClr val="FF6A00"/>
              </a:gs>
              <a:gs pos="0">
                <a:srgbClr val="FFCDD2"/>
              </a:gs>
            </a:gsLst>
            <a:lin ang="10800000" scaled="0"/>
          </a:gradFill>
          <a:ln w="9525" algn="ctr">
            <a:noFill/>
            <a:miter lim="800000"/>
          </a:ln>
          <a:effectLst/>
        </p:spPr>
        <p:txBody>
          <a:bodyPr lIns="63500" tIns="0" rIns="64800" bIns="0" rtlCol="0" anchor="ctr"/>
          <a:lstStyle/>
          <a:p>
            <a:pPr algn="ctr">
              <a:spcBef>
                <a:spcPct val="0"/>
              </a:spcBef>
              <a:buSzPct val="90000"/>
            </a:pPr>
            <a:endParaRPr lang="en-US" sz="1600" b="1">
              <a:solidFill>
                <a:schemeClr val="bg1"/>
              </a:solidFill>
              <a:cs typeface="Arial" pitchFamily="34" charset="0"/>
            </a:endParaRPr>
          </a:p>
        </p:txBody>
      </p:sp>
      <p:sp>
        <p:nvSpPr>
          <p:cNvPr id="27"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F40E009C-4213-3F03-D42D-F58740AF671D}"/>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spTree>
    <p:extLst>
      <p:ext uri="{BB962C8B-B14F-4D97-AF65-F5344CB8AC3E}">
        <p14:creationId xmlns:p14="http://schemas.microsoft.com/office/powerpoint/2010/main" val="216781036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02CC3F0-DCA2-47A2-9AD8-ECB2008FE03E}"/>
              </a:ext>
            </a:extLst>
          </p:cNvPr>
          <p:cNvSpPr>
            <a:spLocks noGrp="1"/>
          </p:cNvSpPr>
          <p:nvPr>
            <p:ph type="title"/>
          </p:nvPr>
        </p:nvSpPr>
        <p:spPr>
          <a:xfrm>
            <a:off x="2293112" y="886968"/>
            <a:ext cx="6839712" cy="402336"/>
          </a:xfrm>
        </p:spPr>
        <p:txBody>
          <a:bodyPr/>
          <a:lstStyle/>
          <a:p>
            <a:r>
              <a:rPr lang="en-US" noProof="0"/>
              <a:t>First and Last name</a:t>
            </a:r>
          </a:p>
        </p:txBody>
      </p:sp>
      <p:pic>
        <p:nvPicPr>
          <p:cNvPr id="9" name="Picture Placeholder 2" descr="Photograph of Name Last name (person the slide is referencing)">
            <a:extLst>
              <a:ext uri="{FF2B5EF4-FFF2-40B4-BE49-F238E27FC236}">
                <a16:creationId xmlns:a16="http://schemas.microsoft.com/office/drawing/2014/main" id="{E86B935A-DD4F-55E8-96D5-245107626E62}"/>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a:stretch/>
        </p:blipFill>
        <p:spPr>
          <a:xfrm>
            <a:off x="766763" y="765175"/>
            <a:ext cx="1268099" cy="1268099"/>
          </a:xfrm>
        </p:spPr>
      </p:pic>
      <p:sp>
        <p:nvSpPr>
          <p:cNvPr id="37" name="Job title placeholder 3">
            <a:extLst>
              <a:ext uri="{FF2B5EF4-FFF2-40B4-BE49-F238E27FC236}">
                <a16:creationId xmlns:a16="http://schemas.microsoft.com/office/drawing/2014/main" id="{6A1B1D07-C25C-3A4D-8B3A-582B2A22FEA3}"/>
              </a:ext>
            </a:extLst>
          </p:cNvPr>
          <p:cNvSpPr>
            <a:spLocks noGrp="1"/>
          </p:cNvSpPr>
          <p:nvPr>
            <p:ph type="body" sz="quarter" idx="14"/>
          </p:nvPr>
        </p:nvSpPr>
        <p:spPr>
          <a:xfrm>
            <a:off x="2295992" y="1390015"/>
            <a:ext cx="6840388" cy="242304"/>
          </a:xfrm>
        </p:spPr>
        <p:txBody>
          <a:bodyPr/>
          <a:lstStyle/>
          <a:p>
            <a:r>
              <a:rPr lang="en-US" noProof="0"/>
              <a:t>Insert your title here</a:t>
            </a:r>
          </a:p>
        </p:txBody>
      </p:sp>
      <p:sp>
        <p:nvSpPr>
          <p:cNvPr id="29" name="Years experience and field placeholder 4">
            <a:extLst>
              <a:ext uri="{FF2B5EF4-FFF2-40B4-BE49-F238E27FC236}">
                <a16:creationId xmlns:a16="http://schemas.microsoft.com/office/drawing/2014/main" id="{3FF69010-7C81-4F86-A951-CC0A7B03EE61}"/>
              </a:ext>
            </a:extLst>
          </p:cNvPr>
          <p:cNvSpPr>
            <a:spLocks noGrp="1"/>
          </p:cNvSpPr>
          <p:nvPr>
            <p:ph type="body" sz="quarter" idx="16"/>
          </p:nvPr>
        </p:nvSpPr>
        <p:spPr>
          <a:xfrm>
            <a:off x="2295992" y="1644886"/>
            <a:ext cx="6840388" cy="269303"/>
          </a:xfrm>
        </p:spPr>
        <p:txBody>
          <a:bodyPr/>
          <a:lstStyle/>
          <a:p>
            <a:r>
              <a:rPr lang="en-US" noProof="0"/>
              <a:t>Insert years of experience and specify your field</a:t>
            </a:r>
          </a:p>
        </p:txBody>
      </p:sp>
      <p:sp>
        <p:nvSpPr>
          <p:cNvPr id="41" name="Education heading 9">
            <a:extLst>
              <a:ext uri="{FF2B5EF4-FFF2-40B4-BE49-F238E27FC236}">
                <a16:creationId xmlns:a16="http://schemas.microsoft.com/office/drawing/2014/main" id="{DB3C9AD3-29AE-FB45-8A12-735498D0BCAF}"/>
              </a:ext>
            </a:extLst>
          </p:cNvPr>
          <p:cNvSpPr>
            <a:spLocks noGrp="1"/>
          </p:cNvSpPr>
          <p:nvPr>
            <p:ph type="body" sz="quarter" idx="24"/>
          </p:nvPr>
        </p:nvSpPr>
        <p:spPr>
          <a:xfrm>
            <a:off x="766618" y="2171195"/>
            <a:ext cx="1271016" cy="176230"/>
          </a:xfrm>
        </p:spPr>
        <p:txBody>
          <a:bodyPr>
            <a:normAutofit lnSpcReduction="10000"/>
          </a:bodyPr>
          <a:lstStyle/>
          <a:p>
            <a:r>
              <a:rPr lang="en-US" noProof="0"/>
              <a:t>Education </a:t>
            </a:r>
          </a:p>
        </p:txBody>
      </p:sp>
      <p:sp>
        <p:nvSpPr>
          <p:cNvPr id="7" name="Education Placeholder 10">
            <a:extLst>
              <a:ext uri="{FF2B5EF4-FFF2-40B4-BE49-F238E27FC236}">
                <a16:creationId xmlns:a16="http://schemas.microsoft.com/office/drawing/2014/main" id="{97B53C54-B5C3-AA4A-B97D-E710C7A1E990}"/>
              </a:ext>
            </a:extLst>
          </p:cNvPr>
          <p:cNvSpPr>
            <a:spLocks noGrp="1"/>
          </p:cNvSpPr>
          <p:nvPr>
            <p:ph type="body" sz="quarter" idx="17"/>
          </p:nvPr>
        </p:nvSpPr>
        <p:spPr>
          <a:xfrm>
            <a:off x="767409" y="2397065"/>
            <a:ext cx="1271016" cy="905256"/>
          </a:xfrm>
        </p:spPr>
        <p:txBody>
          <a:bodyPr/>
          <a:lstStyle/>
          <a:p>
            <a:r>
              <a:rPr lang="en-US" noProof="0"/>
              <a:t>Insert here</a:t>
            </a:r>
          </a:p>
          <a:p>
            <a:r>
              <a:rPr lang="en-US" noProof="0"/>
              <a:t>Insert here</a:t>
            </a:r>
          </a:p>
          <a:p>
            <a:r>
              <a:rPr lang="en-US" noProof="0"/>
              <a:t>Insert here</a:t>
            </a:r>
          </a:p>
        </p:txBody>
      </p:sp>
      <p:sp>
        <p:nvSpPr>
          <p:cNvPr id="161" name="Trainings and certifications heading 11">
            <a:extLst>
              <a:ext uri="{FF2B5EF4-FFF2-40B4-BE49-F238E27FC236}">
                <a16:creationId xmlns:a16="http://schemas.microsoft.com/office/drawing/2014/main" id="{F61ED002-65E7-EFF0-638D-A6838BD77B94}"/>
              </a:ext>
            </a:extLst>
          </p:cNvPr>
          <p:cNvSpPr>
            <a:spLocks noGrp="1"/>
          </p:cNvSpPr>
          <p:nvPr>
            <p:ph type="body" sz="quarter" idx="26"/>
          </p:nvPr>
        </p:nvSpPr>
        <p:spPr>
          <a:xfrm>
            <a:off x="766618" y="3355559"/>
            <a:ext cx="1271016" cy="369332"/>
          </a:xfrm>
        </p:spPr>
        <p:txBody>
          <a:bodyPr/>
          <a:lstStyle/>
          <a:p>
            <a:r>
              <a:rPr lang="en-US" noProof="0"/>
              <a:t>Trainings and certifications</a:t>
            </a:r>
          </a:p>
        </p:txBody>
      </p:sp>
      <p:sp>
        <p:nvSpPr>
          <p:cNvPr id="20" name="Trainings and certifications placeholder 12">
            <a:extLst>
              <a:ext uri="{FF2B5EF4-FFF2-40B4-BE49-F238E27FC236}">
                <a16:creationId xmlns:a16="http://schemas.microsoft.com/office/drawing/2014/main" id="{D23824DD-610A-2B30-2BF5-F1762B81F7D7}"/>
              </a:ext>
            </a:extLst>
          </p:cNvPr>
          <p:cNvSpPr>
            <a:spLocks noGrp="1"/>
          </p:cNvSpPr>
          <p:nvPr>
            <p:ph type="body" sz="quarter" idx="27"/>
          </p:nvPr>
        </p:nvSpPr>
        <p:spPr>
          <a:xfrm>
            <a:off x="767409" y="3770628"/>
            <a:ext cx="1271016" cy="905256"/>
          </a:xfrm>
        </p:spPr>
        <p:txBody>
          <a:bodyPr/>
          <a:lstStyle/>
          <a:p>
            <a:r>
              <a:rPr lang="en-US" noProof="0"/>
              <a:t>Insert here</a:t>
            </a:r>
          </a:p>
          <a:p>
            <a:r>
              <a:rPr lang="en-US" noProof="0"/>
              <a:t>Insert here</a:t>
            </a:r>
          </a:p>
          <a:p>
            <a:r>
              <a:rPr lang="en-US" noProof="0"/>
              <a:t>Insert here</a:t>
            </a:r>
          </a:p>
          <a:p>
            <a:endParaRPr lang="en-US" noProof="0"/>
          </a:p>
        </p:txBody>
      </p:sp>
      <p:sp>
        <p:nvSpPr>
          <p:cNvPr id="162" name="Industry experience heading 13">
            <a:extLst>
              <a:ext uri="{FF2B5EF4-FFF2-40B4-BE49-F238E27FC236}">
                <a16:creationId xmlns:a16="http://schemas.microsoft.com/office/drawing/2014/main" id="{D9722AF8-2C59-69DF-B2CD-1C19A1DB4D39}"/>
              </a:ext>
            </a:extLst>
          </p:cNvPr>
          <p:cNvSpPr>
            <a:spLocks noGrp="1"/>
          </p:cNvSpPr>
          <p:nvPr>
            <p:ph type="body" sz="quarter" idx="28"/>
          </p:nvPr>
        </p:nvSpPr>
        <p:spPr>
          <a:xfrm>
            <a:off x="766618" y="4718174"/>
            <a:ext cx="1271016" cy="369332"/>
          </a:xfrm>
        </p:spPr>
        <p:txBody>
          <a:bodyPr/>
          <a:lstStyle/>
          <a:p>
            <a:r>
              <a:rPr lang="en-US" noProof="0"/>
              <a:t>Industry experience </a:t>
            </a:r>
          </a:p>
        </p:txBody>
      </p:sp>
      <p:sp>
        <p:nvSpPr>
          <p:cNvPr id="22" name="Industry experience Placeholder 14">
            <a:extLst>
              <a:ext uri="{FF2B5EF4-FFF2-40B4-BE49-F238E27FC236}">
                <a16:creationId xmlns:a16="http://schemas.microsoft.com/office/drawing/2014/main" id="{0A0E2231-CF9E-E182-2FD0-30DBF208AF3D}"/>
              </a:ext>
            </a:extLst>
          </p:cNvPr>
          <p:cNvSpPr>
            <a:spLocks noGrp="1"/>
          </p:cNvSpPr>
          <p:nvPr>
            <p:ph type="body" sz="quarter" idx="29"/>
          </p:nvPr>
        </p:nvSpPr>
        <p:spPr>
          <a:xfrm>
            <a:off x="767409" y="5143529"/>
            <a:ext cx="1271016" cy="928087"/>
          </a:xfrm>
        </p:spPr>
        <p:txBody>
          <a:bodyPr/>
          <a:lstStyle/>
          <a:p>
            <a:r>
              <a:rPr lang="en-US" noProof="0"/>
              <a:t>Insert here</a:t>
            </a:r>
          </a:p>
          <a:p>
            <a:r>
              <a:rPr lang="en-US" noProof="0"/>
              <a:t>Insert here</a:t>
            </a:r>
          </a:p>
          <a:p>
            <a:r>
              <a:rPr lang="en-US" noProof="0"/>
              <a:t>Insert here</a:t>
            </a:r>
          </a:p>
          <a:p>
            <a:endParaRPr lang="en-US" noProof="0"/>
          </a:p>
        </p:txBody>
      </p:sp>
      <p:sp>
        <p:nvSpPr>
          <p:cNvPr id="12" name="Profile heading 5">
            <a:extLst>
              <a:ext uri="{FF2B5EF4-FFF2-40B4-BE49-F238E27FC236}">
                <a16:creationId xmlns:a16="http://schemas.microsoft.com/office/drawing/2014/main" id="{FD00591D-945B-7E4D-A3D2-EA0965FEFB8F}"/>
              </a:ext>
            </a:extLst>
          </p:cNvPr>
          <p:cNvSpPr>
            <a:spLocks noGrp="1"/>
          </p:cNvSpPr>
          <p:nvPr>
            <p:ph type="body" sz="quarter" idx="20"/>
          </p:nvPr>
        </p:nvSpPr>
        <p:spPr>
          <a:xfrm>
            <a:off x="2295992" y="2176272"/>
            <a:ext cx="9115474" cy="173736"/>
          </a:xfrm>
        </p:spPr>
        <p:txBody>
          <a:bodyPr>
            <a:normAutofit lnSpcReduction="10000"/>
          </a:bodyPr>
          <a:lstStyle/>
          <a:p>
            <a:r>
              <a:rPr lang="en-US" noProof="0"/>
              <a:t>Profile</a:t>
            </a:r>
          </a:p>
        </p:txBody>
      </p:sp>
      <p:sp>
        <p:nvSpPr>
          <p:cNvPr id="16" name="Profile description placeholder 6">
            <a:extLst>
              <a:ext uri="{FF2B5EF4-FFF2-40B4-BE49-F238E27FC236}">
                <a16:creationId xmlns:a16="http://schemas.microsoft.com/office/drawing/2014/main" id="{2658CF54-BB1A-634A-807F-A9C8145C94FE}"/>
              </a:ext>
            </a:extLst>
          </p:cNvPr>
          <p:cNvSpPr>
            <a:spLocks noGrp="1"/>
          </p:cNvSpPr>
          <p:nvPr>
            <p:ph type="body" sz="quarter" idx="19"/>
          </p:nvPr>
        </p:nvSpPr>
        <p:spPr>
          <a:xfrm>
            <a:off x="2295992" y="2397784"/>
            <a:ext cx="9116568" cy="903855"/>
          </a:xfrm>
        </p:spPr>
        <p:txBody>
          <a:bodyPr/>
          <a:lstStyle/>
          <a:p>
            <a:r>
              <a:rPr lang="en-US" noProof="0"/>
              <a:t>Type your summary here. Example: FIRST NAME has more than XX years of experience in information technology. He/She has significant expertise in project and account management as well as in developing, documenting, coding, modifying, testing, and implementing business technology solutions.</a:t>
            </a:r>
          </a:p>
          <a:p>
            <a:endParaRPr lang="en-US" noProof="0"/>
          </a:p>
        </p:txBody>
      </p:sp>
      <p:sp>
        <p:nvSpPr>
          <p:cNvPr id="14" name="CGI experience heading 7">
            <a:extLst>
              <a:ext uri="{FF2B5EF4-FFF2-40B4-BE49-F238E27FC236}">
                <a16:creationId xmlns:a16="http://schemas.microsoft.com/office/drawing/2014/main" id="{DA1A61ED-508A-BA47-8D7F-539182C1904B}"/>
              </a:ext>
            </a:extLst>
          </p:cNvPr>
          <p:cNvSpPr>
            <a:spLocks noGrp="1"/>
          </p:cNvSpPr>
          <p:nvPr>
            <p:ph type="body" sz="quarter" idx="22"/>
          </p:nvPr>
        </p:nvSpPr>
        <p:spPr>
          <a:xfrm>
            <a:off x="2295992" y="3350482"/>
            <a:ext cx="9115474" cy="173736"/>
          </a:xfrm>
        </p:spPr>
        <p:txBody>
          <a:bodyPr>
            <a:normAutofit lnSpcReduction="10000"/>
          </a:bodyPr>
          <a:lstStyle/>
          <a:p>
            <a:r>
              <a:rPr lang="en-US" noProof="0"/>
              <a:t>CGI experience</a:t>
            </a:r>
          </a:p>
        </p:txBody>
      </p:sp>
      <p:sp>
        <p:nvSpPr>
          <p:cNvPr id="131" name="Client and Project description 8">
            <a:extLst>
              <a:ext uri="{FF2B5EF4-FFF2-40B4-BE49-F238E27FC236}">
                <a16:creationId xmlns:a16="http://schemas.microsoft.com/office/drawing/2014/main" id="{3B746C10-4DE6-0355-FE05-35618A3CC6FF}"/>
              </a:ext>
            </a:extLst>
          </p:cNvPr>
          <p:cNvSpPr>
            <a:spLocks noGrp="1"/>
          </p:cNvSpPr>
          <p:nvPr>
            <p:ph type="body" sz="quarter" idx="30"/>
          </p:nvPr>
        </p:nvSpPr>
        <p:spPr>
          <a:xfrm>
            <a:off x="2295144" y="3562212"/>
            <a:ext cx="9116568" cy="2509404"/>
          </a:xfrm>
        </p:spPr>
        <p:txBody>
          <a:bodyPr/>
          <a:lstStyle/>
          <a:p>
            <a:r>
              <a:rPr lang="en-US" noProof="0"/>
              <a:t>Client, Project description (Dates mm/yy to mm/yy)</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r>
              <a:rPr lang="en-US" noProof="0"/>
              <a:t>Client, Project description (Dates mm/yy to mm/yy)</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r>
              <a:rPr lang="en-US" noProof="0"/>
              <a:t>Client, Project description (Dates mm/yy to mm/yy)</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a:p>
            <a:r>
              <a:rPr lang="en-US" noProof="0"/>
              <a:t>Client, Project description (Dates mm/yy to mm/yy)</a:t>
            </a:r>
          </a:p>
          <a:p>
            <a:pPr lvl="1"/>
            <a:r>
              <a:rPr lang="en-US" noProof="0"/>
              <a:t>Provide a brief project description or your tasks in a short paragraph</a:t>
            </a:r>
          </a:p>
          <a:p>
            <a:pPr lvl="1"/>
            <a:r>
              <a:rPr lang="en-US" noProof="0"/>
              <a:t>Provide a brief project description or your tasks in a short paragraph</a:t>
            </a:r>
          </a:p>
          <a:p>
            <a:pPr lvl="1"/>
            <a:r>
              <a:rPr lang="en-US" noProof="0"/>
              <a:t>Provide a brief project description or your tasks in a short paragraph</a:t>
            </a:r>
          </a:p>
        </p:txBody>
      </p:sp>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AD865243-5D70-CBD1-A71D-23EE3FF31736}"/>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spTree>
    <p:extLst>
      <p:ext uri="{BB962C8B-B14F-4D97-AF65-F5344CB8AC3E}">
        <p14:creationId xmlns:p14="http://schemas.microsoft.com/office/powerpoint/2010/main" val="58280588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F517FD48-EFED-4EB0-AE09-EAD09F519CD8}"/>
              </a:ext>
            </a:extLst>
          </p:cNvPr>
          <p:cNvSpPr>
            <a:spLocks noGrp="1"/>
          </p:cNvSpPr>
          <p:nvPr>
            <p:ph type="title"/>
          </p:nvPr>
        </p:nvSpPr>
        <p:spPr>
          <a:xfrm>
            <a:off x="765737" y="683246"/>
            <a:ext cx="10676438" cy="531097"/>
          </a:xfrm>
          <a:noFill/>
        </p:spPr>
        <p:txBody>
          <a:bodyPr/>
          <a:lstStyle/>
          <a:p>
            <a:r>
              <a:rPr lang="en-US" noProof="0"/>
              <a:t>First and Last name continued</a:t>
            </a:r>
          </a:p>
        </p:txBody>
      </p:sp>
      <p:sp>
        <p:nvSpPr>
          <p:cNvPr id="68" name="Text Placeholder 67">
            <a:extLst>
              <a:ext uri="{FF2B5EF4-FFF2-40B4-BE49-F238E27FC236}">
                <a16:creationId xmlns:a16="http://schemas.microsoft.com/office/drawing/2014/main" id="{BA32F56E-0E6D-F876-267D-4DEFD2D1B21D}"/>
              </a:ext>
            </a:extLst>
          </p:cNvPr>
          <p:cNvSpPr>
            <a:spLocks noGrp="1"/>
          </p:cNvSpPr>
          <p:nvPr>
            <p:ph type="body" sz="quarter" idx="24"/>
          </p:nvPr>
        </p:nvSpPr>
        <p:spPr>
          <a:xfrm>
            <a:off x="768232" y="1566229"/>
            <a:ext cx="1279052" cy="182880"/>
          </a:xfrm>
        </p:spPr>
        <p:txBody>
          <a:bodyPr/>
          <a:lstStyle/>
          <a:p>
            <a:r>
              <a:rPr lang="en-US" noProof="0"/>
              <a:t>Focus areas</a:t>
            </a:r>
          </a:p>
        </p:txBody>
      </p:sp>
      <p:sp>
        <p:nvSpPr>
          <p:cNvPr id="16" name="Text Placeholder 15">
            <a:extLst>
              <a:ext uri="{FF2B5EF4-FFF2-40B4-BE49-F238E27FC236}">
                <a16:creationId xmlns:a16="http://schemas.microsoft.com/office/drawing/2014/main" id="{C87DC7D2-5849-467F-BA86-0EAE04A1D291}"/>
              </a:ext>
            </a:extLst>
          </p:cNvPr>
          <p:cNvSpPr>
            <a:spLocks noGrp="1"/>
          </p:cNvSpPr>
          <p:nvPr>
            <p:ph type="body" sz="quarter" idx="17"/>
          </p:nvPr>
        </p:nvSpPr>
        <p:spPr>
          <a:xfrm>
            <a:off x="765737" y="1828795"/>
            <a:ext cx="1280160" cy="1754377"/>
          </a:xfrm>
        </p:spPr>
        <p:txBody>
          <a:bodyPr>
            <a:normAutofit fontScale="92500" lnSpcReduction="10000"/>
          </a:bodyPr>
          <a:lstStyle/>
          <a:p>
            <a:r>
              <a:rPr lang="en-US" noProof="0"/>
              <a:t>Insert focus here</a:t>
            </a:r>
          </a:p>
          <a:p>
            <a:r>
              <a:rPr lang="en-US" noProof="0"/>
              <a:t>Insert focus here</a:t>
            </a:r>
          </a:p>
          <a:p>
            <a:r>
              <a:rPr lang="en-US" noProof="0"/>
              <a:t>Insert focus here</a:t>
            </a:r>
          </a:p>
          <a:p>
            <a:r>
              <a:rPr lang="en-US" noProof="0"/>
              <a:t>Insert focus here</a:t>
            </a:r>
          </a:p>
          <a:p>
            <a:r>
              <a:rPr lang="en-US" noProof="0"/>
              <a:t>Insert focus here</a:t>
            </a:r>
          </a:p>
          <a:p>
            <a:r>
              <a:rPr lang="en-US" noProof="0"/>
              <a:t>Insert focus here</a:t>
            </a:r>
          </a:p>
          <a:p>
            <a:r>
              <a:rPr lang="en-US" noProof="0"/>
              <a:t>Insert focus here</a:t>
            </a:r>
          </a:p>
          <a:p>
            <a:r>
              <a:rPr lang="en-US" noProof="0"/>
              <a:t>Insert focus here</a:t>
            </a:r>
            <a:br>
              <a:rPr lang="en-US" noProof="0"/>
            </a:br>
            <a:endParaRPr lang="en-US" noProof="0"/>
          </a:p>
          <a:p>
            <a:endParaRPr lang="en-US" noProof="0"/>
          </a:p>
        </p:txBody>
      </p:sp>
      <p:sp>
        <p:nvSpPr>
          <p:cNvPr id="69" name="Text Placeholder 68">
            <a:extLst>
              <a:ext uri="{FF2B5EF4-FFF2-40B4-BE49-F238E27FC236}">
                <a16:creationId xmlns:a16="http://schemas.microsoft.com/office/drawing/2014/main" id="{3F4A66ED-22A0-295D-34C7-CC6E4C85A164}"/>
              </a:ext>
            </a:extLst>
          </p:cNvPr>
          <p:cNvSpPr>
            <a:spLocks noGrp="1"/>
          </p:cNvSpPr>
          <p:nvPr>
            <p:ph type="body" sz="quarter" idx="28"/>
          </p:nvPr>
        </p:nvSpPr>
        <p:spPr>
          <a:xfrm>
            <a:off x="765737" y="3758179"/>
            <a:ext cx="1280160" cy="184666"/>
          </a:xfrm>
        </p:spPr>
        <p:txBody>
          <a:bodyPr/>
          <a:lstStyle/>
          <a:p>
            <a:r>
              <a:rPr lang="en-US" noProof="0"/>
              <a:t>Languages</a:t>
            </a:r>
          </a:p>
        </p:txBody>
      </p:sp>
      <p:sp>
        <p:nvSpPr>
          <p:cNvPr id="52" name="Text Placeholder 51">
            <a:extLst>
              <a:ext uri="{FF2B5EF4-FFF2-40B4-BE49-F238E27FC236}">
                <a16:creationId xmlns:a16="http://schemas.microsoft.com/office/drawing/2014/main" id="{083DCDF5-9F6C-5BB8-3DEC-BD5B089DCC43}"/>
              </a:ext>
            </a:extLst>
          </p:cNvPr>
          <p:cNvSpPr>
            <a:spLocks noGrp="1"/>
          </p:cNvSpPr>
          <p:nvPr>
            <p:ph type="body" sz="quarter" idx="29"/>
          </p:nvPr>
        </p:nvSpPr>
        <p:spPr>
          <a:xfrm>
            <a:off x="767409" y="4020317"/>
            <a:ext cx="1280160" cy="940326"/>
          </a:xfrm>
        </p:spPr>
        <p:txBody>
          <a:bodyPr/>
          <a:lstStyle/>
          <a:p>
            <a:r>
              <a:rPr lang="en-US" noProof="0"/>
              <a:t>Insert language here</a:t>
            </a:r>
          </a:p>
          <a:p>
            <a:r>
              <a:rPr lang="en-US" noProof="0"/>
              <a:t>Insert language here</a:t>
            </a:r>
          </a:p>
          <a:p>
            <a:r>
              <a:rPr lang="en-US" noProof="0"/>
              <a:t>Insert language here</a:t>
            </a:r>
          </a:p>
          <a:p>
            <a:endParaRPr lang="en-US" noProof="0"/>
          </a:p>
        </p:txBody>
      </p:sp>
      <p:sp>
        <p:nvSpPr>
          <p:cNvPr id="18" name="Text Placeholder 17">
            <a:extLst>
              <a:ext uri="{FF2B5EF4-FFF2-40B4-BE49-F238E27FC236}">
                <a16:creationId xmlns:a16="http://schemas.microsoft.com/office/drawing/2014/main" id="{0D2C41C8-4440-46B3-B5CE-D160C856945C}"/>
              </a:ext>
            </a:extLst>
          </p:cNvPr>
          <p:cNvSpPr>
            <a:spLocks noGrp="1"/>
          </p:cNvSpPr>
          <p:nvPr>
            <p:ph type="body" sz="quarter" idx="22"/>
          </p:nvPr>
        </p:nvSpPr>
        <p:spPr>
          <a:xfrm>
            <a:off x="2305050" y="1563688"/>
            <a:ext cx="9115425" cy="182562"/>
          </a:xfrm>
        </p:spPr>
        <p:txBody>
          <a:bodyPr/>
          <a:lstStyle/>
          <a:p>
            <a:r>
              <a:rPr lang="en-US" noProof="0"/>
              <a:t>Other experiences</a:t>
            </a:r>
          </a:p>
        </p:txBody>
      </p:sp>
      <p:sp>
        <p:nvSpPr>
          <p:cNvPr id="53" name="Text Placeholder 52">
            <a:extLst>
              <a:ext uri="{FF2B5EF4-FFF2-40B4-BE49-F238E27FC236}">
                <a16:creationId xmlns:a16="http://schemas.microsoft.com/office/drawing/2014/main" id="{805B463C-9D98-6A4B-5F40-30FE3D8AE300}"/>
              </a:ext>
            </a:extLst>
          </p:cNvPr>
          <p:cNvSpPr>
            <a:spLocks noGrp="1"/>
          </p:cNvSpPr>
          <p:nvPr>
            <p:ph type="body" sz="quarter" idx="30"/>
          </p:nvPr>
        </p:nvSpPr>
        <p:spPr>
          <a:xfrm>
            <a:off x="2294263" y="1828795"/>
            <a:ext cx="9116568" cy="4261104"/>
          </a:xfrm>
        </p:spPr>
        <p:txBody>
          <a:bodyPr/>
          <a:lstStyle/>
          <a:p>
            <a:r>
              <a:rPr lang="en-US" noProof="0"/>
              <a:t>Client, Project description (Dates mm/yy to mm/yy)</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r>
              <a:rPr lang="en-US" noProof="0"/>
              <a:t>Client, Project description (Dates mm/yy to mm/yy)</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pPr lvl="1"/>
            <a:r>
              <a:rPr lang="en-US" noProof="0"/>
              <a:t>Provide a brief project description or your tasks in a short paragraph. Provide a brief project description or your tasks in a short paragraph.</a:t>
            </a:r>
          </a:p>
          <a:p>
            <a:endParaRPr lang="en-US" noProof="0"/>
          </a:p>
        </p:txBody>
      </p:sp>
    </p:spTree>
    <p:extLst>
      <p:ext uri="{BB962C8B-B14F-4D97-AF65-F5344CB8AC3E}">
        <p14:creationId xmlns:p14="http://schemas.microsoft.com/office/powerpoint/2010/main" val="251301744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1FA240B4-EE01-AADF-D0EF-6F203C49D9E6}"/>
              </a:ext>
            </a:extLst>
          </p:cNvPr>
          <p:cNvSpPr>
            <a:spLocks noGrp="1"/>
          </p:cNvSpPr>
          <p:nvPr>
            <p:ph type="title"/>
          </p:nvPr>
        </p:nvSpPr>
        <p:spPr>
          <a:xfrm>
            <a:off x="765737" y="683246"/>
            <a:ext cx="10661904" cy="531097"/>
          </a:xfrm>
        </p:spPr>
        <p:txBody>
          <a:bodyPr/>
          <a:lstStyle/>
          <a:p>
            <a:r>
              <a:rPr lang="en-US" noProof="0"/>
              <a:t>Team slide with 2 individuals (layout B)</a:t>
            </a:r>
          </a:p>
        </p:txBody>
      </p:sp>
      <p:pic>
        <p:nvPicPr>
          <p:cNvPr id="11" name="Picture Placeholder 10" descr="Photograph of Name Last name">
            <a:extLst>
              <a:ext uri="{FF2B5EF4-FFF2-40B4-BE49-F238E27FC236}">
                <a16:creationId xmlns:a16="http://schemas.microsoft.com/office/drawing/2014/main" id="{5E3049B4-787B-6F7E-E604-95DA55A43E85}"/>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p:blipFill>
        <p:spPr>
          <a:xfrm>
            <a:off x="3744272" y="2091264"/>
            <a:ext cx="1655455" cy="1655064"/>
          </a:xfrm>
        </p:spPr>
      </p:pic>
      <p:sp>
        <p:nvSpPr>
          <p:cNvPr id="35" name="Text Placeholder 34">
            <a:extLst>
              <a:ext uri="{FF2B5EF4-FFF2-40B4-BE49-F238E27FC236}">
                <a16:creationId xmlns:a16="http://schemas.microsoft.com/office/drawing/2014/main" id="{DC9C1854-4606-5EAD-F5A4-84D5234F300A}"/>
              </a:ext>
            </a:extLst>
          </p:cNvPr>
          <p:cNvSpPr>
            <a:spLocks noGrp="1"/>
          </p:cNvSpPr>
          <p:nvPr>
            <p:ph type="body" sz="quarter" idx="27"/>
          </p:nvPr>
        </p:nvSpPr>
        <p:spPr>
          <a:xfrm>
            <a:off x="3435781" y="4096409"/>
            <a:ext cx="2272437" cy="472710"/>
          </a:xfrm>
        </p:spPr>
        <p:txBody>
          <a:bodyPr/>
          <a:lstStyle/>
          <a:p>
            <a:r>
              <a:rPr lang="en-US" noProof="0"/>
              <a:t>First and Last name</a:t>
            </a:r>
          </a:p>
        </p:txBody>
      </p:sp>
      <p:sp>
        <p:nvSpPr>
          <p:cNvPr id="36" name="Text Placeholder 35">
            <a:extLst>
              <a:ext uri="{FF2B5EF4-FFF2-40B4-BE49-F238E27FC236}">
                <a16:creationId xmlns:a16="http://schemas.microsoft.com/office/drawing/2014/main" id="{BBFE2906-B949-6C00-D003-3C2A47E34F2A}"/>
              </a:ext>
            </a:extLst>
          </p:cNvPr>
          <p:cNvSpPr>
            <a:spLocks noGrp="1"/>
          </p:cNvSpPr>
          <p:nvPr>
            <p:ph type="body" sz="quarter" idx="28"/>
          </p:nvPr>
        </p:nvSpPr>
        <p:spPr>
          <a:xfrm>
            <a:off x="3435781" y="4723939"/>
            <a:ext cx="2272437" cy="1117442"/>
          </a:xfrm>
        </p:spPr>
        <p:txBody>
          <a:bodyPr/>
          <a:lstStyle/>
          <a:p>
            <a:r>
              <a:rPr lang="en-US" noProof="0"/>
              <a:t>Job title or role</a:t>
            </a:r>
          </a:p>
          <a:p>
            <a:r>
              <a:rPr lang="en-US" noProof="0"/>
              <a:t>Division or Location</a:t>
            </a:r>
          </a:p>
          <a:p>
            <a:endParaRPr lang="en-US" noProof="0"/>
          </a:p>
        </p:txBody>
      </p:sp>
      <p:pic>
        <p:nvPicPr>
          <p:cNvPr id="13" name="Picture Placeholder 12" descr="Photograph of Name Last name">
            <a:extLst>
              <a:ext uri="{FF2B5EF4-FFF2-40B4-BE49-F238E27FC236}">
                <a16:creationId xmlns:a16="http://schemas.microsoft.com/office/drawing/2014/main" id="{61170C9C-84D8-E290-D655-5001F3DFE050}"/>
              </a:ext>
            </a:extLst>
          </p:cNvPr>
          <p:cNvPicPr>
            <a:picLocks noGrp="1" noChangeAspect="1"/>
          </p:cNvPicPr>
          <p:nvPr>
            <p:ph type="pic" sz="quarter" idx="33"/>
          </p:nvPr>
        </p:nvPicPr>
        <p:blipFill>
          <a:blip r:embed="rId2">
            <a:extLst>
              <a:ext uri="{28A0092B-C50C-407E-A947-70E740481C1C}">
                <a14:useLocalDpi xmlns:a14="http://schemas.microsoft.com/office/drawing/2010/main"/>
              </a:ext>
            </a:extLst>
          </a:blip>
          <a:srcRect/>
          <a:stretch/>
        </p:blipFill>
        <p:spPr>
          <a:xfrm>
            <a:off x="6795017" y="2091264"/>
            <a:ext cx="1655455" cy="1655064"/>
          </a:xfrm>
        </p:spPr>
      </p:pic>
      <p:sp>
        <p:nvSpPr>
          <p:cNvPr id="37" name="Text Placeholder 36">
            <a:extLst>
              <a:ext uri="{FF2B5EF4-FFF2-40B4-BE49-F238E27FC236}">
                <a16:creationId xmlns:a16="http://schemas.microsoft.com/office/drawing/2014/main" id="{1FE383BD-4995-D733-D771-BC4F0F345398}"/>
              </a:ext>
            </a:extLst>
          </p:cNvPr>
          <p:cNvSpPr>
            <a:spLocks noGrp="1"/>
          </p:cNvSpPr>
          <p:nvPr>
            <p:ph type="body" sz="quarter" idx="29"/>
          </p:nvPr>
        </p:nvSpPr>
        <p:spPr>
          <a:xfrm>
            <a:off x="6486526" y="4091154"/>
            <a:ext cx="2272437" cy="472710"/>
          </a:xfrm>
        </p:spPr>
        <p:txBody>
          <a:bodyPr/>
          <a:lstStyle/>
          <a:p>
            <a:r>
              <a:rPr lang="en-US" noProof="0"/>
              <a:t>First and Last name</a:t>
            </a:r>
          </a:p>
        </p:txBody>
      </p:sp>
      <p:sp>
        <p:nvSpPr>
          <p:cNvPr id="38" name="Text Placeholder 37">
            <a:extLst>
              <a:ext uri="{FF2B5EF4-FFF2-40B4-BE49-F238E27FC236}">
                <a16:creationId xmlns:a16="http://schemas.microsoft.com/office/drawing/2014/main" id="{CDEB7EE7-28FE-3A6C-7AAE-C51E8EC8B435}"/>
              </a:ext>
            </a:extLst>
          </p:cNvPr>
          <p:cNvSpPr>
            <a:spLocks noGrp="1"/>
          </p:cNvSpPr>
          <p:nvPr>
            <p:ph type="body" sz="quarter" idx="30"/>
          </p:nvPr>
        </p:nvSpPr>
        <p:spPr>
          <a:xfrm>
            <a:off x="6486526" y="4723939"/>
            <a:ext cx="2272437" cy="1117442"/>
          </a:xfrm>
        </p:spPr>
        <p:txBody>
          <a:bodyPr/>
          <a:lstStyle/>
          <a:p>
            <a:r>
              <a:rPr lang="en-US" noProof="0"/>
              <a:t>Job title or role</a:t>
            </a:r>
          </a:p>
          <a:p>
            <a:r>
              <a:rPr lang="en-US" noProof="0"/>
              <a:t>Division or Location</a:t>
            </a:r>
          </a:p>
          <a:p>
            <a:endParaRPr lang="en-US" noProof="0"/>
          </a:p>
        </p:txBody>
      </p:sp>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FE0747A7-4A3B-3702-83F3-390955A29F84}"/>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spTree>
    <p:extLst>
      <p:ext uri="{BB962C8B-B14F-4D97-AF65-F5344CB8AC3E}">
        <p14:creationId xmlns:p14="http://schemas.microsoft.com/office/powerpoint/2010/main" val="365039628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0B90C-74DB-EE5F-C24B-D51EDE9610A8}"/>
              </a:ext>
            </a:extLst>
          </p:cNvPr>
          <p:cNvSpPr>
            <a:spLocks noGrp="1"/>
          </p:cNvSpPr>
          <p:nvPr>
            <p:ph type="title"/>
          </p:nvPr>
        </p:nvSpPr>
        <p:spPr>
          <a:xfrm>
            <a:off x="765737" y="683246"/>
            <a:ext cx="10676438" cy="531097"/>
          </a:xfrm>
        </p:spPr>
        <p:txBody>
          <a:bodyPr/>
          <a:lstStyle/>
          <a:p>
            <a:r>
              <a:rPr lang="en-US" noProof="0"/>
              <a:t>Team slide with 3 individuals (layout B)</a:t>
            </a:r>
          </a:p>
        </p:txBody>
      </p:sp>
      <p:pic>
        <p:nvPicPr>
          <p:cNvPr id="15" name="Picture Placeholder 14" descr="Photograph of Name Last name">
            <a:extLst>
              <a:ext uri="{FF2B5EF4-FFF2-40B4-BE49-F238E27FC236}">
                <a16:creationId xmlns:a16="http://schemas.microsoft.com/office/drawing/2014/main" id="{9CB9DA0A-51CE-DC7F-EA15-40822B7D7618}"/>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p:blipFill>
        <p:spPr>
          <a:xfrm>
            <a:off x="2234504" y="2132064"/>
            <a:ext cx="1650634" cy="1650244"/>
          </a:xfrm>
        </p:spPr>
      </p:pic>
      <p:sp>
        <p:nvSpPr>
          <p:cNvPr id="119" name="Text Placeholder 118">
            <a:extLst>
              <a:ext uri="{FF2B5EF4-FFF2-40B4-BE49-F238E27FC236}">
                <a16:creationId xmlns:a16="http://schemas.microsoft.com/office/drawing/2014/main" id="{2F15CC72-A16D-6E76-DF2A-33AE6C6292C6}"/>
              </a:ext>
            </a:extLst>
          </p:cNvPr>
          <p:cNvSpPr>
            <a:spLocks noGrp="1"/>
          </p:cNvSpPr>
          <p:nvPr>
            <p:ph type="body" sz="quarter" idx="27"/>
          </p:nvPr>
        </p:nvSpPr>
        <p:spPr>
          <a:xfrm>
            <a:off x="1923603" y="4094254"/>
            <a:ext cx="2272437" cy="472710"/>
          </a:xfrm>
        </p:spPr>
        <p:txBody>
          <a:bodyPr/>
          <a:lstStyle/>
          <a:p>
            <a:r>
              <a:rPr lang="en-US" noProof="0"/>
              <a:t>First and Last name</a:t>
            </a:r>
          </a:p>
        </p:txBody>
      </p:sp>
      <p:sp>
        <p:nvSpPr>
          <p:cNvPr id="120" name="Text Placeholder 119">
            <a:extLst>
              <a:ext uri="{FF2B5EF4-FFF2-40B4-BE49-F238E27FC236}">
                <a16:creationId xmlns:a16="http://schemas.microsoft.com/office/drawing/2014/main" id="{1A9ED2C9-41DE-19FD-BDFC-752A41FEAEC7}"/>
              </a:ext>
            </a:extLst>
          </p:cNvPr>
          <p:cNvSpPr>
            <a:spLocks noGrp="1"/>
          </p:cNvSpPr>
          <p:nvPr>
            <p:ph type="body" sz="quarter" idx="28"/>
          </p:nvPr>
        </p:nvSpPr>
        <p:spPr>
          <a:xfrm>
            <a:off x="1923603" y="4721784"/>
            <a:ext cx="2272437" cy="1117442"/>
          </a:xfrm>
        </p:spPr>
        <p:txBody>
          <a:bodyPr/>
          <a:lstStyle/>
          <a:p>
            <a:r>
              <a:rPr lang="en-US" noProof="0"/>
              <a:t>Job title or role</a:t>
            </a:r>
          </a:p>
          <a:p>
            <a:r>
              <a:rPr lang="en-US" noProof="0"/>
              <a:t>Division or Location</a:t>
            </a:r>
          </a:p>
        </p:txBody>
      </p:sp>
      <p:pic>
        <p:nvPicPr>
          <p:cNvPr id="17" name="Picture Placeholder 16" descr="Photograph of Name Last name">
            <a:extLst>
              <a:ext uri="{FF2B5EF4-FFF2-40B4-BE49-F238E27FC236}">
                <a16:creationId xmlns:a16="http://schemas.microsoft.com/office/drawing/2014/main" id="{64CE006D-694E-56D9-8BB3-BAF03CCEC6DE}"/>
              </a:ext>
            </a:extLst>
          </p:cNvPr>
          <p:cNvPicPr>
            <a:picLocks noGrp="1" noChangeAspect="1"/>
          </p:cNvPicPr>
          <p:nvPr>
            <p:ph type="pic" sz="quarter" idx="33"/>
          </p:nvPr>
        </p:nvPicPr>
        <p:blipFill>
          <a:blip r:embed="rId2">
            <a:extLst>
              <a:ext uri="{28A0092B-C50C-407E-A947-70E740481C1C}">
                <a14:useLocalDpi xmlns:a14="http://schemas.microsoft.com/office/drawing/2010/main"/>
              </a:ext>
            </a:extLst>
          </a:blip>
          <a:srcRect/>
          <a:stretch/>
        </p:blipFill>
        <p:spPr>
          <a:xfrm>
            <a:off x="5287759" y="2132064"/>
            <a:ext cx="1650634" cy="1650244"/>
          </a:xfrm>
        </p:spPr>
      </p:pic>
      <p:sp>
        <p:nvSpPr>
          <p:cNvPr id="121" name="Text Placeholder 120">
            <a:extLst>
              <a:ext uri="{FF2B5EF4-FFF2-40B4-BE49-F238E27FC236}">
                <a16:creationId xmlns:a16="http://schemas.microsoft.com/office/drawing/2014/main" id="{A1D34BA1-4C1D-F6DA-1123-E4A35EB141F0}"/>
              </a:ext>
            </a:extLst>
          </p:cNvPr>
          <p:cNvSpPr>
            <a:spLocks noGrp="1"/>
          </p:cNvSpPr>
          <p:nvPr>
            <p:ph type="body" sz="quarter" idx="29"/>
          </p:nvPr>
        </p:nvSpPr>
        <p:spPr>
          <a:xfrm>
            <a:off x="4976858" y="4088999"/>
            <a:ext cx="2272437" cy="472710"/>
          </a:xfrm>
        </p:spPr>
        <p:txBody>
          <a:bodyPr/>
          <a:lstStyle/>
          <a:p>
            <a:r>
              <a:rPr lang="en-US" noProof="0"/>
              <a:t>First and Last name</a:t>
            </a:r>
          </a:p>
        </p:txBody>
      </p:sp>
      <p:sp>
        <p:nvSpPr>
          <p:cNvPr id="122" name="Text Placeholder 121">
            <a:extLst>
              <a:ext uri="{FF2B5EF4-FFF2-40B4-BE49-F238E27FC236}">
                <a16:creationId xmlns:a16="http://schemas.microsoft.com/office/drawing/2014/main" id="{0D78B33E-3A88-BCF0-26F2-62B2B8EFD5E0}"/>
              </a:ext>
            </a:extLst>
          </p:cNvPr>
          <p:cNvSpPr>
            <a:spLocks noGrp="1"/>
          </p:cNvSpPr>
          <p:nvPr>
            <p:ph type="body" sz="quarter" idx="30"/>
          </p:nvPr>
        </p:nvSpPr>
        <p:spPr>
          <a:xfrm>
            <a:off x="4976858" y="4721784"/>
            <a:ext cx="2272437" cy="1117442"/>
          </a:xfrm>
        </p:spPr>
        <p:txBody>
          <a:bodyPr/>
          <a:lstStyle/>
          <a:p>
            <a:r>
              <a:rPr lang="en-US" noProof="0"/>
              <a:t>Job title or role</a:t>
            </a:r>
          </a:p>
          <a:p>
            <a:r>
              <a:rPr lang="en-US" noProof="0"/>
              <a:t>Division or Location</a:t>
            </a:r>
          </a:p>
          <a:p>
            <a:endParaRPr lang="en-US" noProof="0"/>
          </a:p>
        </p:txBody>
      </p:sp>
      <p:pic>
        <p:nvPicPr>
          <p:cNvPr id="19" name="Picture Placeholder 18" descr="Photograph of Name Last name">
            <a:extLst>
              <a:ext uri="{FF2B5EF4-FFF2-40B4-BE49-F238E27FC236}">
                <a16:creationId xmlns:a16="http://schemas.microsoft.com/office/drawing/2014/main" id="{E7933572-D3AE-17A8-6844-5BFDEA364022}"/>
              </a:ext>
            </a:extLst>
          </p:cNvPr>
          <p:cNvPicPr>
            <a:picLocks noGrp="1" noChangeAspect="1"/>
          </p:cNvPicPr>
          <p:nvPr>
            <p:ph type="pic" sz="quarter" idx="34"/>
          </p:nvPr>
        </p:nvPicPr>
        <p:blipFill>
          <a:blip r:embed="rId2" cstate="screen">
            <a:extLst>
              <a:ext uri="{28A0092B-C50C-407E-A947-70E740481C1C}">
                <a14:useLocalDpi xmlns:a14="http://schemas.microsoft.com/office/drawing/2010/main"/>
              </a:ext>
            </a:extLst>
          </a:blip>
          <a:srcRect/>
          <a:stretch/>
        </p:blipFill>
        <p:spPr>
          <a:xfrm>
            <a:off x="8314739" y="2132064"/>
            <a:ext cx="1650634" cy="1650244"/>
          </a:xfrm>
        </p:spPr>
      </p:pic>
      <p:sp>
        <p:nvSpPr>
          <p:cNvPr id="123" name="Text Placeholder 122">
            <a:extLst>
              <a:ext uri="{FF2B5EF4-FFF2-40B4-BE49-F238E27FC236}">
                <a16:creationId xmlns:a16="http://schemas.microsoft.com/office/drawing/2014/main" id="{C7A6D956-3D27-3D25-E105-827248EC1F8F}"/>
              </a:ext>
            </a:extLst>
          </p:cNvPr>
          <p:cNvSpPr>
            <a:spLocks noGrp="1"/>
          </p:cNvSpPr>
          <p:nvPr>
            <p:ph type="body" sz="quarter" idx="31"/>
          </p:nvPr>
        </p:nvSpPr>
        <p:spPr>
          <a:xfrm>
            <a:off x="8003838" y="4088999"/>
            <a:ext cx="2272437" cy="472710"/>
          </a:xfrm>
        </p:spPr>
        <p:txBody>
          <a:bodyPr/>
          <a:lstStyle/>
          <a:p>
            <a:r>
              <a:rPr lang="en-US" noProof="0"/>
              <a:t>First and Last name</a:t>
            </a:r>
          </a:p>
        </p:txBody>
      </p:sp>
      <p:sp>
        <p:nvSpPr>
          <p:cNvPr id="124" name="Text Placeholder 123">
            <a:extLst>
              <a:ext uri="{FF2B5EF4-FFF2-40B4-BE49-F238E27FC236}">
                <a16:creationId xmlns:a16="http://schemas.microsoft.com/office/drawing/2014/main" id="{8A4F3294-EC73-7664-D6FE-392DB5AD9C7B}"/>
              </a:ext>
            </a:extLst>
          </p:cNvPr>
          <p:cNvSpPr>
            <a:spLocks noGrp="1"/>
          </p:cNvSpPr>
          <p:nvPr>
            <p:ph type="body" sz="quarter" idx="32"/>
          </p:nvPr>
        </p:nvSpPr>
        <p:spPr>
          <a:xfrm>
            <a:off x="8003838" y="4721784"/>
            <a:ext cx="2272437" cy="1117442"/>
          </a:xfrm>
        </p:spPr>
        <p:txBody>
          <a:bodyPr/>
          <a:lstStyle/>
          <a:p>
            <a:r>
              <a:rPr lang="en-US" noProof="0"/>
              <a:t>Job title or role</a:t>
            </a:r>
          </a:p>
          <a:p>
            <a:r>
              <a:rPr lang="en-US" noProof="0"/>
              <a:t>Division or Location</a:t>
            </a:r>
          </a:p>
          <a:p>
            <a:endParaRPr lang="en-US" noProof="0"/>
          </a:p>
        </p:txBody>
      </p:sp>
      <p:sp>
        <p:nvSpPr>
          <p:cNvPr id="3"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D6FCDA91-FFB4-B4DD-4EC3-DE860B28CBE8}"/>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spTree>
    <p:extLst>
      <p:ext uri="{BB962C8B-B14F-4D97-AF65-F5344CB8AC3E}">
        <p14:creationId xmlns:p14="http://schemas.microsoft.com/office/powerpoint/2010/main" val="169060236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ABBF-7879-75EB-C020-97920AD2D29C}"/>
              </a:ext>
            </a:extLst>
          </p:cNvPr>
          <p:cNvSpPr>
            <a:spLocks noGrp="1"/>
          </p:cNvSpPr>
          <p:nvPr>
            <p:ph type="title"/>
          </p:nvPr>
        </p:nvSpPr>
        <p:spPr>
          <a:xfrm>
            <a:off x="765737" y="683246"/>
            <a:ext cx="10676438" cy="531097"/>
          </a:xfrm>
          <a:noFill/>
        </p:spPr>
        <p:txBody>
          <a:bodyPr/>
          <a:lstStyle/>
          <a:p>
            <a:r>
              <a:rPr lang="en-US" noProof="0"/>
              <a:t>Team slide with 4 individuals (layout B)</a:t>
            </a:r>
          </a:p>
        </p:txBody>
      </p:sp>
      <p:pic>
        <p:nvPicPr>
          <p:cNvPr id="100" name="Picture Placeholder 99" descr="Photograph of Name Last name">
            <a:extLst>
              <a:ext uri="{FF2B5EF4-FFF2-40B4-BE49-F238E27FC236}">
                <a16:creationId xmlns:a16="http://schemas.microsoft.com/office/drawing/2014/main" id="{B4382ED6-3C84-491D-9B23-D52E46BF7D86}"/>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p:blipFill>
        <p:spPr>
          <a:xfrm>
            <a:off x="2021011" y="2276543"/>
            <a:ext cx="1319356" cy="1323730"/>
          </a:xfrm>
        </p:spPr>
      </p:pic>
      <p:sp>
        <p:nvSpPr>
          <p:cNvPr id="254" name="Text Placeholder 253">
            <a:extLst>
              <a:ext uri="{FF2B5EF4-FFF2-40B4-BE49-F238E27FC236}">
                <a16:creationId xmlns:a16="http://schemas.microsoft.com/office/drawing/2014/main" id="{9E84AE3B-F6EB-B3C6-31E9-E8A1C782C0FC}"/>
              </a:ext>
            </a:extLst>
          </p:cNvPr>
          <p:cNvSpPr>
            <a:spLocks noGrp="1"/>
          </p:cNvSpPr>
          <p:nvPr>
            <p:ph type="body" sz="quarter" idx="27"/>
          </p:nvPr>
        </p:nvSpPr>
        <p:spPr>
          <a:xfrm>
            <a:off x="1921089" y="4050585"/>
            <a:ext cx="1519200" cy="444201"/>
          </a:xfrm>
        </p:spPr>
        <p:txBody>
          <a:bodyPr/>
          <a:lstStyle/>
          <a:p>
            <a:r>
              <a:rPr lang="en-US" noProof="0"/>
              <a:t>First and Last name</a:t>
            </a:r>
          </a:p>
        </p:txBody>
      </p:sp>
      <p:sp>
        <p:nvSpPr>
          <p:cNvPr id="217" name="Text Placeholder 216">
            <a:extLst>
              <a:ext uri="{FF2B5EF4-FFF2-40B4-BE49-F238E27FC236}">
                <a16:creationId xmlns:a16="http://schemas.microsoft.com/office/drawing/2014/main" id="{756093CB-2E7A-BF7C-280C-64F59CA1B661}"/>
              </a:ext>
            </a:extLst>
          </p:cNvPr>
          <p:cNvSpPr>
            <a:spLocks noGrp="1"/>
          </p:cNvSpPr>
          <p:nvPr>
            <p:ph type="body" sz="quarter" idx="28"/>
          </p:nvPr>
        </p:nvSpPr>
        <p:spPr>
          <a:xfrm>
            <a:off x="1921089" y="4657237"/>
            <a:ext cx="1519200" cy="929827"/>
          </a:xfrm>
        </p:spPr>
        <p:txBody>
          <a:bodyPr/>
          <a:lstStyle/>
          <a:p>
            <a:r>
              <a:rPr lang="en-US" noProof="0"/>
              <a:t>Job title or role</a:t>
            </a:r>
          </a:p>
          <a:p>
            <a:r>
              <a:rPr lang="en-US" noProof="0"/>
              <a:t>Division or Location</a:t>
            </a:r>
          </a:p>
        </p:txBody>
      </p:sp>
      <p:pic>
        <p:nvPicPr>
          <p:cNvPr id="225" name="Picture Placeholder 224" descr="Photograph of Name Last name">
            <a:extLst>
              <a:ext uri="{FF2B5EF4-FFF2-40B4-BE49-F238E27FC236}">
                <a16:creationId xmlns:a16="http://schemas.microsoft.com/office/drawing/2014/main" id="{5D99C5FE-C2C1-3417-59E9-0C65F21ECA5D}"/>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l="240" r="240"/>
          <a:stretch/>
        </p:blipFill>
        <p:spPr>
          <a:xfrm>
            <a:off x="4292620" y="2276626"/>
            <a:ext cx="1319356" cy="1324860"/>
          </a:xfrm>
        </p:spPr>
      </p:pic>
      <p:sp>
        <p:nvSpPr>
          <p:cNvPr id="255" name="Text Placeholder 254">
            <a:extLst>
              <a:ext uri="{FF2B5EF4-FFF2-40B4-BE49-F238E27FC236}">
                <a16:creationId xmlns:a16="http://schemas.microsoft.com/office/drawing/2014/main" id="{6921F0FC-8A16-C239-46AB-4B462B60D9E9}"/>
              </a:ext>
            </a:extLst>
          </p:cNvPr>
          <p:cNvSpPr>
            <a:spLocks noGrp="1"/>
          </p:cNvSpPr>
          <p:nvPr>
            <p:ph type="body" sz="quarter" idx="29"/>
          </p:nvPr>
        </p:nvSpPr>
        <p:spPr>
          <a:xfrm>
            <a:off x="4192698" y="4050585"/>
            <a:ext cx="1519200" cy="444201"/>
          </a:xfrm>
        </p:spPr>
        <p:txBody>
          <a:bodyPr/>
          <a:lstStyle/>
          <a:p>
            <a:r>
              <a:rPr lang="en-US" noProof="0"/>
              <a:t>First and Last name</a:t>
            </a:r>
          </a:p>
        </p:txBody>
      </p:sp>
      <p:sp>
        <p:nvSpPr>
          <p:cNvPr id="219" name="Text Placeholder 218">
            <a:extLst>
              <a:ext uri="{FF2B5EF4-FFF2-40B4-BE49-F238E27FC236}">
                <a16:creationId xmlns:a16="http://schemas.microsoft.com/office/drawing/2014/main" id="{9D9791DD-97B9-427B-F33A-E84837CA1E3E}"/>
              </a:ext>
            </a:extLst>
          </p:cNvPr>
          <p:cNvSpPr>
            <a:spLocks noGrp="1"/>
          </p:cNvSpPr>
          <p:nvPr>
            <p:ph type="body" sz="quarter" idx="30"/>
          </p:nvPr>
        </p:nvSpPr>
        <p:spPr>
          <a:xfrm>
            <a:off x="4192698" y="4657237"/>
            <a:ext cx="1519200" cy="929827"/>
          </a:xfrm>
        </p:spPr>
        <p:txBody>
          <a:bodyPr/>
          <a:lstStyle/>
          <a:p>
            <a:r>
              <a:rPr lang="en-US" noProof="0"/>
              <a:t>Job title or role</a:t>
            </a:r>
          </a:p>
          <a:p>
            <a:r>
              <a:rPr lang="en-US" noProof="0"/>
              <a:t>Division or Location</a:t>
            </a:r>
          </a:p>
        </p:txBody>
      </p:sp>
      <p:pic>
        <p:nvPicPr>
          <p:cNvPr id="227" name="Picture Placeholder 226" descr="Photograph of Name Last name">
            <a:extLst>
              <a:ext uri="{FF2B5EF4-FFF2-40B4-BE49-F238E27FC236}">
                <a16:creationId xmlns:a16="http://schemas.microsoft.com/office/drawing/2014/main" id="{8E4524D4-0B0D-73CC-D0F2-B1D736FC3251}"/>
              </a:ext>
            </a:extLst>
          </p:cNvPr>
          <p:cNvPicPr>
            <a:picLocks noGrp="1" noChangeAspect="1"/>
          </p:cNvPicPr>
          <p:nvPr>
            <p:ph type="pic" sz="quarter" idx="15"/>
          </p:nvPr>
        </p:nvPicPr>
        <p:blipFill>
          <a:blip r:embed="rId2" cstate="screen">
            <a:extLst>
              <a:ext uri="{28A0092B-C50C-407E-A947-70E740481C1C}">
                <a14:useLocalDpi xmlns:a14="http://schemas.microsoft.com/office/drawing/2010/main"/>
              </a:ext>
            </a:extLst>
          </a:blip>
          <a:srcRect l="240" r="240"/>
          <a:stretch/>
        </p:blipFill>
        <p:spPr>
          <a:xfrm>
            <a:off x="6580025" y="2276626"/>
            <a:ext cx="1319356" cy="1324860"/>
          </a:xfrm>
        </p:spPr>
      </p:pic>
      <p:sp>
        <p:nvSpPr>
          <p:cNvPr id="256" name="Text Placeholder 255">
            <a:extLst>
              <a:ext uri="{FF2B5EF4-FFF2-40B4-BE49-F238E27FC236}">
                <a16:creationId xmlns:a16="http://schemas.microsoft.com/office/drawing/2014/main" id="{669EAB35-1AAE-EA0C-14D1-63A0EA6CA9DB}"/>
              </a:ext>
            </a:extLst>
          </p:cNvPr>
          <p:cNvSpPr>
            <a:spLocks noGrp="1"/>
          </p:cNvSpPr>
          <p:nvPr>
            <p:ph type="body" sz="quarter" idx="31"/>
          </p:nvPr>
        </p:nvSpPr>
        <p:spPr>
          <a:xfrm>
            <a:off x="6480103" y="4050585"/>
            <a:ext cx="1519200" cy="444201"/>
          </a:xfrm>
        </p:spPr>
        <p:txBody>
          <a:bodyPr/>
          <a:lstStyle/>
          <a:p>
            <a:r>
              <a:rPr lang="en-US" noProof="0"/>
              <a:t>First and Last name</a:t>
            </a:r>
          </a:p>
        </p:txBody>
      </p:sp>
      <p:sp>
        <p:nvSpPr>
          <p:cNvPr id="221" name="Text Placeholder 220">
            <a:extLst>
              <a:ext uri="{FF2B5EF4-FFF2-40B4-BE49-F238E27FC236}">
                <a16:creationId xmlns:a16="http://schemas.microsoft.com/office/drawing/2014/main" id="{13378656-33A8-F10F-A81B-80DDECDAD8B8}"/>
              </a:ext>
            </a:extLst>
          </p:cNvPr>
          <p:cNvSpPr>
            <a:spLocks noGrp="1"/>
          </p:cNvSpPr>
          <p:nvPr>
            <p:ph type="body" sz="quarter" idx="32"/>
          </p:nvPr>
        </p:nvSpPr>
        <p:spPr>
          <a:xfrm>
            <a:off x="6480103" y="4657237"/>
            <a:ext cx="1519200" cy="929827"/>
          </a:xfrm>
        </p:spPr>
        <p:txBody>
          <a:bodyPr/>
          <a:lstStyle/>
          <a:p>
            <a:r>
              <a:rPr lang="en-US" noProof="0"/>
              <a:t>Job title or role</a:t>
            </a:r>
          </a:p>
          <a:p>
            <a:r>
              <a:rPr lang="en-US" noProof="0"/>
              <a:t>Division or Location</a:t>
            </a:r>
          </a:p>
        </p:txBody>
      </p:sp>
      <p:pic>
        <p:nvPicPr>
          <p:cNvPr id="229" name="Picture Placeholder 228" descr="Photograph of Name Last name">
            <a:extLst>
              <a:ext uri="{FF2B5EF4-FFF2-40B4-BE49-F238E27FC236}">
                <a16:creationId xmlns:a16="http://schemas.microsoft.com/office/drawing/2014/main" id="{F03EC333-6821-F04A-5D42-51083E7A0CC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l="240" r="240"/>
          <a:stretch/>
        </p:blipFill>
        <p:spPr>
          <a:xfrm>
            <a:off x="8859634" y="2276626"/>
            <a:ext cx="1319356" cy="1324860"/>
          </a:xfrm>
        </p:spPr>
      </p:pic>
      <p:sp>
        <p:nvSpPr>
          <p:cNvPr id="257" name="Text Placeholder 256">
            <a:extLst>
              <a:ext uri="{FF2B5EF4-FFF2-40B4-BE49-F238E27FC236}">
                <a16:creationId xmlns:a16="http://schemas.microsoft.com/office/drawing/2014/main" id="{E11D417C-EBBA-BC83-BC10-C64551ABF578}"/>
              </a:ext>
            </a:extLst>
          </p:cNvPr>
          <p:cNvSpPr>
            <a:spLocks noGrp="1"/>
          </p:cNvSpPr>
          <p:nvPr>
            <p:ph type="body" sz="quarter" idx="33"/>
          </p:nvPr>
        </p:nvSpPr>
        <p:spPr>
          <a:xfrm>
            <a:off x="8759712" y="4050585"/>
            <a:ext cx="1519200" cy="444201"/>
          </a:xfrm>
        </p:spPr>
        <p:txBody>
          <a:bodyPr/>
          <a:lstStyle/>
          <a:p>
            <a:r>
              <a:rPr lang="en-US" noProof="0"/>
              <a:t>First and Last name</a:t>
            </a:r>
          </a:p>
        </p:txBody>
      </p:sp>
      <p:sp>
        <p:nvSpPr>
          <p:cNvPr id="223" name="Text Placeholder 222">
            <a:extLst>
              <a:ext uri="{FF2B5EF4-FFF2-40B4-BE49-F238E27FC236}">
                <a16:creationId xmlns:a16="http://schemas.microsoft.com/office/drawing/2014/main" id="{4ABB45A7-176A-3D61-1579-90F7F9AB6EDF}"/>
              </a:ext>
            </a:extLst>
          </p:cNvPr>
          <p:cNvSpPr>
            <a:spLocks noGrp="1"/>
          </p:cNvSpPr>
          <p:nvPr>
            <p:ph type="body" sz="quarter" idx="34"/>
          </p:nvPr>
        </p:nvSpPr>
        <p:spPr>
          <a:xfrm>
            <a:off x="8759712" y="4657237"/>
            <a:ext cx="1519200" cy="929827"/>
          </a:xfrm>
        </p:spPr>
        <p:txBody>
          <a:bodyPr/>
          <a:lstStyle/>
          <a:p>
            <a:r>
              <a:rPr lang="en-US" noProof="0"/>
              <a:t>Job title or role</a:t>
            </a:r>
          </a:p>
          <a:p>
            <a:r>
              <a:rPr lang="en-US" noProof="0"/>
              <a:t>Division or Location</a:t>
            </a:r>
          </a:p>
        </p:txBody>
      </p:sp>
      <p:sp>
        <p:nvSpPr>
          <p:cNvPr id="4"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58E1B5EC-8FD4-3D5C-F9CE-D594CF7C91B7}"/>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spTree>
    <p:extLst>
      <p:ext uri="{BB962C8B-B14F-4D97-AF65-F5344CB8AC3E}">
        <p14:creationId xmlns:p14="http://schemas.microsoft.com/office/powerpoint/2010/main" val="3191377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9">
            <a:extLst>
              <a:ext uri="{FF2B5EF4-FFF2-40B4-BE49-F238E27FC236}">
                <a16:creationId xmlns:a16="http://schemas.microsoft.com/office/drawing/2014/main" id="{FCA100B1-0BF9-3F36-F451-34447999C2B2}"/>
              </a:ext>
            </a:extLst>
          </p:cNvPr>
          <p:cNvSpPr>
            <a:spLocks noGrp="1"/>
          </p:cNvSpPr>
          <p:nvPr>
            <p:ph type="title"/>
          </p:nvPr>
        </p:nvSpPr>
        <p:spPr>
          <a:xfrm>
            <a:off x="765737" y="683246"/>
            <a:ext cx="10676438" cy="531097"/>
          </a:xfrm>
          <a:noFill/>
        </p:spPr>
        <p:txBody>
          <a:bodyPr/>
          <a:lstStyle/>
          <a:p>
            <a:r>
              <a:rPr lang="en-US" noProof="0"/>
              <a:t>Team slide with 5 individuals (layout B)</a:t>
            </a:r>
          </a:p>
        </p:txBody>
      </p:sp>
      <p:pic>
        <p:nvPicPr>
          <p:cNvPr id="148" name="Picture Placeholder 32" descr="Photograph of Name Last name">
            <a:extLst>
              <a:ext uri="{FF2B5EF4-FFF2-40B4-BE49-F238E27FC236}">
                <a16:creationId xmlns:a16="http://schemas.microsoft.com/office/drawing/2014/main" id="{BCE7316F-FD1E-D245-35D3-3A0AEB556F8D}"/>
              </a:ext>
            </a:extLst>
          </p:cNvPr>
          <p:cNvPicPr>
            <a:picLocks noGrp="1" noChangeAspect="1"/>
          </p:cNvPicPr>
          <p:nvPr>
            <p:ph type="pic" sz="quarter" idx="26"/>
          </p:nvPr>
        </p:nvPicPr>
        <p:blipFill rotWithShape="1">
          <a:blip r:embed="rId2" cstate="screen">
            <a:extLst>
              <a:ext uri="{28A0092B-C50C-407E-A947-70E740481C1C}">
                <a14:useLocalDpi xmlns:a14="http://schemas.microsoft.com/office/drawing/2010/main"/>
              </a:ext>
            </a:extLst>
          </a:blip>
          <a:srcRect/>
          <a:stretch/>
        </p:blipFill>
        <p:spPr>
          <a:xfrm>
            <a:off x="858837" y="2313262"/>
            <a:ext cx="1335024" cy="1335024"/>
          </a:xfrm>
        </p:spPr>
      </p:pic>
      <p:sp>
        <p:nvSpPr>
          <p:cNvPr id="8" name="Text Placeholder 7">
            <a:extLst>
              <a:ext uri="{FF2B5EF4-FFF2-40B4-BE49-F238E27FC236}">
                <a16:creationId xmlns:a16="http://schemas.microsoft.com/office/drawing/2014/main" id="{4A0BAE65-77FD-990D-E0DB-FFF23A966CEC}"/>
              </a:ext>
            </a:extLst>
          </p:cNvPr>
          <p:cNvSpPr>
            <a:spLocks noGrp="1"/>
          </p:cNvSpPr>
          <p:nvPr>
            <p:ph type="body" sz="quarter" idx="27"/>
          </p:nvPr>
        </p:nvSpPr>
        <p:spPr>
          <a:xfrm>
            <a:off x="767023" y="4128009"/>
            <a:ext cx="1519200" cy="391552"/>
          </a:xfrm>
        </p:spPr>
        <p:txBody>
          <a:bodyPr/>
          <a:lstStyle/>
          <a:p>
            <a:r>
              <a:rPr lang="en-US" noProof="0"/>
              <a:t>First and Last name</a:t>
            </a:r>
          </a:p>
        </p:txBody>
      </p:sp>
      <p:sp>
        <p:nvSpPr>
          <p:cNvPr id="10" name="Text Placeholder 9">
            <a:extLst>
              <a:ext uri="{FF2B5EF4-FFF2-40B4-BE49-F238E27FC236}">
                <a16:creationId xmlns:a16="http://schemas.microsoft.com/office/drawing/2014/main" id="{2972815B-D874-765F-14B6-6FD60CE3AB8D}"/>
              </a:ext>
            </a:extLst>
          </p:cNvPr>
          <p:cNvSpPr>
            <a:spLocks noGrp="1"/>
          </p:cNvSpPr>
          <p:nvPr>
            <p:ph type="body" sz="quarter" idx="28"/>
          </p:nvPr>
        </p:nvSpPr>
        <p:spPr>
          <a:xfrm>
            <a:off x="767023" y="4687466"/>
            <a:ext cx="1519200" cy="629714"/>
          </a:xfrm>
        </p:spPr>
        <p:txBody>
          <a:bodyPr/>
          <a:lstStyle/>
          <a:p>
            <a:r>
              <a:rPr lang="en-US" noProof="0"/>
              <a:t>Job title or role</a:t>
            </a:r>
          </a:p>
          <a:p>
            <a:r>
              <a:rPr lang="en-US" noProof="0"/>
              <a:t>Division or Location</a:t>
            </a:r>
          </a:p>
        </p:txBody>
      </p:sp>
      <p:pic>
        <p:nvPicPr>
          <p:cNvPr id="147" name="Picture Placeholder 32" descr="Photograph of Name Last name">
            <a:extLst>
              <a:ext uri="{FF2B5EF4-FFF2-40B4-BE49-F238E27FC236}">
                <a16:creationId xmlns:a16="http://schemas.microsoft.com/office/drawing/2014/main" id="{BCE7316F-FD1E-D245-35D3-3A0AEB556F8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3140500" y="2313262"/>
            <a:ext cx="1335024" cy="1335024"/>
          </a:xfrm>
        </p:spPr>
      </p:pic>
      <p:sp>
        <p:nvSpPr>
          <p:cNvPr id="6" name="Text Placeholder 5">
            <a:extLst>
              <a:ext uri="{FF2B5EF4-FFF2-40B4-BE49-F238E27FC236}">
                <a16:creationId xmlns:a16="http://schemas.microsoft.com/office/drawing/2014/main" id="{F2CB9C66-0E63-F344-4044-29106EBACF35}"/>
              </a:ext>
            </a:extLst>
          </p:cNvPr>
          <p:cNvSpPr>
            <a:spLocks noGrp="1"/>
          </p:cNvSpPr>
          <p:nvPr>
            <p:ph type="body" sz="quarter" idx="24"/>
          </p:nvPr>
        </p:nvSpPr>
        <p:spPr>
          <a:xfrm>
            <a:off x="3053355" y="4126695"/>
            <a:ext cx="1519200" cy="391552"/>
          </a:xfrm>
        </p:spPr>
        <p:txBody>
          <a:bodyPr/>
          <a:lstStyle/>
          <a:p>
            <a:r>
              <a:rPr lang="en-US" noProof="0"/>
              <a:t>First and Last name</a:t>
            </a:r>
          </a:p>
        </p:txBody>
      </p:sp>
      <p:sp>
        <p:nvSpPr>
          <p:cNvPr id="4" name="Text Placeholder 3">
            <a:extLst>
              <a:ext uri="{FF2B5EF4-FFF2-40B4-BE49-F238E27FC236}">
                <a16:creationId xmlns:a16="http://schemas.microsoft.com/office/drawing/2014/main" id="{CF0244FE-B93E-CAFF-B339-5B93B9BD31BB}"/>
              </a:ext>
            </a:extLst>
          </p:cNvPr>
          <p:cNvSpPr>
            <a:spLocks noGrp="1"/>
          </p:cNvSpPr>
          <p:nvPr>
            <p:ph type="body" sz="quarter" idx="25"/>
          </p:nvPr>
        </p:nvSpPr>
        <p:spPr>
          <a:xfrm>
            <a:off x="3053355" y="4686553"/>
            <a:ext cx="1519200" cy="629714"/>
          </a:xfrm>
        </p:spPr>
        <p:txBody>
          <a:bodyPr/>
          <a:lstStyle/>
          <a:p>
            <a:r>
              <a:rPr lang="en-US" noProof="0"/>
              <a:t>Job title or role</a:t>
            </a:r>
          </a:p>
          <a:p>
            <a:r>
              <a:rPr lang="en-US" noProof="0"/>
              <a:t>Division or Location</a:t>
            </a:r>
          </a:p>
        </p:txBody>
      </p:sp>
      <p:pic>
        <p:nvPicPr>
          <p:cNvPr id="149" name="Picture Placeholder 32" descr="Photograph of Name Last name">
            <a:extLst>
              <a:ext uri="{FF2B5EF4-FFF2-40B4-BE49-F238E27FC236}">
                <a16:creationId xmlns:a16="http://schemas.microsoft.com/office/drawing/2014/main" id="{BCE7316F-FD1E-D245-35D3-3A0AEB556F8D}"/>
              </a:ext>
            </a:extLst>
          </p:cNvPr>
          <p:cNvPicPr>
            <a:picLocks noGrp="1" noChangeAspect="1"/>
          </p:cNvPicPr>
          <p:nvPr>
            <p:ph type="pic" sz="quarter" idx="29"/>
          </p:nvPr>
        </p:nvPicPr>
        <p:blipFill rotWithShape="1">
          <a:blip r:embed="rId2" cstate="screen">
            <a:extLst>
              <a:ext uri="{28A0092B-C50C-407E-A947-70E740481C1C}">
                <a14:useLocalDpi xmlns:a14="http://schemas.microsoft.com/office/drawing/2010/main"/>
              </a:ext>
            </a:extLst>
          </a:blip>
          <a:srcRect/>
          <a:stretch/>
        </p:blipFill>
        <p:spPr>
          <a:xfrm>
            <a:off x="5436444" y="2313262"/>
            <a:ext cx="1335024" cy="1335024"/>
          </a:xfrm>
        </p:spPr>
      </p:pic>
      <p:sp>
        <p:nvSpPr>
          <p:cNvPr id="12" name="Text Placeholder 11">
            <a:extLst>
              <a:ext uri="{FF2B5EF4-FFF2-40B4-BE49-F238E27FC236}">
                <a16:creationId xmlns:a16="http://schemas.microsoft.com/office/drawing/2014/main" id="{64EF2284-5CAF-F09D-0560-2085D0F3B37E}"/>
              </a:ext>
            </a:extLst>
          </p:cNvPr>
          <p:cNvSpPr>
            <a:spLocks noGrp="1"/>
          </p:cNvSpPr>
          <p:nvPr>
            <p:ph type="body" sz="quarter" idx="30"/>
          </p:nvPr>
        </p:nvSpPr>
        <p:spPr>
          <a:xfrm>
            <a:off x="5339687" y="4130637"/>
            <a:ext cx="1519200" cy="391552"/>
          </a:xfrm>
        </p:spPr>
        <p:txBody>
          <a:bodyPr/>
          <a:lstStyle/>
          <a:p>
            <a:r>
              <a:rPr lang="en-US" noProof="0"/>
              <a:t>First and Last name</a:t>
            </a:r>
          </a:p>
        </p:txBody>
      </p:sp>
      <p:sp>
        <p:nvSpPr>
          <p:cNvPr id="159" name="Text Placeholder 158">
            <a:extLst>
              <a:ext uri="{FF2B5EF4-FFF2-40B4-BE49-F238E27FC236}">
                <a16:creationId xmlns:a16="http://schemas.microsoft.com/office/drawing/2014/main" id="{004CC66D-7C37-4129-7A58-10BEC61A3E71}"/>
              </a:ext>
            </a:extLst>
          </p:cNvPr>
          <p:cNvSpPr>
            <a:spLocks noGrp="1"/>
          </p:cNvSpPr>
          <p:nvPr>
            <p:ph type="body" sz="quarter" idx="31"/>
          </p:nvPr>
        </p:nvSpPr>
        <p:spPr>
          <a:xfrm>
            <a:off x="5339687" y="4691809"/>
            <a:ext cx="1519200" cy="629714"/>
          </a:xfrm>
        </p:spPr>
        <p:txBody>
          <a:bodyPr/>
          <a:lstStyle/>
          <a:p>
            <a:r>
              <a:rPr lang="en-US" noProof="0"/>
              <a:t>Job title or role</a:t>
            </a:r>
          </a:p>
          <a:p>
            <a:r>
              <a:rPr lang="en-US" noProof="0"/>
              <a:t>Division or Location</a:t>
            </a:r>
          </a:p>
        </p:txBody>
      </p:sp>
      <p:pic>
        <p:nvPicPr>
          <p:cNvPr id="150" name="Picture Placeholder 32" descr="Photograph of Name Last name">
            <a:extLst>
              <a:ext uri="{FF2B5EF4-FFF2-40B4-BE49-F238E27FC236}">
                <a16:creationId xmlns:a16="http://schemas.microsoft.com/office/drawing/2014/main" id="{BCE7316F-FD1E-D245-35D3-3A0AEB556F8D}"/>
              </a:ext>
            </a:extLst>
          </p:cNvPr>
          <p:cNvPicPr>
            <a:picLocks noGrp="1" noChangeAspect="1"/>
          </p:cNvPicPr>
          <p:nvPr>
            <p:ph type="pic" sz="quarter" idx="32"/>
          </p:nvPr>
        </p:nvPicPr>
        <p:blipFill rotWithShape="1">
          <a:blip r:embed="rId2" cstate="screen">
            <a:extLst>
              <a:ext uri="{28A0092B-C50C-407E-A947-70E740481C1C}">
                <a14:useLocalDpi xmlns:a14="http://schemas.microsoft.com/office/drawing/2010/main"/>
              </a:ext>
            </a:extLst>
          </a:blip>
          <a:srcRect/>
          <a:stretch/>
        </p:blipFill>
        <p:spPr>
          <a:xfrm>
            <a:off x="7718107" y="2313262"/>
            <a:ext cx="1335024" cy="1335024"/>
          </a:xfrm>
        </p:spPr>
      </p:pic>
      <p:sp>
        <p:nvSpPr>
          <p:cNvPr id="160" name="Text Placeholder 159">
            <a:extLst>
              <a:ext uri="{FF2B5EF4-FFF2-40B4-BE49-F238E27FC236}">
                <a16:creationId xmlns:a16="http://schemas.microsoft.com/office/drawing/2014/main" id="{CA287D26-F049-350A-A51E-F592F28666E5}"/>
              </a:ext>
            </a:extLst>
          </p:cNvPr>
          <p:cNvSpPr>
            <a:spLocks noGrp="1"/>
          </p:cNvSpPr>
          <p:nvPr>
            <p:ph type="body" sz="quarter" idx="33"/>
          </p:nvPr>
        </p:nvSpPr>
        <p:spPr>
          <a:xfrm>
            <a:off x="7626019" y="4131951"/>
            <a:ext cx="1519200" cy="391552"/>
          </a:xfrm>
        </p:spPr>
        <p:txBody>
          <a:bodyPr/>
          <a:lstStyle/>
          <a:p>
            <a:r>
              <a:rPr lang="en-US" noProof="0"/>
              <a:t>First and Last name</a:t>
            </a:r>
          </a:p>
        </p:txBody>
      </p:sp>
      <p:sp>
        <p:nvSpPr>
          <p:cNvPr id="161" name="Text Placeholder 160">
            <a:extLst>
              <a:ext uri="{FF2B5EF4-FFF2-40B4-BE49-F238E27FC236}">
                <a16:creationId xmlns:a16="http://schemas.microsoft.com/office/drawing/2014/main" id="{7B233D11-DACA-B08C-25D4-8EB2A0824B9A}"/>
              </a:ext>
            </a:extLst>
          </p:cNvPr>
          <p:cNvSpPr>
            <a:spLocks noGrp="1"/>
          </p:cNvSpPr>
          <p:nvPr>
            <p:ph type="body" sz="quarter" idx="34"/>
          </p:nvPr>
        </p:nvSpPr>
        <p:spPr>
          <a:xfrm>
            <a:off x="7626019" y="4691809"/>
            <a:ext cx="1519200" cy="629714"/>
          </a:xfrm>
        </p:spPr>
        <p:txBody>
          <a:bodyPr/>
          <a:lstStyle/>
          <a:p>
            <a:r>
              <a:rPr lang="en-US" noProof="0"/>
              <a:t>Job title or role</a:t>
            </a:r>
          </a:p>
          <a:p>
            <a:r>
              <a:rPr lang="en-US" noProof="0"/>
              <a:t>Division or Location</a:t>
            </a:r>
          </a:p>
        </p:txBody>
      </p:sp>
      <p:pic>
        <p:nvPicPr>
          <p:cNvPr id="151" name="Picture Placeholder 32" descr="Photograph of Name Last name">
            <a:extLst>
              <a:ext uri="{FF2B5EF4-FFF2-40B4-BE49-F238E27FC236}">
                <a16:creationId xmlns:a16="http://schemas.microsoft.com/office/drawing/2014/main" id="{BCE7316F-FD1E-D245-35D3-3A0AEB556F8D}"/>
              </a:ext>
            </a:extLst>
          </p:cNvPr>
          <p:cNvPicPr>
            <a:picLocks noGrp="1" noChangeAspect="1"/>
          </p:cNvPicPr>
          <p:nvPr>
            <p:ph type="pic" sz="quarter" idx="35"/>
          </p:nvPr>
        </p:nvPicPr>
        <p:blipFill rotWithShape="1">
          <a:blip r:embed="rId2" cstate="screen">
            <a:extLst>
              <a:ext uri="{28A0092B-C50C-407E-A947-70E740481C1C}">
                <a14:useLocalDpi xmlns:a14="http://schemas.microsoft.com/office/drawing/2010/main"/>
              </a:ext>
            </a:extLst>
          </a:blip>
          <a:srcRect/>
          <a:stretch/>
        </p:blipFill>
        <p:spPr>
          <a:xfrm>
            <a:off x="10004438" y="2313262"/>
            <a:ext cx="1335024" cy="1335024"/>
          </a:xfrm>
        </p:spPr>
      </p:pic>
      <p:sp>
        <p:nvSpPr>
          <p:cNvPr id="162" name="Text Placeholder 161">
            <a:extLst>
              <a:ext uri="{FF2B5EF4-FFF2-40B4-BE49-F238E27FC236}">
                <a16:creationId xmlns:a16="http://schemas.microsoft.com/office/drawing/2014/main" id="{FFD0389D-AF18-6157-447B-E839C3FBE1C2}"/>
              </a:ext>
            </a:extLst>
          </p:cNvPr>
          <p:cNvSpPr>
            <a:spLocks noGrp="1"/>
          </p:cNvSpPr>
          <p:nvPr>
            <p:ph type="body" sz="quarter" idx="36"/>
          </p:nvPr>
        </p:nvSpPr>
        <p:spPr>
          <a:xfrm>
            <a:off x="9912350" y="4129323"/>
            <a:ext cx="1519200" cy="391552"/>
          </a:xfrm>
        </p:spPr>
        <p:txBody>
          <a:bodyPr/>
          <a:lstStyle/>
          <a:p>
            <a:r>
              <a:rPr lang="en-US" noProof="0"/>
              <a:t>First and Last name</a:t>
            </a:r>
          </a:p>
        </p:txBody>
      </p:sp>
      <p:sp>
        <p:nvSpPr>
          <p:cNvPr id="163" name="Text Placeholder 162">
            <a:extLst>
              <a:ext uri="{FF2B5EF4-FFF2-40B4-BE49-F238E27FC236}">
                <a16:creationId xmlns:a16="http://schemas.microsoft.com/office/drawing/2014/main" id="{B00867D8-1F30-70BD-EFF3-5843B8E8BF54}"/>
              </a:ext>
            </a:extLst>
          </p:cNvPr>
          <p:cNvSpPr>
            <a:spLocks noGrp="1"/>
          </p:cNvSpPr>
          <p:nvPr>
            <p:ph type="body" sz="quarter" idx="37"/>
          </p:nvPr>
        </p:nvSpPr>
        <p:spPr>
          <a:xfrm>
            <a:off x="9912350" y="4691808"/>
            <a:ext cx="1519200" cy="629714"/>
          </a:xfrm>
        </p:spPr>
        <p:txBody>
          <a:bodyPr/>
          <a:lstStyle/>
          <a:p>
            <a:r>
              <a:rPr lang="en-US" noProof="0"/>
              <a:t>Job title or role</a:t>
            </a:r>
          </a:p>
          <a:p>
            <a:r>
              <a:rPr lang="en-US" noProof="0"/>
              <a:t>Division or Location</a:t>
            </a:r>
          </a:p>
        </p:txBody>
      </p:sp>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600589EB-7805-AED6-9179-9E9992121C44}"/>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spTree>
    <p:extLst>
      <p:ext uri="{BB962C8B-B14F-4D97-AF65-F5344CB8AC3E}">
        <p14:creationId xmlns:p14="http://schemas.microsoft.com/office/powerpoint/2010/main" val="20362457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765737" y="683246"/>
            <a:ext cx="10676438" cy="531097"/>
          </a:xfrm>
          <a:noFill/>
        </p:spPr>
        <p:txBody>
          <a:bodyPr/>
          <a:lstStyle/>
          <a:p>
            <a:r>
              <a:rPr lang="en-US" noProof="0"/>
              <a:t>Team slide with 10 individuals (layout B)</a:t>
            </a:r>
          </a:p>
        </p:txBody>
      </p:sp>
      <p:pic>
        <p:nvPicPr>
          <p:cNvPr id="52"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26"/>
          </p:nvPr>
        </p:nvPicPr>
        <p:blipFill rotWithShape="1">
          <a:blip r:embed="rId2" cstate="screen">
            <a:extLst>
              <a:ext uri="{28A0092B-C50C-407E-A947-70E740481C1C}">
                <a14:useLocalDpi xmlns:a14="http://schemas.microsoft.com/office/drawing/2010/main"/>
              </a:ext>
            </a:extLst>
          </a:blip>
          <a:srcRect/>
          <a:stretch/>
        </p:blipFill>
        <p:spPr>
          <a:xfrm>
            <a:off x="859536" y="1746504"/>
            <a:ext cx="1152144" cy="1152144"/>
          </a:xfrm>
        </p:spPr>
      </p:pic>
      <p:sp>
        <p:nvSpPr>
          <p:cNvPr id="4" name="Text Placeholder 3">
            <a:extLst>
              <a:ext uri="{FF2B5EF4-FFF2-40B4-BE49-F238E27FC236}">
                <a16:creationId xmlns:a16="http://schemas.microsoft.com/office/drawing/2014/main" id="{82F4556D-3A4E-571A-3132-80A08D81BA67}"/>
              </a:ext>
            </a:extLst>
          </p:cNvPr>
          <p:cNvSpPr>
            <a:spLocks noGrp="1"/>
          </p:cNvSpPr>
          <p:nvPr>
            <p:ph type="body" sz="quarter" idx="59"/>
          </p:nvPr>
        </p:nvSpPr>
        <p:spPr>
          <a:xfrm>
            <a:off x="772630" y="3073237"/>
            <a:ext cx="1332000" cy="282839"/>
          </a:xfrm>
        </p:spPr>
        <p:txBody>
          <a:bodyPr/>
          <a:lstStyle/>
          <a:p>
            <a:r>
              <a:rPr lang="en-US" noProof="0"/>
              <a:t>First and Last name</a:t>
            </a:r>
          </a:p>
        </p:txBody>
      </p:sp>
      <p:sp>
        <p:nvSpPr>
          <p:cNvPr id="5" name="Text Placeholder 4">
            <a:extLst>
              <a:ext uri="{FF2B5EF4-FFF2-40B4-BE49-F238E27FC236}">
                <a16:creationId xmlns:a16="http://schemas.microsoft.com/office/drawing/2014/main" id="{B49D07D9-F6AA-739E-C539-FCE222E76F1D}"/>
              </a:ext>
            </a:extLst>
          </p:cNvPr>
          <p:cNvSpPr>
            <a:spLocks noGrp="1"/>
          </p:cNvSpPr>
          <p:nvPr>
            <p:ph type="body" sz="quarter" idx="58"/>
          </p:nvPr>
        </p:nvSpPr>
        <p:spPr>
          <a:xfrm>
            <a:off x="772630" y="3430899"/>
            <a:ext cx="1332000" cy="356677"/>
          </a:xfrm>
        </p:spPr>
        <p:txBody>
          <a:bodyPr/>
          <a:lstStyle/>
          <a:p>
            <a:r>
              <a:rPr lang="en-US" noProof="0"/>
              <a:t>Job title or role</a:t>
            </a:r>
          </a:p>
        </p:txBody>
      </p:sp>
      <p:pic>
        <p:nvPicPr>
          <p:cNvPr id="53"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0"/>
          </p:nvPr>
        </p:nvPicPr>
        <p:blipFill rotWithShape="1">
          <a:blip r:embed="rId2" cstate="screen">
            <a:extLst>
              <a:ext uri="{28A0092B-C50C-407E-A947-70E740481C1C}">
                <a14:useLocalDpi xmlns:a14="http://schemas.microsoft.com/office/drawing/2010/main"/>
              </a:ext>
            </a:extLst>
          </a:blip>
          <a:srcRect/>
          <a:stretch/>
        </p:blipFill>
        <p:spPr>
          <a:xfrm>
            <a:off x="3191256" y="1746504"/>
            <a:ext cx="1152144" cy="1152144"/>
          </a:xfrm>
        </p:spPr>
      </p:pic>
      <p:sp>
        <p:nvSpPr>
          <p:cNvPr id="6" name="Text Placeholder 5">
            <a:extLst>
              <a:ext uri="{FF2B5EF4-FFF2-40B4-BE49-F238E27FC236}">
                <a16:creationId xmlns:a16="http://schemas.microsoft.com/office/drawing/2014/main" id="{073CDE05-E050-27F0-5553-711EC58A7F6F}"/>
              </a:ext>
            </a:extLst>
          </p:cNvPr>
          <p:cNvSpPr>
            <a:spLocks noGrp="1"/>
          </p:cNvSpPr>
          <p:nvPr>
            <p:ph type="body" sz="quarter" idx="65"/>
          </p:nvPr>
        </p:nvSpPr>
        <p:spPr>
          <a:xfrm>
            <a:off x="3096923" y="3073237"/>
            <a:ext cx="1332000" cy="282839"/>
          </a:xfrm>
        </p:spPr>
        <p:txBody>
          <a:bodyPr/>
          <a:lstStyle/>
          <a:p>
            <a:r>
              <a:rPr lang="en-US" noProof="0"/>
              <a:t>First and Last name</a:t>
            </a:r>
          </a:p>
        </p:txBody>
      </p:sp>
      <p:sp>
        <p:nvSpPr>
          <p:cNvPr id="7" name="Text Placeholder 6">
            <a:extLst>
              <a:ext uri="{FF2B5EF4-FFF2-40B4-BE49-F238E27FC236}">
                <a16:creationId xmlns:a16="http://schemas.microsoft.com/office/drawing/2014/main" id="{B9D8C487-6188-C8E6-E35A-ECA616A75D80}"/>
              </a:ext>
            </a:extLst>
          </p:cNvPr>
          <p:cNvSpPr>
            <a:spLocks noGrp="1"/>
          </p:cNvSpPr>
          <p:nvPr>
            <p:ph type="body" sz="quarter" idx="64"/>
          </p:nvPr>
        </p:nvSpPr>
        <p:spPr>
          <a:xfrm>
            <a:off x="3096923" y="3430899"/>
            <a:ext cx="1332000" cy="356677"/>
          </a:xfrm>
        </p:spPr>
        <p:txBody>
          <a:bodyPr/>
          <a:lstStyle/>
          <a:p>
            <a:r>
              <a:rPr lang="en-US" noProof="0"/>
              <a:t>Job title or role</a:t>
            </a:r>
          </a:p>
        </p:txBody>
      </p:sp>
      <p:pic>
        <p:nvPicPr>
          <p:cNvPr id="54"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1"/>
          </p:nvPr>
        </p:nvPicPr>
        <p:blipFill rotWithShape="1">
          <a:blip r:embed="rId2" cstate="screen">
            <a:extLst>
              <a:ext uri="{28A0092B-C50C-407E-A947-70E740481C1C}">
                <a14:useLocalDpi xmlns:a14="http://schemas.microsoft.com/office/drawing/2010/main"/>
              </a:ext>
            </a:extLst>
          </a:blip>
          <a:srcRect/>
          <a:stretch/>
        </p:blipFill>
        <p:spPr>
          <a:xfrm>
            <a:off x="5522976" y="1746504"/>
            <a:ext cx="1152144" cy="1152144"/>
          </a:xfrm>
        </p:spPr>
      </p:pic>
      <p:sp>
        <p:nvSpPr>
          <p:cNvPr id="8" name="Text Placeholder 7">
            <a:extLst>
              <a:ext uri="{FF2B5EF4-FFF2-40B4-BE49-F238E27FC236}">
                <a16:creationId xmlns:a16="http://schemas.microsoft.com/office/drawing/2014/main" id="{AD1880CF-CFC6-383A-8E96-8C0253B0EC80}"/>
              </a:ext>
            </a:extLst>
          </p:cNvPr>
          <p:cNvSpPr>
            <a:spLocks noGrp="1"/>
          </p:cNvSpPr>
          <p:nvPr>
            <p:ph type="body" sz="quarter" idx="71"/>
          </p:nvPr>
        </p:nvSpPr>
        <p:spPr>
          <a:xfrm>
            <a:off x="5431389" y="3073237"/>
            <a:ext cx="1332000" cy="282839"/>
          </a:xfrm>
        </p:spPr>
        <p:txBody>
          <a:bodyPr/>
          <a:lstStyle/>
          <a:p>
            <a:r>
              <a:rPr lang="en-US" noProof="0"/>
              <a:t>First and Last name</a:t>
            </a:r>
          </a:p>
        </p:txBody>
      </p:sp>
      <p:sp>
        <p:nvSpPr>
          <p:cNvPr id="9" name="Text Placeholder 8">
            <a:extLst>
              <a:ext uri="{FF2B5EF4-FFF2-40B4-BE49-F238E27FC236}">
                <a16:creationId xmlns:a16="http://schemas.microsoft.com/office/drawing/2014/main" id="{512D4089-EF9F-62C6-B586-77A974731996}"/>
              </a:ext>
            </a:extLst>
          </p:cNvPr>
          <p:cNvSpPr>
            <a:spLocks noGrp="1"/>
          </p:cNvSpPr>
          <p:nvPr>
            <p:ph type="body" sz="quarter" idx="70"/>
          </p:nvPr>
        </p:nvSpPr>
        <p:spPr>
          <a:xfrm>
            <a:off x="5431389" y="3430899"/>
            <a:ext cx="1332000" cy="356677"/>
          </a:xfrm>
        </p:spPr>
        <p:txBody>
          <a:bodyPr/>
          <a:lstStyle/>
          <a:p>
            <a:r>
              <a:rPr lang="en-US" noProof="0"/>
              <a:t>Job title or role</a:t>
            </a:r>
          </a:p>
        </p:txBody>
      </p:sp>
      <p:pic>
        <p:nvPicPr>
          <p:cNvPr id="55"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2"/>
          </p:nvPr>
        </p:nvPicPr>
        <p:blipFill rotWithShape="1">
          <a:blip r:embed="rId2" cstate="screen">
            <a:extLst>
              <a:ext uri="{28A0092B-C50C-407E-A947-70E740481C1C}">
                <a14:useLocalDpi xmlns:a14="http://schemas.microsoft.com/office/drawing/2010/main"/>
              </a:ext>
            </a:extLst>
          </a:blip>
          <a:srcRect/>
          <a:stretch/>
        </p:blipFill>
        <p:spPr>
          <a:xfrm>
            <a:off x="7854696" y="1746504"/>
            <a:ext cx="1152144" cy="1152144"/>
          </a:xfrm>
        </p:spPr>
      </p:pic>
      <p:sp>
        <p:nvSpPr>
          <p:cNvPr id="10" name="Text Placeholder 9">
            <a:extLst>
              <a:ext uri="{FF2B5EF4-FFF2-40B4-BE49-F238E27FC236}">
                <a16:creationId xmlns:a16="http://schemas.microsoft.com/office/drawing/2014/main" id="{2B2636D4-08D0-4431-1796-CE928A752758}"/>
              </a:ext>
            </a:extLst>
          </p:cNvPr>
          <p:cNvSpPr>
            <a:spLocks noGrp="1"/>
          </p:cNvSpPr>
          <p:nvPr>
            <p:ph type="body" sz="quarter" idx="77"/>
          </p:nvPr>
        </p:nvSpPr>
        <p:spPr>
          <a:xfrm>
            <a:off x="7765801" y="3073237"/>
            <a:ext cx="1332000" cy="282839"/>
          </a:xfrm>
        </p:spPr>
        <p:txBody>
          <a:bodyPr/>
          <a:lstStyle/>
          <a:p>
            <a:r>
              <a:rPr lang="en-US" noProof="0"/>
              <a:t>First and Last name</a:t>
            </a:r>
          </a:p>
        </p:txBody>
      </p:sp>
      <p:sp>
        <p:nvSpPr>
          <p:cNvPr id="11" name="Text Placeholder 10">
            <a:extLst>
              <a:ext uri="{FF2B5EF4-FFF2-40B4-BE49-F238E27FC236}">
                <a16:creationId xmlns:a16="http://schemas.microsoft.com/office/drawing/2014/main" id="{CE84B547-FCFA-EEF2-4AB7-C50EAC2432E0}"/>
              </a:ext>
            </a:extLst>
          </p:cNvPr>
          <p:cNvSpPr>
            <a:spLocks noGrp="1"/>
          </p:cNvSpPr>
          <p:nvPr>
            <p:ph type="body" sz="quarter" idx="76"/>
          </p:nvPr>
        </p:nvSpPr>
        <p:spPr>
          <a:xfrm>
            <a:off x="7765801" y="3430899"/>
            <a:ext cx="1332000" cy="356677"/>
          </a:xfrm>
        </p:spPr>
        <p:txBody>
          <a:bodyPr/>
          <a:lstStyle/>
          <a:p>
            <a:r>
              <a:rPr lang="en-US" noProof="0"/>
              <a:t>Job title or role</a:t>
            </a:r>
          </a:p>
        </p:txBody>
      </p:sp>
      <p:pic>
        <p:nvPicPr>
          <p:cNvPr id="56"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3"/>
          </p:nvPr>
        </p:nvPicPr>
        <p:blipFill rotWithShape="1">
          <a:blip r:embed="rId2" cstate="screen">
            <a:extLst>
              <a:ext uri="{28A0092B-C50C-407E-A947-70E740481C1C}">
                <a14:useLocalDpi xmlns:a14="http://schemas.microsoft.com/office/drawing/2010/main"/>
              </a:ext>
            </a:extLst>
          </a:blip>
          <a:srcRect/>
          <a:stretch/>
        </p:blipFill>
        <p:spPr>
          <a:xfrm>
            <a:off x="10186416" y="1746504"/>
            <a:ext cx="1152144" cy="1152144"/>
          </a:xfrm>
        </p:spPr>
      </p:pic>
      <p:sp>
        <p:nvSpPr>
          <p:cNvPr id="12" name="Text Placeholder 11">
            <a:extLst>
              <a:ext uri="{FF2B5EF4-FFF2-40B4-BE49-F238E27FC236}">
                <a16:creationId xmlns:a16="http://schemas.microsoft.com/office/drawing/2014/main" id="{0D678DD5-4318-3FC9-3075-0668FA6B92DD}"/>
              </a:ext>
            </a:extLst>
          </p:cNvPr>
          <p:cNvSpPr>
            <a:spLocks noGrp="1"/>
          </p:cNvSpPr>
          <p:nvPr>
            <p:ph type="body" sz="quarter" idx="83"/>
          </p:nvPr>
        </p:nvSpPr>
        <p:spPr>
          <a:xfrm>
            <a:off x="10093238" y="3073237"/>
            <a:ext cx="1332000" cy="282839"/>
          </a:xfrm>
        </p:spPr>
        <p:txBody>
          <a:bodyPr/>
          <a:lstStyle/>
          <a:p>
            <a:r>
              <a:rPr lang="en-US" noProof="0"/>
              <a:t>Job title or role</a:t>
            </a:r>
          </a:p>
        </p:txBody>
      </p:sp>
      <p:sp>
        <p:nvSpPr>
          <p:cNvPr id="13" name="Text Placeholder 12">
            <a:extLst>
              <a:ext uri="{FF2B5EF4-FFF2-40B4-BE49-F238E27FC236}">
                <a16:creationId xmlns:a16="http://schemas.microsoft.com/office/drawing/2014/main" id="{43174EBD-5D89-7222-59AD-F53A5DDBF18C}"/>
              </a:ext>
            </a:extLst>
          </p:cNvPr>
          <p:cNvSpPr>
            <a:spLocks noGrp="1"/>
          </p:cNvSpPr>
          <p:nvPr>
            <p:ph type="body" sz="quarter" idx="82"/>
          </p:nvPr>
        </p:nvSpPr>
        <p:spPr>
          <a:xfrm>
            <a:off x="10093238" y="3430899"/>
            <a:ext cx="1332000" cy="356677"/>
          </a:xfrm>
        </p:spPr>
        <p:txBody>
          <a:bodyPr/>
          <a:lstStyle/>
          <a:p>
            <a:r>
              <a:rPr lang="en-US" noProof="0"/>
              <a:t>First and Last name</a:t>
            </a:r>
          </a:p>
        </p:txBody>
      </p:sp>
      <p:pic>
        <p:nvPicPr>
          <p:cNvPr id="61"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4"/>
          </p:nvPr>
        </p:nvPicPr>
        <p:blipFill rotWithShape="1">
          <a:blip r:embed="rId2" cstate="screen">
            <a:extLst>
              <a:ext uri="{28A0092B-C50C-407E-A947-70E740481C1C}">
                <a14:useLocalDpi xmlns:a14="http://schemas.microsoft.com/office/drawing/2010/main"/>
              </a:ext>
            </a:extLst>
          </a:blip>
          <a:srcRect/>
          <a:stretch/>
        </p:blipFill>
        <p:spPr>
          <a:xfrm>
            <a:off x="859536" y="4041648"/>
            <a:ext cx="1152144" cy="1152144"/>
          </a:xfrm>
        </p:spPr>
      </p:pic>
      <p:sp>
        <p:nvSpPr>
          <p:cNvPr id="14" name="Text Placeholder 13">
            <a:extLst>
              <a:ext uri="{FF2B5EF4-FFF2-40B4-BE49-F238E27FC236}">
                <a16:creationId xmlns:a16="http://schemas.microsoft.com/office/drawing/2014/main" id="{C3062597-D325-E94E-CE18-7D296DAF9FF6}"/>
              </a:ext>
            </a:extLst>
          </p:cNvPr>
          <p:cNvSpPr>
            <a:spLocks noGrp="1"/>
          </p:cNvSpPr>
          <p:nvPr>
            <p:ph type="body" sz="quarter" idx="86"/>
          </p:nvPr>
        </p:nvSpPr>
        <p:spPr>
          <a:xfrm>
            <a:off x="772630" y="5367239"/>
            <a:ext cx="1332000" cy="282839"/>
          </a:xfrm>
        </p:spPr>
        <p:txBody>
          <a:bodyPr/>
          <a:lstStyle/>
          <a:p>
            <a:r>
              <a:rPr lang="en-US" noProof="0"/>
              <a:t>First and Last name</a:t>
            </a:r>
          </a:p>
        </p:txBody>
      </p:sp>
      <p:sp>
        <p:nvSpPr>
          <p:cNvPr id="15" name="Text Placeholder 14">
            <a:extLst>
              <a:ext uri="{FF2B5EF4-FFF2-40B4-BE49-F238E27FC236}">
                <a16:creationId xmlns:a16="http://schemas.microsoft.com/office/drawing/2014/main" id="{4CB137A5-53A3-3831-AFFD-20F76A3DCC86}"/>
              </a:ext>
            </a:extLst>
          </p:cNvPr>
          <p:cNvSpPr>
            <a:spLocks noGrp="1"/>
          </p:cNvSpPr>
          <p:nvPr>
            <p:ph type="body" sz="quarter" idx="85"/>
          </p:nvPr>
        </p:nvSpPr>
        <p:spPr>
          <a:xfrm>
            <a:off x="772630" y="5724901"/>
            <a:ext cx="1332000" cy="356677"/>
          </a:xfrm>
        </p:spPr>
        <p:txBody>
          <a:bodyPr/>
          <a:lstStyle/>
          <a:p>
            <a:r>
              <a:rPr lang="en-US" noProof="0"/>
              <a:t>Job title or role</a:t>
            </a:r>
          </a:p>
        </p:txBody>
      </p:sp>
      <p:pic>
        <p:nvPicPr>
          <p:cNvPr id="60"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5"/>
          </p:nvPr>
        </p:nvPicPr>
        <p:blipFill rotWithShape="1">
          <a:blip r:embed="rId2" cstate="screen">
            <a:extLst>
              <a:ext uri="{28A0092B-C50C-407E-A947-70E740481C1C}">
                <a14:useLocalDpi xmlns:a14="http://schemas.microsoft.com/office/drawing/2010/main"/>
              </a:ext>
            </a:extLst>
          </a:blip>
          <a:srcRect/>
          <a:stretch/>
        </p:blipFill>
        <p:spPr>
          <a:xfrm>
            <a:off x="3191256" y="4041648"/>
            <a:ext cx="1152144" cy="1152144"/>
          </a:xfrm>
        </p:spPr>
      </p:pic>
      <p:sp>
        <p:nvSpPr>
          <p:cNvPr id="16" name="Text Placeholder 15">
            <a:extLst>
              <a:ext uri="{FF2B5EF4-FFF2-40B4-BE49-F238E27FC236}">
                <a16:creationId xmlns:a16="http://schemas.microsoft.com/office/drawing/2014/main" id="{3F951DE4-DF33-0559-426E-6FF87689045D}"/>
              </a:ext>
            </a:extLst>
          </p:cNvPr>
          <p:cNvSpPr>
            <a:spLocks noGrp="1"/>
          </p:cNvSpPr>
          <p:nvPr>
            <p:ph type="body" sz="quarter" idx="89"/>
          </p:nvPr>
        </p:nvSpPr>
        <p:spPr>
          <a:xfrm>
            <a:off x="3096923" y="5367239"/>
            <a:ext cx="1332000" cy="282839"/>
          </a:xfrm>
        </p:spPr>
        <p:txBody>
          <a:bodyPr/>
          <a:lstStyle/>
          <a:p>
            <a:r>
              <a:rPr lang="en-US" noProof="0"/>
              <a:t>First and Last name</a:t>
            </a:r>
          </a:p>
        </p:txBody>
      </p:sp>
      <p:sp>
        <p:nvSpPr>
          <p:cNvPr id="39" name="Text Placeholder 38">
            <a:extLst>
              <a:ext uri="{FF2B5EF4-FFF2-40B4-BE49-F238E27FC236}">
                <a16:creationId xmlns:a16="http://schemas.microsoft.com/office/drawing/2014/main" id="{F8317914-5ACA-D06F-9B3F-8CF36B5AFB03}"/>
              </a:ext>
            </a:extLst>
          </p:cNvPr>
          <p:cNvSpPr>
            <a:spLocks noGrp="1"/>
          </p:cNvSpPr>
          <p:nvPr>
            <p:ph type="body" sz="quarter" idx="88"/>
          </p:nvPr>
        </p:nvSpPr>
        <p:spPr>
          <a:xfrm>
            <a:off x="3096923" y="5724901"/>
            <a:ext cx="1332000" cy="356677"/>
          </a:xfrm>
        </p:spPr>
        <p:txBody>
          <a:bodyPr/>
          <a:lstStyle/>
          <a:p>
            <a:r>
              <a:rPr lang="en-US" noProof="0"/>
              <a:t>Job title or role</a:t>
            </a:r>
          </a:p>
        </p:txBody>
      </p:sp>
      <p:pic>
        <p:nvPicPr>
          <p:cNvPr id="59"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6"/>
          </p:nvPr>
        </p:nvPicPr>
        <p:blipFill rotWithShape="1">
          <a:blip r:embed="rId2" cstate="screen">
            <a:extLst>
              <a:ext uri="{28A0092B-C50C-407E-A947-70E740481C1C}">
                <a14:useLocalDpi xmlns:a14="http://schemas.microsoft.com/office/drawing/2010/main"/>
              </a:ext>
            </a:extLst>
          </a:blip>
          <a:srcRect/>
          <a:stretch/>
        </p:blipFill>
        <p:spPr>
          <a:xfrm>
            <a:off x="5522976" y="4041648"/>
            <a:ext cx="1152144" cy="1152144"/>
          </a:xfrm>
        </p:spPr>
      </p:pic>
      <p:sp>
        <p:nvSpPr>
          <p:cNvPr id="40" name="Text Placeholder 39">
            <a:extLst>
              <a:ext uri="{FF2B5EF4-FFF2-40B4-BE49-F238E27FC236}">
                <a16:creationId xmlns:a16="http://schemas.microsoft.com/office/drawing/2014/main" id="{F9A50EC6-D581-20B5-47C4-49A70C33A739}"/>
              </a:ext>
            </a:extLst>
          </p:cNvPr>
          <p:cNvSpPr>
            <a:spLocks noGrp="1"/>
          </p:cNvSpPr>
          <p:nvPr>
            <p:ph type="body" sz="quarter" idx="92"/>
          </p:nvPr>
        </p:nvSpPr>
        <p:spPr>
          <a:xfrm>
            <a:off x="5431389" y="5367239"/>
            <a:ext cx="1332000" cy="282839"/>
          </a:xfrm>
        </p:spPr>
        <p:txBody>
          <a:bodyPr/>
          <a:lstStyle/>
          <a:p>
            <a:r>
              <a:rPr lang="en-US" noProof="0"/>
              <a:t>First and Last name</a:t>
            </a:r>
          </a:p>
        </p:txBody>
      </p:sp>
      <p:sp>
        <p:nvSpPr>
          <p:cNvPr id="41" name="Text Placeholder 40">
            <a:extLst>
              <a:ext uri="{FF2B5EF4-FFF2-40B4-BE49-F238E27FC236}">
                <a16:creationId xmlns:a16="http://schemas.microsoft.com/office/drawing/2014/main" id="{1A56F15E-CC32-3121-5406-0DE6A09F202B}"/>
              </a:ext>
            </a:extLst>
          </p:cNvPr>
          <p:cNvSpPr>
            <a:spLocks noGrp="1"/>
          </p:cNvSpPr>
          <p:nvPr>
            <p:ph type="body" sz="quarter" idx="91"/>
          </p:nvPr>
        </p:nvSpPr>
        <p:spPr>
          <a:xfrm>
            <a:off x="5431389" y="5724901"/>
            <a:ext cx="1332000" cy="356677"/>
          </a:xfrm>
        </p:spPr>
        <p:txBody>
          <a:bodyPr/>
          <a:lstStyle/>
          <a:p>
            <a:r>
              <a:rPr lang="en-US" noProof="0"/>
              <a:t>Job title or role</a:t>
            </a:r>
          </a:p>
        </p:txBody>
      </p:sp>
      <p:pic>
        <p:nvPicPr>
          <p:cNvPr id="58"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7"/>
          </p:nvPr>
        </p:nvPicPr>
        <p:blipFill rotWithShape="1">
          <a:blip r:embed="rId2" cstate="screen">
            <a:extLst>
              <a:ext uri="{28A0092B-C50C-407E-A947-70E740481C1C}">
                <a14:useLocalDpi xmlns:a14="http://schemas.microsoft.com/office/drawing/2010/main"/>
              </a:ext>
            </a:extLst>
          </a:blip>
          <a:srcRect/>
          <a:stretch/>
        </p:blipFill>
        <p:spPr>
          <a:xfrm>
            <a:off x="7854696" y="4041648"/>
            <a:ext cx="1152144" cy="1152144"/>
          </a:xfrm>
        </p:spPr>
      </p:pic>
      <p:sp>
        <p:nvSpPr>
          <p:cNvPr id="42" name="Text Placeholder 41">
            <a:extLst>
              <a:ext uri="{FF2B5EF4-FFF2-40B4-BE49-F238E27FC236}">
                <a16:creationId xmlns:a16="http://schemas.microsoft.com/office/drawing/2014/main" id="{1EAA06C4-B445-1A56-A7A8-39C0F9503B51}"/>
              </a:ext>
            </a:extLst>
          </p:cNvPr>
          <p:cNvSpPr>
            <a:spLocks noGrp="1"/>
          </p:cNvSpPr>
          <p:nvPr>
            <p:ph type="body" sz="quarter" idx="95"/>
          </p:nvPr>
        </p:nvSpPr>
        <p:spPr>
          <a:xfrm>
            <a:off x="7765801" y="5367239"/>
            <a:ext cx="1332000" cy="282839"/>
          </a:xfrm>
        </p:spPr>
        <p:txBody>
          <a:bodyPr/>
          <a:lstStyle/>
          <a:p>
            <a:r>
              <a:rPr lang="en-US" noProof="0"/>
              <a:t>First and Last name</a:t>
            </a:r>
          </a:p>
        </p:txBody>
      </p:sp>
      <p:sp>
        <p:nvSpPr>
          <p:cNvPr id="43" name="Text Placeholder 42">
            <a:extLst>
              <a:ext uri="{FF2B5EF4-FFF2-40B4-BE49-F238E27FC236}">
                <a16:creationId xmlns:a16="http://schemas.microsoft.com/office/drawing/2014/main" id="{98815725-2878-2B6C-E187-C3B5A98A47CA}"/>
              </a:ext>
            </a:extLst>
          </p:cNvPr>
          <p:cNvSpPr>
            <a:spLocks noGrp="1"/>
          </p:cNvSpPr>
          <p:nvPr>
            <p:ph type="body" sz="quarter" idx="94"/>
          </p:nvPr>
        </p:nvSpPr>
        <p:spPr>
          <a:xfrm>
            <a:off x="7765801" y="5724901"/>
            <a:ext cx="1332000" cy="356677"/>
          </a:xfrm>
        </p:spPr>
        <p:txBody>
          <a:bodyPr/>
          <a:lstStyle/>
          <a:p>
            <a:r>
              <a:rPr lang="en-US" noProof="0"/>
              <a:t>Job title or role</a:t>
            </a:r>
          </a:p>
        </p:txBody>
      </p:sp>
      <p:pic>
        <p:nvPicPr>
          <p:cNvPr id="57" name="Picture Placeholder 34" descr="Photograph of Name Last name">
            <a:extLst>
              <a:ext uri="{FF2B5EF4-FFF2-40B4-BE49-F238E27FC236}">
                <a16:creationId xmlns:a16="http://schemas.microsoft.com/office/drawing/2014/main" id="{E586CB67-D0EC-9545-E211-CDE02AADAC5E}"/>
              </a:ext>
            </a:extLst>
          </p:cNvPr>
          <p:cNvPicPr>
            <a:picLocks noGrp="1" noChangeAspect="1"/>
          </p:cNvPicPr>
          <p:nvPr>
            <p:ph type="pic" sz="quarter" idx="108"/>
          </p:nvPr>
        </p:nvPicPr>
        <p:blipFill rotWithShape="1">
          <a:blip r:embed="rId2" cstate="screen">
            <a:extLst>
              <a:ext uri="{28A0092B-C50C-407E-A947-70E740481C1C}">
                <a14:useLocalDpi xmlns:a14="http://schemas.microsoft.com/office/drawing/2010/main"/>
              </a:ext>
            </a:extLst>
          </a:blip>
          <a:srcRect/>
          <a:stretch/>
        </p:blipFill>
        <p:spPr>
          <a:xfrm>
            <a:off x="10186416" y="4041648"/>
            <a:ext cx="1152144" cy="1152144"/>
          </a:xfrm>
        </p:spPr>
      </p:pic>
      <p:sp>
        <p:nvSpPr>
          <p:cNvPr id="44" name="Text Placeholder 43">
            <a:extLst>
              <a:ext uri="{FF2B5EF4-FFF2-40B4-BE49-F238E27FC236}">
                <a16:creationId xmlns:a16="http://schemas.microsoft.com/office/drawing/2014/main" id="{56BEE668-5B22-1462-BC7C-F1A11E9FECAC}"/>
              </a:ext>
            </a:extLst>
          </p:cNvPr>
          <p:cNvSpPr>
            <a:spLocks noGrp="1"/>
          </p:cNvSpPr>
          <p:nvPr>
            <p:ph type="body" sz="quarter" idx="98"/>
          </p:nvPr>
        </p:nvSpPr>
        <p:spPr>
          <a:xfrm>
            <a:off x="10093238" y="5367239"/>
            <a:ext cx="1332000" cy="282839"/>
          </a:xfrm>
        </p:spPr>
        <p:txBody>
          <a:bodyPr/>
          <a:lstStyle/>
          <a:p>
            <a:r>
              <a:rPr lang="en-US" noProof="0"/>
              <a:t>Job title or role</a:t>
            </a:r>
          </a:p>
        </p:txBody>
      </p:sp>
      <p:sp>
        <p:nvSpPr>
          <p:cNvPr id="45" name="Text Placeholder 44">
            <a:extLst>
              <a:ext uri="{FF2B5EF4-FFF2-40B4-BE49-F238E27FC236}">
                <a16:creationId xmlns:a16="http://schemas.microsoft.com/office/drawing/2014/main" id="{EB3A019A-84A2-6E48-EE0B-D0BA485534BF}"/>
              </a:ext>
            </a:extLst>
          </p:cNvPr>
          <p:cNvSpPr>
            <a:spLocks noGrp="1"/>
          </p:cNvSpPr>
          <p:nvPr>
            <p:ph type="body" sz="quarter" idx="97"/>
          </p:nvPr>
        </p:nvSpPr>
        <p:spPr>
          <a:xfrm>
            <a:off x="10093238" y="5724901"/>
            <a:ext cx="1332000" cy="356677"/>
          </a:xfrm>
        </p:spPr>
        <p:txBody>
          <a:bodyPr/>
          <a:lstStyle/>
          <a:p>
            <a:r>
              <a:rPr lang="en-US" noProof="0"/>
              <a:t>First and Last name</a:t>
            </a:r>
          </a:p>
        </p:txBody>
      </p:sp>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D521CDC6-F52C-9C56-77B6-6E94F3DD759D}"/>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spTree>
    <p:extLst>
      <p:ext uri="{BB962C8B-B14F-4D97-AF65-F5344CB8AC3E}">
        <p14:creationId xmlns:p14="http://schemas.microsoft.com/office/powerpoint/2010/main" val="271059103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EA7EE38A-7F0A-45F5-929D-D0F9015D319F}"/>
              </a:ext>
            </a:extLst>
          </p:cNvPr>
          <p:cNvSpPr>
            <a:spLocks noGrp="1"/>
          </p:cNvSpPr>
          <p:nvPr>
            <p:ph type="title"/>
          </p:nvPr>
        </p:nvSpPr>
        <p:spPr>
          <a:xfrm>
            <a:off x="766762" y="2219794"/>
            <a:ext cx="10658475" cy="920750"/>
          </a:xfrm>
        </p:spPr>
        <p:txBody>
          <a:bodyPr/>
          <a:lstStyle/>
          <a:p>
            <a:r>
              <a:rPr lang="en-US" noProof="0" dirty="0"/>
              <a:t>Closing contact us slide (gradient A)</a:t>
            </a:r>
          </a:p>
        </p:txBody>
      </p:sp>
      <p:sp>
        <p:nvSpPr>
          <p:cNvPr id="14" name="Text Placeholder 13">
            <a:extLst>
              <a:ext uri="{FF2B5EF4-FFF2-40B4-BE49-F238E27FC236}">
                <a16:creationId xmlns:a16="http://schemas.microsoft.com/office/drawing/2014/main" id="{C9CD4F11-A9CC-24C6-1433-49DD9BB02E84}"/>
              </a:ext>
            </a:extLst>
          </p:cNvPr>
          <p:cNvSpPr>
            <a:spLocks noGrp="1"/>
          </p:cNvSpPr>
          <p:nvPr>
            <p:ph type="body" sz="quarter" idx="62"/>
          </p:nvPr>
        </p:nvSpPr>
        <p:spPr>
          <a:xfrm>
            <a:off x="2287588" y="3902964"/>
            <a:ext cx="3408362" cy="2148840"/>
          </a:xfrm>
          <a:noFill/>
        </p:spPr>
        <p:txBody>
          <a:bodyPr/>
          <a:lstStyle/>
          <a:p>
            <a:r>
              <a:rPr lang="en-US" b="1" noProof="0" dirty="0"/>
              <a:t>First and Last name</a:t>
            </a:r>
          </a:p>
          <a:p>
            <a:r>
              <a:rPr lang="en-US" noProof="0" dirty="0"/>
              <a:t>555-555-5555</a:t>
            </a:r>
          </a:p>
          <a:p>
            <a:r>
              <a:rPr lang="en-US" noProof="0" dirty="0"/>
              <a:t>first.last@cgi.com</a:t>
            </a:r>
          </a:p>
          <a:p>
            <a:endParaRPr lang="en-US" noProof="0" dirty="0"/>
          </a:p>
          <a:p>
            <a:endParaRPr lang="en-US" noProof="0" dirty="0"/>
          </a:p>
        </p:txBody>
      </p:sp>
      <p:sp>
        <p:nvSpPr>
          <p:cNvPr id="16" name="Text Placeholder 15">
            <a:extLst>
              <a:ext uri="{FF2B5EF4-FFF2-40B4-BE49-F238E27FC236}">
                <a16:creationId xmlns:a16="http://schemas.microsoft.com/office/drawing/2014/main" id="{F6A0C551-8989-E6AE-5748-CB3B4958E9CC}"/>
              </a:ext>
            </a:extLst>
          </p:cNvPr>
          <p:cNvSpPr>
            <a:spLocks noGrp="1"/>
          </p:cNvSpPr>
          <p:nvPr>
            <p:ph type="body" sz="quarter" idx="63"/>
          </p:nvPr>
        </p:nvSpPr>
        <p:spPr>
          <a:xfrm>
            <a:off x="8016875" y="3903266"/>
            <a:ext cx="3408362" cy="2148840"/>
          </a:xfrm>
          <a:noFill/>
        </p:spPr>
        <p:txBody>
          <a:bodyPr/>
          <a:lstStyle/>
          <a:p>
            <a:r>
              <a:rPr lang="en-US" b="1" noProof="0" dirty="0"/>
              <a:t>First and Last name</a:t>
            </a:r>
          </a:p>
          <a:p>
            <a:r>
              <a:rPr lang="en-US" noProof="0" dirty="0"/>
              <a:t>555-555-5555</a:t>
            </a:r>
          </a:p>
          <a:p>
            <a:r>
              <a:rPr lang="en-US" noProof="0" dirty="0"/>
              <a:t>first.last@cgi.com</a:t>
            </a:r>
          </a:p>
          <a:p>
            <a:endParaRPr lang="en-US" noProof="0" dirty="0"/>
          </a:p>
          <a:p>
            <a:endParaRPr lang="en-US" noProof="0" dirty="0"/>
          </a:p>
        </p:txBody>
      </p:sp>
      <p:sp>
        <p:nvSpPr>
          <p:cNvPr id="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D9D3BB62-7A8D-70A3-CD22-94271087C686}"/>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en-US" sz="1400" b="1">
                <a:solidFill>
                  <a:schemeClr val="accent4"/>
                </a:solidFill>
                <a:cs typeface="Arial" pitchFamily="34" charset="0"/>
              </a:rPr>
              <a:t>Brand tip</a:t>
            </a:r>
          </a:p>
          <a:p>
            <a:pPr>
              <a:spcAft>
                <a:spcPts val="600"/>
              </a:spcAft>
            </a:pPr>
            <a:r>
              <a:rPr lang="en-US" sz="1200">
                <a:cs typeface="Arial" pitchFamily="34" charset="0"/>
              </a:rPr>
              <a:t>To replace the </a:t>
            </a:r>
            <a:r>
              <a:rPr lang="en-US" sz="1200" b="1">
                <a:cs typeface="Arial" pitchFamily="34" charset="0"/>
              </a:rPr>
              <a:t>placeholder image</a:t>
            </a:r>
            <a:r>
              <a:rPr lang="en-US" sz="1200">
                <a:cs typeface="Arial" pitchFamily="34" charset="0"/>
              </a:rPr>
              <a:t>, click on the avatar to delete it, then click on the image icon to add the associated member-partner photo.</a:t>
            </a:r>
          </a:p>
        </p:txBody>
      </p:sp>
      <p:pic>
        <p:nvPicPr>
          <p:cNvPr id="73" name="Picture Placeholder 34">
            <a:extLst>
              <a:ext uri="{FF2B5EF4-FFF2-40B4-BE49-F238E27FC236}">
                <a16:creationId xmlns:a16="http://schemas.microsoft.com/office/drawing/2014/main" id="{7D7B53D1-66D1-9AFF-8BAE-11297C474B03}"/>
              </a:ext>
              <a:ext uri="{C183D7F6-B498-43B3-948B-1728B52AA6E4}">
                <adec:decorative xmlns:adec="http://schemas.microsoft.com/office/drawing/2017/decorative" val="1"/>
              </a:ext>
            </a:extLst>
          </p:cNvPr>
          <p:cNvPicPr>
            <a:picLocks noGrp="1" noChangeAspect="1"/>
          </p:cNvPicPr>
          <p:nvPr>
            <p:ph type="pic" sz="quarter" idx="60"/>
          </p:nvPr>
        </p:nvPicPr>
        <p:blipFill rotWithShape="1">
          <a:blip r:embed="rId2" cstate="screen">
            <a:extLst>
              <a:ext uri="{28A0092B-C50C-407E-A947-70E740481C1C}">
                <a14:useLocalDpi xmlns:a14="http://schemas.microsoft.com/office/drawing/2010/main"/>
              </a:ext>
            </a:extLst>
          </a:blip>
          <a:srcRect l="80" r="80"/>
          <a:stretch/>
        </p:blipFill>
        <p:spPr>
          <a:xfrm>
            <a:off x="6537325" y="3967163"/>
            <a:ext cx="995363" cy="996950"/>
          </a:xfrm>
        </p:spPr>
      </p:pic>
      <p:pic>
        <p:nvPicPr>
          <p:cNvPr id="76" name="Picture Placeholder 34">
            <a:extLst>
              <a:ext uri="{FF2B5EF4-FFF2-40B4-BE49-F238E27FC236}">
                <a16:creationId xmlns:a16="http://schemas.microsoft.com/office/drawing/2014/main" id="{9D55C0C8-8BC9-E1ED-5853-264A88B9A21E}"/>
              </a:ext>
              <a:ext uri="{C183D7F6-B498-43B3-948B-1728B52AA6E4}">
                <adec:decorative xmlns:adec="http://schemas.microsoft.com/office/drawing/2017/decorative" val="1"/>
              </a:ext>
            </a:extLst>
          </p:cNvPr>
          <p:cNvPicPr>
            <a:picLocks noGrp="1" noChangeAspect="1"/>
          </p:cNvPicPr>
          <p:nvPr>
            <p:ph type="pic" sz="quarter" idx="26"/>
          </p:nvPr>
        </p:nvPicPr>
        <p:blipFill rotWithShape="1">
          <a:blip r:embed="rId2" cstate="screen">
            <a:extLst>
              <a:ext uri="{28A0092B-C50C-407E-A947-70E740481C1C}">
                <a14:useLocalDpi xmlns:a14="http://schemas.microsoft.com/office/drawing/2010/main"/>
              </a:ext>
            </a:extLst>
          </a:blip>
          <a:srcRect l="80" r="80"/>
          <a:stretch/>
        </p:blipFill>
        <p:spPr>
          <a:xfrm>
            <a:off x="854075" y="3967163"/>
            <a:ext cx="995363" cy="996950"/>
          </a:xfrm>
        </p:spPr>
      </p:pic>
    </p:spTree>
    <p:extLst>
      <p:ext uri="{BB962C8B-B14F-4D97-AF65-F5344CB8AC3E}">
        <p14:creationId xmlns:p14="http://schemas.microsoft.com/office/powerpoint/2010/main" val="243570519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1269B0-A116-366E-01F9-B4445A495459}"/>
              </a:ext>
            </a:extLst>
          </p:cNvPr>
          <p:cNvSpPr>
            <a:spLocks noGrp="1"/>
          </p:cNvSpPr>
          <p:nvPr>
            <p:ph type="title"/>
          </p:nvPr>
        </p:nvSpPr>
        <p:spPr>
          <a:xfrm>
            <a:off x="397795" y="-1698199"/>
            <a:ext cx="10658475" cy="1433462"/>
          </a:xfrm>
        </p:spPr>
        <p:txBody>
          <a:bodyPr vert="horz" lIns="0" tIns="0" rIns="0" bIns="0" rtlCol="0" anchor="b" anchorCtr="0">
            <a:normAutofit/>
          </a:bodyPr>
          <a:lstStyle/>
          <a:p>
            <a:r>
              <a:rPr lang="en-US" sz="1200" noProof="0" dirty="0"/>
              <a:t>Insights you can act on </a:t>
            </a:r>
            <a:br>
              <a:rPr lang="en-US" sz="1200" noProof="0" dirty="0"/>
            </a:br>
            <a:r>
              <a:rPr lang="en-US" sz="1200" noProof="0" dirty="0"/>
              <a:t>Founded in 1976, CGI is among the largest IT and business consulting services firms in the world.</a:t>
            </a:r>
            <a:br>
              <a:rPr lang="en-US" sz="1200" noProof="0" dirty="0"/>
            </a:br>
            <a:br>
              <a:rPr lang="en-US" sz="1200" noProof="0" dirty="0"/>
            </a:b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t>
            </a:r>
            <a:br>
              <a:rPr lang="en-US" sz="1200" noProof="0" dirty="0"/>
            </a:br>
            <a:r>
              <a:rPr lang="en-US" sz="1200" noProof="0" dirty="0"/>
              <a:t>and delivered locally.</a:t>
            </a:r>
          </a:p>
        </p:txBody>
      </p:sp>
      <p:sp>
        <p:nvSpPr>
          <p:cNvPr id="2" name="Rectangle 1">
            <a:extLst>
              <a:ext uri="{FF2B5EF4-FFF2-40B4-BE49-F238E27FC236}">
                <a16:creationId xmlns:a16="http://schemas.microsoft.com/office/drawing/2014/main" id="{B39851EF-F5F7-2B32-1345-AD02CB89FC6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43325697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test" id="{DF41D827-8B6D-0940-A68C-6917A6F85D17}" vid="{539E53E0-8FFD-8044-A077-EE3615A93136}"/>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lcf76f155ced4ddcb4097134ff3c332f xmlns="8b7b9f5f-1e78-43ca-b9fa-4bc4e726914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9B06A1291EAB478CEE040D9CD88093" ma:contentTypeVersion="14" ma:contentTypeDescription="Crée un document." ma:contentTypeScope="" ma:versionID="08fd30cd813519bf3b2485020f27dde8">
  <xsd:schema xmlns:xsd="http://www.w3.org/2001/XMLSchema" xmlns:xs="http://www.w3.org/2001/XMLSchema" xmlns:p="http://schemas.microsoft.com/office/2006/metadata/properties" xmlns:ns2="8b7b9f5f-1e78-43ca-b9fa-4bc4e7269145" xmlns:ns3="d541d1f1-f719-45a6-b9ee-ab70819fd129" targetNamespace="http://schemas.microsoft.com/office/2006/metadata/properties" ma:root="true" ma:fieldsID="eb1442eaa23239aa2b94dfa8faa5018e" ns2:_="" ns3:_="">
    <xsd:import namespace="8b7b9f5f-1e78-43ca-b9fa-4bc4e7269145"/>
    <xsd:import namespace="d541d1f1-f719-45a6-b9ee-ab70819fd12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SearchPropertie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7b9f5f-1e78-43ca-b9fa-4bc4e72691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b8b33ce-f9d1-42dd-af72-61acb746de3d"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41d1f1-f719-45a6-b9ee-ab70819fd12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2.xml><?xml version="1.0" encoding="utf-8"?>
<ds:datastoreItem xmlns:ds="http://schemas.openxmlformats.org/officeDocument/2006/customXml" ds:itemID="{2F4C4F6A-F6A5-45C8-BAAA-52FB70E387C7}">
  <ds:schemaRefs>
    <ds:schemaRef ds:uri="http://schemas.microsoft.com/office/2006/documentManagement/types"/>
    <ds:schemaRef ds:uri="http://www.w3.org/XML/1998/namespace"/>
    <ds:schemaRef ds:uri="http://schemas.microsoft.com/office/infopath/2007/PartnerControls"/>
    <ds:schemaRef ds:uri="http://purl.org/dc/elements/1.1/"/>
    <ds:schemaRef ds:uri="http://purl.org/dc/terms/"/>
    <ds:schemaRef ds:uri="8b7b9f5f-1e78-43ca-b9fa-4bc4e7269145"/>
    <ds:schemaRef ds:uri="http://schemas.microsoft.com/office/2006/metadata/properties"/>
    <ds:schemaRef ds:uri="http://schemas.openxmlformats.org/package/2006/metadata/core-properties"/>
    <ds:schemaRef ds:uri="d541d1f1-f719-45a6-b9ee-ab70819fd129"/>
    <ds:schemaRef ds:uri="http://purl.org/dc/dcmitype/"/>
  </ds:schemaRefs>
</ds:datastoreItem>
</file>

<file path=customXml/itemProps3.xml><?xml version="1.0" encoding="utf-8"?>
<ds:datastoreItem xmlns:ds="http://schemas.openxmlformats.org/officeDocument/2006/customXml" ds:itemID="{17F270CB-DEA5-40C0-9B7F-AB596A4DF1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7b9f5f-1e78-43ca-b9fa-4bc4e7269145"/>
    <ds:schemaRef ds:uri="d541d1f1-f719-45a6-b9ee-ab70819fd1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af293e6-3850-4258-b2c7-0aa0e3bfa7d9}"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emplate/>
  <TotalTime>1</TotalTime>
  <Words>3802</Words>
  <Application>Microsoft Macintosh PowerPoint</Application>
  <PresentationFormat>Grand écran</PresentationFormat>
  <Paragraphs>630</Paragraphs>
  <Slides>49</Slides>
  <Notes>14</Notes>
  <HiddenSlides>7</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49</vt:i4>
      </vt:variant>
    </vt:vector>
  </HeadingPairs>
  <TitlesOfParts>
    <vt:vector size="57" baseType="lpstr">
      <vt:lpstr>.Hiragino Kaku Gothic Interface W3</vt:lpstr>
      <vt:lpstr>Arial</vt:lpstr>
      <vt:lpstr>Calibri</vt:lpstr>
      <vt:lpstr>Courier New</vt:lpstr>
      <vt:lpstr>Segoe UI</vt:lpstr>
      <vt:lpstr>Verdana</vt:lpstr>
      <vt:lpstr>Wingdings</vt:lpstr>
      <vt:lpstr>CGI Slide Master</vt:lpstr>
      <vt:lpstr>Standard Presentation Template</vt:lpstr>
      <vt:lpstr>Brand Source is your single source for everything related to the brand and branded PowerPoints!</vt:lpstr>
      <vt:lpstr>You can now access our templates directly from PowerPoint</vt:lpstr>
      <vt:lpstr>Advancing accessibility</vt:lpstr>
      <vt:lpstr>CGI colors</vt:lpstr>
      <vt:lpstr>CGI colors in PowerPoint</vt:lpstr>
      <vt:lpstr>Ready-to-use graphic components</vt:lpstr>
      <vt:lpstr>Buttons</vt:lpstr>
      <vt:lpstr>Cover title slide with gradient A</vt:lpstr>
      <vt:lpstr>Cover title slide with cornerstone A</vt:lpstr>
      <vt:lpstr>Cover title slide with cornerstone B</vt:lpstr>
      <vt:lpstr>Cover title slide with cornerstone C</vt:lpstr>
      <vt:lpstr>Cover title slide with cornerstone D</vt:lpstr>
      <vt:lpstr>Cover title slide with cornerstone E</vt:lpstr>
      <vt:lpstr>Cover title slide with original image</vt:lpstr>
      <vt:lpstr>Agenda slide layout 1</vt:lpstr>
      <vt:lpstr>Agenda slide layout 4</vt:lpstr>
      <vt:lpstr>Standard content slide</vt:lpstr>
      <vt:lpstr>Content slide + preset graphic device</vt:lpstr>
      <vt:lpstr>Content slide with two content columns</vt:lpstr>
      <vt:lpstr>Content slide with editable laptop screen</vt:lpstr>
      <vt:lpstr>Slide title</vt:lpstr>
      <vt:lpstr>Slide title 2</vt:lpstr>
      <vt:lpstr>Slide title 3</vt:lpstr>
      <vt:lpstr>Slide title 4</vt:lpstr>
      <vt:lpstr>Title only slide (donut chart + text example) </vt:lpstr>
      <vt:lpstr>Title only slide (stacked columns chart example)</vt:lpstr>
      <vt:lpstr>Title only slide (clustered column chart + text example)</vt:lpstr>
      <vt:lpstr>Title only slide (flow chart example)</vt:lpstr>
      <vt:lpstr>Title + lower subtitle slide (financial table example)</vt:lpstr>
      <vt:lpstr>New section title 1</vt:lpstr>
      <vt:lpstr>New section title 2</vt:lpstr>
      <vt:lpstr>New section title 3</vt:lpstr>
      <vt:lpstr>New section title 4</vt:lpstr>
      <vt:lpstr>New section title 5</vt:lpstr>
      <vt:lpstr>Slide title 6</vt:lpstr>
      <vt:lpstr>Placeholder text which  should go on 2 lines.</vt:lpstr>
      <vt:lpstr>Content highlight or quote slide (gradient A)</vt:lpstr>
      <vt:lpstr>Content highlight or quote 2x slide (gradient B)</vt:lpstr>
      <vt:lpstr>CV/Resume slide – Layout 1</vt:lpstr>
      <vt:lpstr>First and Last name</vt:lpstr>
      <vt:lpstr>First and Last name continued</vt:lpstr>
      <vt:lpstr>Team slide with 2 individuals (layout B)</vt:lpstr>
      <vt:lpstr>Team slide with 3 individuals (layout B)</vt:lpstr>
      <vt:lpstr>Team slide with 4 individuals (layout B)</vt:lpstr>
      <vt:lpstr>Team slide with 5 individuals (layout B)</vt:lpstr>
      <vt:lpstr>Team slide with 10 individuals (layout B)</vt:lpstr>
      <vt:lpstr>Closing contact us slide (gradient A)</vt:lpstr>
      <vt:lpstr>Insights you can act on  Founded in 1976, CGI is among the largest IT and business consulting services firms in the world.  We are insights-driven and outcomes-focused to help accelerate returns on your investments. Across hundreds of locations worldwide, we provide comprehensive, scalable and sustainable  IT and business consulting services that are informed globally  and delivered locally.</vt:lpstr>
    </vt:vector>
  </TitlesOfParts>
  <Manager>cgi.brand.crp@cgi.com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Leroy, Sandra</dc:creator>
  <cp:keywords>CGI, PowerPoint, template, brand, CGI</cp:keywords>
  <dc:description/>
  <cp:lastModifiedBy>Leroy, Sandra</cp:lastModifiedBy>
  <cp:revision>1</cp:revision>
  <dcterms:created xsi:type="dcterms:W3CDTF">2026-01-05T18:44:42Z</dcterms:created>
  <dcterms:modified xsi:type="dcterms:W3CDTF">2026-01-05T18:47:54Z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0x0101003A9B06A1291EAB478CEE040D9CD88093</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MediaServiceImageTags">
    <vt:lpwstr/>
  </property>
  <property fmtid="{D5CDD505-2E9C-101B-9397-08002B2CF9AE}" pid="18" name="_ExtendedDescription">
    <vt:lpwstr>Slide options for the following&amp;#58; covers, dividers, agendas, page layouts, resumes, teams, charts/diagrams, and closings. This template also includes usage instructions and a CGI color reference guide.</vt:lpwstr>
  </property>
</Properties>
</file>