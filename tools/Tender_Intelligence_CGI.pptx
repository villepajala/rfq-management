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Metadata/LabelInfo.xml" ContentType="application/vnd.ms-office.classificationlabel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authors.xml" ContentType="application/vnd.ms-powerpoint.authors+xml"/>
  <Override PartName="/ppt/commentAuthors.xml" ContentType="application/vnd.openxmlformats-officedocument.presentationml.commentAuthor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 Id="rId6"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4083" r:id="rId4"/>
  </p:sldMasterIdLst>
  <p:notesMasterIdLst>
    <p:notesMasterId r:id="rId54"/>
  </p:notesMasterIdLst>
  <p:handoutMasterIdLst>
    <p:handoutMasterId r:id="rId55"/>
  </p:handoutMasterIdLst>
  <p:sldIdLst>
    <p:sldId id="256" r:id="rId14"/>
    <p:sldId id="257" r:id="rId15"/>
    <p:sldId id="258" r:id="rId16"/>
    <p:sldId id="259" r:id="rId17"/>
    <p:sldId id="260" r:id="rId18"/>
    <p:sldId id="261" r:id="rId19"/>
    <p:sldId id="262" r:id="rId20"/>
    <p:sldId id="263" r:id="rId21"/>
    <p:sldId id="264" r:id="rId22"/>
    <p:sldId id="265" r:id="rId23"/>
    <p:sldId id="266" r:id="rId24"/>
  </p:sldIdLst>
  <p:sldSz cx="12192000" cy="6858000"/>
  <p:notesSz cx="7315200" cy="9601200"/>
  <p:custDataLst>
    <p:tags r:id="rId56"/>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3" pos="4080" userDrawn="1">
          <p15:clr>
            <a:srgbClr val="A4A3A4"/>
          </p15:clr>
        </p15:guide>
        <p15:guide id="4" pos="3613" userDrawn="1">
          <p15:clr>
            <a:srgbClr val="A4A3A4"/>
          </p15:clr>
        </p15:guide>
        <p15:guide id="5" orient="horz" pos="2160">
          <p15:clr>
            <a:srgbClr val="A4A3A4"/>
          </p15:clr>
        </p15:guide>
      </p15:sldGuideLst>
    </p:ext>
    <p:ext uri="{2D200454-40CA-4A62-9FC3-DE9A4176ACB9}">
      <p15:notesGuideLst xmlns:p15="http://schemas.microsoft.com/office/powerpoint/2012/main">
        <p15:guide id="1" orient="horz" pos="3024" userDrawn="1">
          <p15:clr>
            <a:srgbClr val="A4A3A4"/>
          </p15:clr>
        </p15:guide>
        <p15:guide id="2" pos="2304" userDrawn="1">
          <p15:clr>
            <a:srgbClr val="A4A3A4"/>
          </p15:clr>
        </p15:guide>
      </p15:notes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BF1FDE12-B1FB-E8C7-09BF-B50FE23A4F0E}" name="Melizza Mae Aratan" initials="MMA" userId="S::melizza.mae.aratan@cgi.com::012dde6c-0656-4597-a2d3-dbc789fe60da" providerId="AD"/>
  <p188:author id="{DCE5FD38-FC95-0624-FD71-A90613475B65}" name="Stewart, Casey A" initials="SCA" userId="S::casey.stewart@cgi.com::b39f3e4e-1968-4507-bdcf-f8399c7ca83f" providerId="AD"/>
  <p188:author id="{9BB2A889-2C28-43B5-59B8-DA7ED457C6AD}" name="Sauvageau, Joannie" initials="JS" userId="S::joannie.sauvageau@cgi.com::aba41f39-d51a-478e-b895-7de37a774b41"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Sauvageau, Joannie" initials="SJ" lastIdx="0" clrIdx="0">
    <p:extLst>
      <p:ext uri="{19B8F6BF-5375-455C-9EA6-DF929625EA0E}">
        <p15:presenceInfo xmlns:p15="http://schemas.microsoft.com/office/powerpoint/2012/main" userId="S-1-5-21-3641078771-3653456904-245653651-1738683" providerId="AD"/>
      </p:ext>
    </p:extLst>
  </p:cmAuthor>
  <p:cmAuthor id="2" name="Karen G Sellers" initials="KGS" lastIdx="0" clrIdx="1">
    <p:extLst>
      <p:ext uri="{19B8F6BF-5375-455C-9EA6-DF929625EA0E}">
        <p15:presenceInfo xmlns:p15="http://schemas.microsoft.com/office/powerpoint/2012/main" userId="S-1-5-21-682003330-1383384898-1801674531-29202" providerId="AD"/>
      </p:ext>
    </p:extLst>
  </p:cmAuthor>
  <p:cmAuthor id="3" name="Théorêt, Marie-Philippe" initials="TMP" lastIdx="1" clrIdx="2">
    <p:extLst>
      <p:ext uri="{19B8F6BF-5375-455C-9EA6-DF929625EA0E}">
        <p15:presenceInfo xmlns:p15="http://schemas.microsoft.com/office/powerpoint/2012/main" userId="S::marie-philippe.theoret@cgi.com::562c6f3d-82ec-464d-9a1f-d8b144078a76"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0721" autoAdjust="0"/>
    <p:restoredTop sz="94726"/>
  </p:normalViewPr>
  <p:slideViewPr>
    <p:cSldViewPr snapToGrid="0">
      <p:cViewPr varScale="1">
        <p:scale>
          <a:sx n="120" d="100"/>
          <a:sy n="120" d="100"/>
        </p:scale>
        <p:origin x="1112" y="184"/>
      </p:cViewPr>
      <p:guideLst>
        <p:guide pos="4080"/>
        <p:guide pos="3613"/>
        <p:guide orient="horz" pos="2160"/>
      </p:guideLst>
    </p:cSldViewPr>
  </p:slideViewPr>
  <p:outlineViewPr>
    <p:cViewPr>
      <p:scale>
        <a:sx n="33" d="100"/>
        <a:sy n="33" d="100"/>
      </p:scale>
      <p:origin x="0" y="-52240"/>
    </p:cViewPr>
  </p:outlineViewPr>
  <p:notesTextViewPr>
    <p:cViewPr>
      <p:scale>
        <a:sx n="1" d="1"/>
        <a:sy n="1" d="1"/>
      </p:scale>
      <p:origin x="0" y="0"/>
    </p:cViewPr>
  </p:notesTextViewPr>
  <p:notesViewPr>
    <p:cSldViewPr snapToGrid="0">
      <p:cViewPr varScale="1">
        <p:scale>
          <a:sx n="66" d="100"/>
          <a:sy n="66" d="100"/>
        </p:scale>
        <p:origin x="0" y="0"/>
      </p:cViewPr>
      <p:guideLst>
        <p:guide orient="horz" pos="3024"/>
        <p:guide pos="2304"/>
      </p:guideLst>
    </p:cSldViewPr>
  </p:notes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14" Type="http://schemas.openxmlformats.org/officeDocument/2006/relationships/slide" Target="slides/slide1.xml"/><Relationship Id="rId15" Type="http://schemas.openxmlformats.org/officeDocument/2006/relationships/slide" Target="slides/slide2.xml"/><Relationship Id="rId16" Type="http://schemas.openxmlformats.org/officeDocument/2006/relationships/slide" Target="slides/slide3.xml"/><Relationship Id="rId17" Type="http://schemas.openxmlformats.org/officeDocument/2006/relationships/slide" Target="slides/slide4.xml"/><Relationship Id="rId18" Type="http://schemas.openxmlformats.org/officeDocument/2006/relationships/slide" Target="slides/slide5.xml"/><Relationship Id="rId19" Type="http://schemas.openxmlformats.org/officeDocument/2006/relationships/slide" Target="slides/slide6.xml"/><Relationship Id="rId20" Type="http://schemas.openxmlformats.org/officeDocument/2006/relationships/slide" Target="slides/slide7.xml"/><Relationship Id="rId21" Type="http://schemas.openxmlformats.org/officeDocument/2006/relationships/slide" Target="slides/slide8.xml"/><Relationship Id="rId22" Type="http://schemas.openxmlformats.org/officeDocument/2006/relationships/slide" Target="slides/slide9.xml"/><Relationship Id="rId23" Type="http://schemas.openxmlformats.org/officeDocument/2006/relationships/slide" Target="slides/slide10.xml"/><Relationship Id="rId24" Type="http://schemas.openxmlformats.org/officeDocument/2006/relationships/slide" Target="slides/slide11.xml"/><Relationship Id="rId54" Type="http://schemas.openxmlformats.org/officeDocument/2006/relationships/notesMaster" Target="notesMasters/notesMaster1.xml"/><Relationship Id="rId55" Type="http://schemas.openxmlformats.org/officeDocument/2006/relationships/handoutMaster" Target="handoutMasters/handoutMaster1.xml"/><Relationship Id="rId56" Type="http://schemas.openxmlformats.org/officeDocument/2006/relationships/tags" Target="tags/tag1.xml"/><Relationship Id="rId57" Type="http://schemas.openxmlformats.org/officeDocument/2006/relationships/commentAuthors" Target="commentAuthors.xml"/><Relationship Id="rId58" Type="http://schemas.openxmlformats.org/officeDocument/2006/relationships/presProps" Target="presProps.xml"/><Relationship Id="rId59" Type="http://schemas.openxmlformats.org/officeDocument/2006/relationships/viewProps" Target="viewProps.xml"/><Relationship Id="rId60" Type="http://schemas.openxmlformats.org/officeDocument/2006/relationships/theme" Target="theme/theme1.xml"/><Relationship Id="rId61" Type="http://schemas.openxmlformats.org/officeDocument/2006/relationships/tableStyles" Target="tableStyles.xml"/><Relationship Id="rId62" Type="http://schemas.microsoft.com/office/2018/10/relationships/authors" Target="author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169920" cy="480060"/>
          </a:xfrm>
          <a:prstGeom prst="rect">
            <a:avLst/>
          </a:prstGeom>
        </p:spPr>
        <p:txBody>
          <a:bodyPr vert="horz" lIns="96661" tIns="48331" rIns="96661" bIns="48331" rtlCol="0"/>
          <a:lstStyle>
            <a:lvl1pPr algn="l">
              <a:defRPr sz="1300"/>
            </a:lvl1pPr>
          </a:lstStyle>
          <a:p>
            <a:endParaRPr lang="en-CA">
              <a:latin typeface="Arial" pitchFamily="34" charset="0"/>
            </a:endParaRPr>
          </a:p>
        </p:txBody>
      </p:sp>
      <p:sp>
        <p:nvSpPr>
          <p:cNvPr id="4" name="Footer Placeholder 3"/>
          <p:cNvSpPr>
            <a:spLocks noGrp="1"/>
          </p:cNvSpPr>
          <p:nvPr>
            <p:ph type="ftr" sz="quarter" idx="2"/>
          </p:nvPr>
        </p:nvSpPr>
        <p:spPr>
          <a:xfrm>
            <a:off x="0" y="9119474"/>
            <a:ext cx="3169920" cy="480060"/>
          </a:xfrm>
          <a:prstGeom prst="rect">
            <a:avLst/>
          </a:prstGeom>
        </p:spPr>
        <p:txBody>
          <a:bodyPr vert="horz" lIns="96661" tIns="48331" rIns="96661" bIns="48331" rtlCol="0" anchor="b"/>
          <a:lstStyle>
            <a:lvl1pPr algn="l">
              <a:defRPr sz="1300"/>
            </a:lvl1pPr>
          </a:lstStyle>
          <a:p>
            <a:endParaRPr lang="en-CA">
              <a:latin typeface="Arial" pitchFamily="34" charset="0"/>
            </a:endParaRPr>
          </a:p>
        </p:txBody>
      </p:sp>
      <p:sp>
        <p:nvSpPr>
          <p:cNvPr id="5" name="Slide Number Placeholder 4"/>
          <p:cNvSpPr>
            <a:spLocks noGrp="1"/>
          </p:cNvSpPr>
          <p:nvPr>
            <p:ph type="sldNum" sz="quarter" idx="3"/>
          </p:nvPr>
        </p:nvSpPr>
        <p:spPr>
          <a:xfrm>
            <a:off x="4143587" y="9119474"/>
            <a:ext cx="3169920" cy="480060"/>
          </a:xfrm>
          <a:prstGeom prst="rect">
            <a:avLst/>
          </a:prstGeom>
        </p:spPr>
        <p:txBody>
          <a:bodyPr vert="horz" lIns="96661" tIns="48331" rIns="96661" bIns="48331" rtlCol="0" anchor="b"/>
          <a:lstStyle>
            <a:lvl1pPr algn="r">
              <a:defRPr sz="1300"/>
            </a:lvl1pPr>
          </a:lstStyle>
          <a:p>
            <a:fld id="{7F3D0142-0A92-499C-9E53-36958F98D275}" type="slidenum">
              <a:rPr lang="en-CA" smtClean="0">
                <a:latin typeface="Arial" pitchFamily="34" charset="0"/>
              </a:rPr>
              <a:t>‹n°›</a:t>
            </a:fld>
            <a:endParaRPr lang="en-CA">
              <a:latin typeface="Arial" pitchFamily="34" charset="0"/>
            </a:endParaRPr>
          </a:p>
        </p:txBody>
      </p:sp>
    </p:spTree>
    <p:extLst>
      <p:ext uri="{BB962C8B-B14F-4D97-AF65-F5344CB8AC3E}">
        <p14:creationId xmlns:p14="http://schemas.microsoft.com/office/powerpoint/2010/main" val="98734600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169920" cy="480060"/>
          </a:xfrm>
          <a:prstGeom prst="rect">
            <a:avLst/>
          </a:prstGeom>
        </p:spPr>
        <p:txBody>
          <a:bodyPr vert="horz" lIns="96661" tIns="48331" rIns="96661" bIns="48331" rtlCol="0"/>
          <a:lstStyle>
            <a:lvl1pPr algn="l">
              <a:defRPr sz="1300">
                <a:latin typeface="Arial" pitchFamily="34" charset="0"/>
              </a:defRPr>
            </a:lvl1pPr>
          </a:lstStyle>
          <a:p>
            <a:endParaRPr lang="en-CA"/>
          </a:p>
        </p:txBody>
      </p:sp>
      <p:sp>
        <p:nvSpPr>
          <p:cNvPr id="3" name="Date Placeholder 2"/>
          <p:cNvSpPr>
            <a:spLocks noGrp="1"/>
          </p:cNvSpPr>
          <p:nvPr>
            <p:ph type="dt" idx="1"/>
          </p:nvPr>
        </p:nvSpPr>
        <p:spPr>
          <a:xfrm>
            <a:off x="4143587" y="0"/>
            <a:ext cx="3169920" cy="480060"/>
          </a:xfrm>
          <a:prstGeom prst="rect">
            <a:avLst/>
          </a:prstGeom>
        </p:spPr>
        <p:txBody>
          <a:bodyPr vert="horz" lIns="96661" tIns="48331" rIns="96661" bIns="48331" rtlCol="0"/>
          <a:lstStyle>
            <a:lvl1pPr algn="r">
              <a:defRPr sz="1300">
                <a:latin typeface="Arial" pitchFamily="34" charset="0"/>
              </a:defRPr>
            </a:lvl1pPr>
          </a:lstStyle>
          <a:p>
            <a:fld id="{B5D7A87D-1CDA-443F-BAE3-82C9C05446C3}" type="datetimeFigureOut">
              <a:rPr lang="en-CA" smtClean="0"/>
              <a:t>2026-01-05</a:t>
            </a:fld>
            <a:endParaRPr lang="en-CA"/>
          </a:p>
        </p:txBody>
      </p:sp>
      <p:sp>
        <p:nvSpPr>
          <p:cNvPr id="4" name="Slide Image Placeholder 3"/>
          <p:cNvSpPr>
            <a:spLocks noGrp="1" noRot="1" noChangeAspect="1"/>
          </p:cNvSpPr>
          <p:nvPr>
            <p:ph type="sldImg" idx="2"/>
          </p:nvPr>
        </p:nvSpPr>
        <p:spPr>
          <a:xfrm>
            <a:off x="457200" y="720725"/>
            <a:ext cx="6400800" cy="3600450"/>
          </a:xfrm>
          <a:prstGeom prst="rect">
            <a:avLst/>
          </a:prstGeom>
          <a:noFill/>
          <a:ln w="12700">
            <a:solidFill>
              <a:prstClr val="black"/>
            </a:solidFill>
          </a:ln>
        </p:spPr>
      </p:sp>
      <p:sp>
        <p:nvSpPr>
          <p:cNvPr id="5" name="Notes Placeholder 4"/>
          <p:cNvSpPr>
            <a:spLocks noGrp="1"/>
          </p:cNvSpPr>
          <p:nvPr>
            <p:ph type="body" sz="quarter" idx="3"/>
          </p:nvPr>
        </p:nvSpPr>
        <p:spPr>
          <a:xfrm>
            <a:off x="731520" y="4560570"/>
            <a:ext cx="5852160" cy="4320540"/>
          </a:xfrm>
          <a:prstGeom prst="rect">
            <a:avLst/>
          </a:prstGeom>
        </p:spPr>
        <p:txBody>
          <a:bodyPr vert="horz" lIns="96661" tIns="48331" rIns="96661" bIns="48331" rtlCol="0">
            <a:normAutofit/>
          </a:bodyPr>
          <a:lstStyle/>
          <a:p>
            <a:pPr lvl="0"/>
            <a:r>
              <a:rPr lang="en-CA"/>
              <a:t>Click to edit Master text styles</a:t>
            </a:r>
          </a:p>
          <a:p>
            <a:pPr lvl="1"/>
            <a:r>
              <a:rPr lang="en-CA"/>
              <a:t>Second level</a:t>
            </a:r>
          </a:p>
          <a:p>
            <a:pPr lvl="2"/>
            <a:r>
              <a:rPr lang="en-CA"/>
              <a:t>Third level</a:t>
            </a:r>
          </a:p>
          <a:p>
            <a:pPr lvl="3"/>
            <a:r>
              <a:rPr lang="en-CA"/>
              <a:t>Fourth level</a:t>
            </a:r>
          </a:p>
          <a:p>
            <a:pPr lvl="4"/>
            <a:r>
              <a:rPr lang="en-CA"/>
              <a:t>Fifth level</a:t>
            </a:r>
          </a:p>
        </p:txBody>
      </p:sp>
      <p:sp>
        <p:nvSpPr>
          <p:cNvPr id="6" name="Footer Placeholder 5"/>
          <p:cNvSpPr>
            <a:spLocks noGrp="1"/>
          </p:cNvSpPr>
          <p:nvPr>
            <p:ph type="ftr" sz="quarter" idx="4"/>
          </p:nvPr>
        </p:nvSpPr>
        <p:spPr>
          <a:xfrm>
            <a:off x="0" y="9119474"/>
            <a:ext cx="3169920" cy="480060"/>
          </a:xfrm>
          <a:prstGeom prst="rect">
            <a:avLst/>
          </a:prstGeom>
        </p:spPr>
        <p:txBody>
          <a:bodyPr vert="horz" lIns="96661" tIns="48331" rIns="96661" bIns="48331" rtlCol="0" anchor="b"/>
          <a:lstStyle>
            <a:lvl1pPr algn="l">
              <a:defRPr sz="1300">
                <a:latin typeface="Arial" pitchFamily="34" charset="0"/>
              </a:defRPr>
            </a:lvl1pPr>
          </a:lstStyle>
          <a:p>
            <a:endParaRPr lang="en-CA"/>
          </a:p>
        </p:txBody>
      </p:sp>
      <p:sp>
        <p:nvSpPr>
          <p:cNvPr id="7" name="Slide Number Placeholder 6"/>
          <p:cNvSpPr>
            <a:spLocks noGrp="1"/>
          </p:cNvSpPr>
          <p:nvPr>
            <p:ph type="sldNum" sz="quarter" idx="5"/>
          </p:nvPr>
        </p:nvSpPr>
        <p:spPr>
          <a:xfrm>
            <a:off x="4143587" y="9119474"/>
            <a:ext cx="3169920" cy="480060"/>
          </a:xfrm>
          <a:prstGeom prst="rect">
            <a:avLst/>
          </a:prstGeom>
        </p:spPr>
        <p:txBody>
          <a:bodyPr vert="horz" lIns="96661" tIns="48331" rIns="96661" bIns="48331" rtlCol="0" anchor="b"/>
          <a:lstStyle>
            <a:lvl1pPr algn="r">
              <a:defRPr sz="1300">
                <a:latin typeface="Arial" pitchFamily="34" charset="0"/>
              </a:defRPr>
            </a:lvl1pPr>
          </a:lstStyle>
          <a:p>
            <a:fld id="{20B9C825-F38E-45BB-92C1-043DE61C9183}" type="slidenum">
              <a:rPr lang="en-CA" smtClean="0"/>
              <a:t>‹n°›</a:t>
            </a:fld>
            <a:endParaRPr lang="en-CA"/>
          </a:p>
        </p:txBody>
      </p:sp>
    </p:spTree>
    <p:extLst>
      <p:ext uri="{BB962C8B-B14F-4D97-AF65-F5344CB8AC3E}">
        <p14:creationId xmlns:p14="http://schemas.microsoft.com/office/powerpoint/2010/main" val="192272190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Arial" pitchFamily="34" charset="0"/>
        <a:ea typeface="+mn-ea"/>
        <a:cs typeface="+mn-cs"/>
      </a:defRPr>
    </a:lvl1pPr>
    <a:lvl2pPr marL="457200" algn="l" defTabSz="914400" rtl="0" eaLnBrk="1" latinLnBrk="0" hangingPunct="1">
      <a:defRPr sz="1200" kern="1200">
        <a:solidFill>
          <a:schemeClr val="tx1"/>
        </a:solidFill>
        <a:latin typeface="Arial" pitchFamily="34" charset="0"/>
        <a:ea typeface="+mn-ea"/>
        <a:cs typeface="+mn-cs"/>
      </a:defRPr>
    </a:lvl2pPr>
    <a:lvl3pPr marL="914400" algn="l" defTabSz="914400" rtl="0" eaLnBrk="1" latinLnBrk="0" hangingPunct="1">
      <a:defRPr sz="1200" kern="1200">
        <a:solidFill>
          <a:schemeClr val="tx1"/>
        </a:solidFill>
        <a:latin typeface="Arial" pitchFamily="34" charset="0"/>
        <a:ea typeface="+mn-ea"/>
        <a:cs typeface="+mn-cs"/>
      </a:defRPr>
    </a:lvl3pPr>
    <a:lvl4pPr marL="1371600" algn="l" defTabSz="914400" rtl="0" eaLnBrk="1" latinLnBrk="0" hangingPunct="1">
      <a:defRPr sz="1200" kern="1200">
        <a:solidFill>
          <a:schemeClr val="tx1"/>
        </a:solidFill>
        <a:latin typeface="Arial" pitchFamily="34" charset="0"/>
        <a:ea typeface="+mn-ea"/>
        <a:cs typeface="+mn-cs"/>
      </a:defRPr>
    </a:lvl4pPr>
    <a:lvl5pPr marL="1828800" algn="l" defTabSz="914400" rtl="0" eaLnBrk="1" latinLnBrk="0" hangingPunct="1">
      <a:defRPr sz="1200" kern="1200">
        <a:solidFill>
          <a:schemeClr val="tx1"/>
        </a:solidFill>
        <a:latin typeface="Arial" pitchFamily="34"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e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e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jpeg"/></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jpeg"/></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jpeg"/></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jpeg"/></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png"/></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png"/></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png"/></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1.png"/></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2.png"/></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2.png"/></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3.gif"/></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3.gif"/></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3.gif"/></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3.gif"/></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3.gif"/></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3.gif"/></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4.png"/></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5.png"/></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4.png"/><Relationship Id="rId3" Type="http://schemas.openxmlformats.org/officeDocument/2006/relationships/image" Target="../media/image16.png"/></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7.png"/><Relationship Id="rId3" Type="http://schemas.openxmlformats.org/officeDocument/2006/relationships/image" Target="../media/image16.png"/></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8.png"/><Relationship Id="rId3" Type="http://schemas.openxmlformats.org/officeDocument/2006/relationships/image" Target="../media/image19.png"/></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0.png"/></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3.gif"/></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3.gif"/></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0.png"/></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Read Only">
    <p:bg>
      <p:bgPr>
        <a:solidFill>
          <a:schemeClr val="tx1"/>
        </a:solidFill>
        <a:effectLst/>
      </p:bgPr>
    </p:bg>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8539E471-216A-F16D-9EED-678F84B8F90D}"/>
              </a:ext>
              <a:ext uri="{C183D7F6-B498-43B3-948B-1728B52AA6E4}">
                <adec:decorative xmlns:adec="http://schemas.microsoft.com/office/drawing/2017/decorative" val="1"/>
              </a:ext>
            </a:extLst>
          </p:cNvPr>
          <p:cNvSpPr>
            <a:spLocks noGrp="1"/>
          </p:cNvSpPr>
          <p:nvPr>
            <p:ph type="ftr" sz="quarter" idx="13"/>
          </p:nvPr>
        </p:nvSpPr>
        <p:spPr/>
        <p:txBody>
          <a:bodyPr/>
          <a:lstStyle/>
          <a:p>
            <a:endParaRPr lang="en-US" noProof="0"/>
          </a:p>
        </p:txBody>
      </p:sp>
      <p:sp>
        <p:nvSpPr>
          <p:cNvPr id="8" name="Slide Number Placeholder 7">
            <a:extLst>
              <a:ext uri="{FF2B5EF4-FFF2-40B4-BE49-F238E27FC236}">
                <a16:creationId xmlns:a16="http://schemas.microsoft.com/office/drawing/2014/main" id="{F005B678-1769-99EA-ECF6-E729115A540D}"/>
              </a:ext>
              <a:ext uri="{C183D7F6-B498-43B3-948B-1728B52AA6E4}">
                <adec:decorative xmlns:adec="http://schemas.microsoft.com/office/drawing/2017/decorative" val="1"/>
              </a:ext>
            </a:extLst>
          </p:cNvPr>
          <p:cNvSpPr>
            <a:spLocks noGrp="1"/>
          </p:cNvSpPr>
          <p:nvPr>
            <p:ph type="sldNum" sz="quarter" idx="12"/>
          </p:nvPr>
        </p:nvSpPr>
        <p:spPr/>
        <p:txBody>
          <a:bodyPr/>
          <a:lstStyle/>
          <a:p>
            <a:fld id="{525A3C56-E491-49B2-93F3-63532DF516BC}" type="slidenum">
              <a:rPr lang="en-US" noProof="0" smtClean="0"/>
              <a:pPr/>
              <a:t>‹n°›</a:t>
            </a:fld>
            <a:endParaRPr lang="en-US" noProof="0"/>
          </a:p>
        </p:txBody>
      </p:sp>
      <p:sp>
        <p:nvSpPr>
          <p:cNvPr id="4" name="TextBox 3">
            <a:extLst>
              <a:ext uri="{FF2B5EF4-FFF2-40B4-BE49-F238E27FC236}">
                <a16:creationId xmlns:a16="http://schemas.microsoft.com/office/drawing/2014/main" id="{BCED8B9F-977E-4292-9524-3F0A97972769}"/>
              </a:ext>
            </a:extLst>
          </p:cNvPr>
          <p:cNvSpPr txBox="1"/>
          <p:nvPr userDrawn="1"/>
        </p:nvSpPr>
        <p:spPr>
          <a:xfrm>
            <a:off x="0" y="0"/>
            <a:ext cx="12192000" cy="6858000"/>
          </a:xfrm>
          <a:prstGeom prst="rect">
            <a:avLst/>
          </a:prstGeom>
          <a:solidFill>
            <a:srgbClr val="333333"/>
          </a:solidFill>
        </p:spPr>
        <p:txBody>
          <a:bodyPr vert="horz" wrap="square" lIns="0" tIns="0" rIns="0" bIns="0" rtlCol="0" anchor="ctr" anchorCtr="0">
            <a:normAutofit/>
          </a:bodyPr>
          <a:lstStyle/>
          <a:p>
            <a:pPr algn="ctr">
              <a:lnSpc>
                <a:spcPct val="80000"/>
              </a:lnSpc>
            </a:pPr>
            <a:r>
              <a:rPr lang="en-US" sz="16600">
                <a:solidFill>
                  <a:schemeClr val="bg1"/>
                </a:solidFill>
              </a:rPr>
              <a:t>Title &amp; agenda layouts</a:t>
            </a:r>
          </a:p>
        </p:txBody>
      </p:sp>
    </p:spTree>
    <p:extLst>
      <p:ext uri="{BB962C8B-B14F-4D97-AF65-F5344CB8AC3E}">
        <p14:creationId xmlns:p14="http://schemas.microsoft.com/office/powerpoint/2010/main" val="3075433104"/>
      </p:ext>
    </p:extLst>
  </p:cSld>
  <p:clrMapOvr>
    <a:masterClrMapping/>
  </p:clrMapOvr>
  <p:transition/>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slide –  Layout 1">
    <p:spTree>
      <p:nvGrpSpPr>
        <p:cNvPr id="1" name=""/>
        <p:cNvGrpSpPr/>
        <p:nvPr/>
      </p:nvGrpSpPr>
      <p:grpSpPr>
        <a:xfrm>
          <a:off x="0" y="0"/>
          <a:ext cx="0" cy="0"/>
          <a:chOff x="0" y="0"/>
          <a:chExt cx="0" cy="0"/>
        </a:xfrm>
      </p:grpSpPr>
      <p:sp>
        <p:nvSpPr>
          <p:cNvPr id="5" name="Title Placeholder 1">
            <a:extLst>
              <a:ext uri="{FF2B5EF4-FFF2-40B4-BE49-F238E27FC236}">
                <a16:creationId xmlns:a16="http://schemas.microsoft.com/office/drawing/2014/main" id="{656B0056-E0F3-20B9-BB54-44E09DF01C80}"/>
              </a:ext>
            </a:extLst>
          </p:cNvPr>
          <p:cNvSpPr>
            <a:spLocks noGrp="1"/>
          </p:cNvSpPr>
          <p:nvPr>
            <p:ph type="title" hasCustomPrompt="1"/>
          </p:nvPr>
        </p:nvSpPr>
        <p:spPr>
          <a:xfrm>
            <a:off x="768096" y="705600"/>
            <a:ext cx="4672584" cy="2907792"/>
          </a:xfrm>
          <a:prstGeom prst="rect">
            <a:avLst/>
          </a:prstGeom>
        </p:spPr>
        <p:txBody>
          <a:bodyPr vert="horz" lIns="0" tIns="0" rIns="0" bIns="0" rtlCol="0" anchor="t" anchorCtr="0">
            <a:noAutofit/>
          </a:bodyPr>
          <a:lstStyle>
            <a:lvl1pPr>
              <a:lnSpc>
                <a:spcPts val="5800"/>
              </a:lnSpc>
              <a:defRPr sz="5400"/>
            </a:lvl1pPr>
          </a:lstStyle>
          <a:p>
            <a:r>
              <a:rPr lang="en-US" noProof="0"/>
              <a:t>Title slide </a:t>
            </a:r>
            <a:br>
              <a:rPr lang="en-US" noProof="0"/>
            </a:br>
            <a:r>
              <a:rPr lang="en-US" noProof="0"/>
              <a:t>Click to add title</a:t>
            </a:r>
          </a:p>
        </p:txBody>
      </p:sp>
      <p:sp>
        <p:nvSpPr>
          <p:cNvPr id="3" name="Text placeholder 7">
            <a:extLst>
              <a:ext uri="{FF2B5EF4-FFF2-40B4-BE49-F238E27FC236}">
                <a16:creationId xmlns:a16="http://schemas.microsoft.com/office/drawing/2014/main" id="{E02232A4-A218-ED0C-51BC-1FE1F5769381}"/>
              </a:ext>
            </a:extLst>
          </p:cNvPr>
          <p:cNvSpPr>
            <a:spLocks noGrp="1"/>
          </p:cNvSpPr>
          <p:nvPr>
            <p:ph type="body" sz="quarter" idx="14" hasCustomPrompt="1"/>
          </p:nvPr>
        </p:nvSpPr>
        <p:spPr>
          <a:xfrm>
            <a:off x="766763" y="4173805"/>
            <a:ext cx="4698710" cy="765270"/>
          </a:xfrm>
          <a:prstGeom prst="rect">
            <a:avLst/>
          </a:prstGeom>
        </p:spPr>
        <p:txBody>
          <a:bodyPr lIns="0" tIns="0" rIns="0" bIns="0" anchor="b"/>
          <a:lstStyle>
            <a:lvl1pPr marL="0" marR="0" indent="0" algn="l" defTabSz="914400" rtl="0" eaLnBrk="1" fontAlgn="auto" latinLnBrk="0" hangingPunct="1">
              <a:lnSpc>
                <a:spcPct val="100000"/>
              </a:lnSpc>
              <a:spcBef>
                <a:spcPts val="500"/>
              </a:spcBef>
              <a:spcAft>
                <a:spcPts val="0"/>
              </a:spcAft>
              <a:buClrTx/>
              <a:buSzTx/>
              <a:buFont typeface="Arial" pitchFamily="34" charset="0"/>
              <a:buNone/>
              <a:tabLst/>
              <a:defRPr sz="2200" b="0"/>
            </a:lvl1pPr>
          </a:lstStyle>
          <a:p>
            <a:pPr lvl="0"/>
            <a:r>
              <a:rPr lang="en-US" noProof="0"/>
              <a:t>Name, role</a:t>
            </a:r>
            <a:br>
              <a:rPr lang="en-US" noProof="0"/>
            </a:br>
            <a:r>
              <a:rPr lang="en-US" noProof="0"/>
              <a:t>Date</a:t>
            </a:r>
          </a:p>
        </p:txBody>
      </p:sp>
      <p:sp>
        <p:nvSpPr>
          <p:cNvPr id="8" name="Picture Placeholder 2" descr="Image placeholder. Click icon to add image. Images are available to download from the Brand Source image library.">
            <a:extLst>
              <a:ext uri="{FF2B5EF4-FFF2-40B4-BE49-F238E27FC236}">
                <a16:creationId xmlns:a16="http://schemas.microsoft.com/office/drawing/2014/main" id="{BAC6136A-72EF-317C-AA1F-00D8CA1A6AEE}"/>
              </a:ext>
              <a:ext uri="{C183D7F6-B498-43B3-948B-1728B52AA6E4}">
                <adec:decorative xmlns:adec="http://schemas.microsoft.com/office/drawing/2017/decorative" val="0"/>
              </a:ext>
            </a:extLst>
          </p:cNvPr>
          <p:cNvSpPr>
            <a:spLocks noGrp="1"/>
          </p:cNvSpPr>
          <p:nvPr>
            <p:ph type="pic" sz="quarter" idx="16" hasCustomPrompt="1"/>
          </p:nvPr>
        </p:nvSpPr>
        <p:spPr>
          <a:xfrm>
            <a:off x="6097588" y="765175"/>
            <a:ext cx="5330952" cy="5330952"/>
          </a:xfrm>
          <a:prstGeom prst="rect">
            <a:avLst/>
          </a:prstGeom>
        </p:spPr>
        <p:txBody>
          <a:bodyPr rIns="0"/>
          <a:lstStyle>
            <a:lvl1pPr marL="0" indent="0">
              <a:buNone/>
              <a:defRPr sz="2400" b="0">
                <a:sym typeface="Wingdings" panose="05000000000000000000" pitchFamily="2" charset="2"/>
              </a:defRPr>
            </a:lvl1pPr>
          </a:lstStyle>
          <a:p>
            <a:r>
              <a:rPr lang="en-US" noProof="0"/>
              <a:t>Click icon to add a cornerstone image.</a:t>
            </a:r>
          </a:p>
          <a:p>
            <a:endParaRPr lang="en-US" noProof="0"/>
          </a:p>
          <a:p>
            <a:r>
              <a:rPr lang="en-US" noProof="0"/>
              <a:t>Images are available to download from the Brand Source image library  </a:t>
            </a:r>
            <a:r>
              <a:rPr lang="en-US" noProof="0" err="1"/>
              <a:t>brand.cgi.com</a:t>
            </a:r>
            <a:endParaRPr lang="en-US" noProof="0"/>
          </a:p>
        </p:txBody>
      </p:sp>
      <p:sp>
        <p:nvSpPr>
          <p:cNvPr id="11" name="TextBox 10">
            <a:extLst>
              <a:ext uri="{FF2B5EF4-FFF2-40B4-BE49-F238E27FC236}">
                <a16:creationId xmlns:a16="http://schemas.microsoft.com/office/drawing/2014/main" id="{62EAF96E-3382-6845-A90C-34A0524FB2A1}"/>
              </a:ext>
              <a:ext uri="{C183D7F6-B498-43B3-948B-1728B52AA6E4}">
                <adec:decorative xmlns:adec="http://schemas.microsoft.com/office/drawing/2017/decorative" val="1"/>
              </a:ext>
            </a:extLst>
          </p:cNvPr>
          <p:cNvSpPr txBox="1"/>
          <p:nvPr userDrawn="1"/>
        </p:nvSpPr>
        <p:spPr>
          <a:xfrm>
            <a:off x="11163033" y="6345144"/>
            <a:ext cx="365760" cy="182880"/>
          </a:xfrm>
          <a:prstGeom prst="rect">
            <a:avLst/>
          </a:prstGeom>
          <a:solidFill>
            <a:schemeClr val="bg1"/>
          </a:solidFill>
        </p:spPr>
        <p:txBody>
          <a:bodyPr vert="horz" wrap="square" lIns="0" tIns="0" rIns="0" bIns="0" rtlCol="0" anchor="t" anchorCtr="0">
            <a:normAutofit fontScale="85000" lnSpcReduction="20000"/>
          </a:bodyPr>
          <a:lstStyle/>
          <a:p>
            <a:pPr algn="l"/>
            <a:endParaRPr lang="en-US" noProof="0"/>
          </a:p>
        </p:txBody>
      </p:sp>
      <p:sp>
        <p:nvSpPr>
          <p:cNvPr id="2" name="Footer Placeholder 1">
            <a:extLst>
              <a:ext uri="{FF2B5EF4-FFF2-40B4-BE49-F238E27FC236}">
                <a16:creationId xmlns:a16="http://schemas.microsoft.com/office/drawing/2014/main" id="{89A096ED-76E6-2D8E-D62E-E554F7F1B868}"/>
              </a:ext>
              <a:ext uri="{C183D7F6-B498-43B3-948B-1728B52AA6E4}">
                <adec:decorative xmlns:adec="http://schemas.microsoft.com/office/drawing/2017/decorative" val="1"/>
              </a:ext>
            </a:extLst>
          </p:cNvPr>
          <p:cNvSpPr>
            <a:spLocks noGrp="1"/>
          </p:cNvSpPr>
          <p:nvPr>
            <p:ph type="ftr" sz="quarter" idx="17"/>
          </p:nvPr>
        </p:nvSpPr>
        <p:spPr>
          <a:xfrm>
            <a:off x="4038600" y="6933865"/>
            <a:ext cx="4114800" cy="137160"/>
          </a:xfrm>
        </p:spPr>
        <p:txBody>
          <a:bodyPr/>
          <a:lstStyle/>
          <a:p>
            <a:endParaRPr lang="en-US" noProof="0"/>
          </a:p>
        </p:txBody>
      </p:sp>
      <p:sp>
        <p:nvSpPr>
          <p:cNvPr id="10" name="Slide Number Placeholder 9">
            <a:extLst>
              <a:ext uri="{FF2B5EF4-FFF2-40B4-BE49-F238E27FC236}">
                <a16:creationId xmlns:a16="http://schemas.microsoft.com/office/drawing/2014/main" id="{73648276-7BC7-CB2C-4DFC-34AD563DA95A}"/>
              </a:ext>
              <a:ext uri="{C183D7F6-B498-43B3-948B-1728B52AA6E4}">
                <adec:decorative xmlns:adec="http://schemas.microsoft.com/office/drawing/2017/decorative" val="1"/>
              </a:ext>
            </a:extLst>
          </p:cNvPr>
          <p:cNvSpPr>
            <a:spLocks noGrp="1"/>
          </p:cNvSpPr>
          <p:nvPr>
            <p:ph type="sldNum" sz="quarter" idx="18"/>
          </p:nvPr>
        </p:nvSpPr>
        <p:spPr>
          <a:xfrm>
            <a:off x="11163034" y="6931152"/>
            <a:ext cx="261660" cy="137160"/>
          </a:xfrm>
        </p:spPr>
        <p:txBody>
          <a:bodyPr/>
          <a:lstStyle/>
          <a:p>
            <a:fld id="{525A3C56-E491-49B2-93F3-63532DF516BC}" type="slidenum">
              <a:rPr lang="en-US" noProof="0" smtClean="0"/>
              <a:pPr/>
              <a:t>‹n°›</a:t>
            </a:fld>
            <a:endParaRPr lang="en-US" noProof="0"/>
          </a:p>
        </p:txBody>
      </p:sp>
      <p:pic>
        <p:nvPicPr>
          <p:cNvPr id="6" name="CGI logo">
            <a:extLst>
              <a:ext uri="{FF2B5EF4-FFF2-40B4-BE49-F238E27FC236}">
                <a16:creationId xmlns:a16="http://schemas.microsoft.com/office/drawing/2014/main" id="{94D2197B-4A52-EFE6-7BA4-BA841BDCC942}"/>
              </a:ext>
            </a:extLst>
          </p:cNvPr>
          <p:cNvPicPr>
            <a:picLocks/>
          </p:cNvPicPr>
          <p:nvPr userDrawn="1"/>
        </p:nvPicPr>
        <p:blipFill rotWithShape="1">
          <a:blip r:embed="rId2" cstate="screen">
            <a:extLst>
              <a:ext uri="{28A0092B-C50C-407E-A947-70E740481C1C}">
                <a14:useLocalDpi xmlns:a14="http://schemas.microsoft.com/office/drawing/2010/main"/>
              </a:ext>
            </a:extLst>
          </a:blip>
          <a:srcRect b="-458"/>
          <a:stretch/>
        </p:blipFill>
        <p:spPr>
          <a:xfrm>
            <a:off x="767134" y="5372173"/>
            <a:ext cx="1548656" cy="723953"/>
          </a:xfrm>
          <a:prstGeom prst="rect">
            <a:avLst/>
          </a:prstGeom>
          <a:ln>
            <a:noFill/>
          </a:ln>
        </p:spPr>
      </p:pic>
      <p:sp>
        <p:nvSpPr>
          <p:cNvPr id="4" name="Rectangle 3">
            <a:extLst>
              <a:ext uri="{FF2B5EF4-FFF2-40B4-BE49-F238E27FC236}">
                <a16:creationId xmlns:a16="http://schemas.microsoft.com/office/drawing/2014/main" id="{524E319A-168F-9D6C-522F-1EC18163E33A}"/>
              </a:ext>
            </a:extLst>
          </p:cNvPr>
          <p:cNvSpPr/>
          <p:nvPr userDrawn="1"/>
        </p:nvSpPr>
        <p:spPr bwMode="gray">
          <a:xfrm>
            <a:off x="562708" y="6193030"/>
            <a:ext cx="11085341" cy="489124"/>
          </a:xfrm>
          <a:prstGeom prst="rect">
            <a:avLst/>
          </a:prstGeom>
          <a:solidFill>
            <a:schemeClr val="bg1"/>
          </a:solidFill>
          <a:ln w="9525" algn="ctr">
            <a:noFill/>
            <a:miter lim="800000"/>
            <a:headEnd/>
            <a:tailEnd/>
          </a:ln>
          <a:effectLst/>
        </p:spPr>
        <p:txBody>
          <a:bodyPr lIns="63500" tIns="0" rIns="64800" bIns="0" rtlCol="0" anchor="ctr"/>
          <a:lstStyle/>
          <a:p>
            <a:pPr algn="ctr">
              <a:spcBef>
                <a:spcPct val="0"/>
              </a:spcBef>
              <a:buClrTx/>
              <a:buSzPct val="90000"/>
            </a:pPr>
            <a:endParaRPr lang="en-US" sz="1600" b="1">
              <a:solidFill>
                <a:schemeClr val="bg1"/>
              </a:solidFill>
              <a:cs typeface="Arial" pitchFamily="34" charset="0"/>
            </a:endParaRPr>
          </a:p>
        </p:txBody>
      </p:sp>
    </p:spTree>
    <p:extLst>
      <p:ext uri="{BB962C8B-B14F-4D97-AF65-F5344CB8AC3E}">
        <p14:creationId xmlns:p14="http://schemas.microsoft.com/office/powerpoint/2010/main" val="2631138700"/>
      </p:ext>
    </p:extLst>
  </p:cSld>
  <p:clrMapOvr>
    <a:masterClrMapping/>
  </p:clrMapOv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slide –  Layout 2A">
    <p:spTree>
      <p:nvGrpSpPr>
        <p:cNvPr id="1" name=""/>
        <p:cNvGrpSpPr/>
        <p:nvPr/>
      </p:nvGrpSpPr>
      <p:grpSpPr>
        <a:xfrm>
          <a:off x="0" y="0"/>
          <a:ext cx="0" cy="0"/>
          <a:chOff x="0" y="0"/>
          <a:chExt cx="0" cy="0"/>
        </a:xfrm>
      </p:grpSpPr>
      <p:sp>
        <p:nvSpPr>
          <p:cNvPr id="5" name="Title Placeholder 1">
            <a:extLst>
              <a:ext uri="{FF2B5EF4-FFF2-40B4-BE49-F238E27FC236}">
                <a16:creationId xmlns:a16="http://schemas.microsoft.com/office/drawing/2014/main" id="{54315F65-1719-ACD6-111B-F2CA124F4203}"/>
              </a:ext>
            </a:extLst>
          </p:cNvPr>
          <p:cNvSpPr>
            <a:spLocks noGrp="1"/>
          </p:cNvSpPr>
          <p:nvPr>
            <p:ph type="title" hasCustomPrompt="1"/>
          </p:nvPr>
        </p:nvSpPr>
        <p:spPr>
          <a:xfrm>
            <a:off x="768096" y="702000"/>
            <a:ext cx="4672584" cy="2907792"/>
          </a:xfrm>
          <a:prstGeom prst="rect">
            <a:avLst/>
          </a:prstGeom>
        </p:spPr>
        <p:txBody>
          <a:bodyPr vert="horz" lIns="0" tIns="0" rIns="0" bIns="0" rtlCol="0" anchor="t" anchorCtr="0">
            <a:noAutofit/>
          </a:bodyPr>
          <a:lstStyle>
            <a:lvl1pPr>
              <a:lnSpc>
                <a:spcPts val="5800"/>
              </a:lnSpc>
              <a:defRPr sz="5400"/>
            </a:lvl1pPr>
          </a:lstStyle>
          <a:p>
            <a:r>
              <a:rPr lang="en-US" noProof="0"/>
              <a:t>Title slide </a:t>
            </a:r>
            <a:br>
              <a:rPr lang="en-US" noProof="0"/>
            </a:br>
            <a:r>
              <a:rPr lang="en-US" noProof="0"/>
              <a:t>Click to add title</a:t>
            </a:r>
          </a:p>
        </p:txBody>
      </p:sp>
      <p:sp>
        <p:nvSpPr>
          <p:cNvPr id="6" name="Text placeholder 7">
            <a:extLst>
              <a:ext uri="{FF2B5EF4-FFF2-40B4-BE49-F238E27FC236}">
                <a16:creationId xmlns:a16="http://schemas.microsoft.com/office/drawing/2014/main" id="{ABD2E3F6-5AE2-3374-5C48-FC66ADE6D645}"/>
              </a:ext>
            </a:extLst>
          </p:cNvPr>
          <p:cNvSpPr>
            <a:spLocks noGrp="1"/>
          </p:cNvSpPr>
          <p:nvPr>
            <p:ph type="body" sz="quarter" idx="14" hasCustomPrompt="1"/>
          </p:nvPr>
        </p:nvSpPr>
        <p:spPr>
          <a:xfrm>
            <a:off x="766763" y="4173805"/>
            <a:ext cx="4698710" cy="765270"/>
          </a:xfrm>
          <a:prstGeom prst="rect">
            <a:avLst/>
          </a:prstGeom>
        </p:spPr>
        <p:txBody>
          <a:bodyPr lIns="0" tIns="0" rIns="0" bIns="0" anchor="b"/>
          <a:lstStyle>
            <a:lvl1pPr marL="0" marR="0" indent="0" algn="l" defTabSz="914400" rtl="0" eaLnBrk="1" fontAlgn="auto" latinLnBrk="0" hangingPunct="1">
              <a:lnSpc>
                <a:spcPct val="100000"/>
              </a:lnSpc>
              <a:spcBef>
                <a:spcPts val="500"/>
              </a:spcBef>
              <a:spcAft>
                <a:spcPts val="0"/>
              </a:spcAft>
              <a:buClrTx/>
              <a:buSzTx/>
              <a:buFont typeface="Arial" pitchFamily="34" charset="0"/>
              <a:buNone/>
              <a:tabLst/>
              <a:defRPr sz="2200" b="0"/>
            </a:lvl1pPr>
          </a:lstStyle>
          <a:p>
            <a:pPr lvl="0"/>
            <a:r>
              <a:rPr lang="en-US" noProof="0"/>
              <a:t>Name, role</a:t>
            </a:r>
            <a:br>
              <a:rPr lang="en-US" noProof="0"/>
            </a:br>
            <a:r>
              <a:rPr lang="en-US" noProof="0"/>
              <a:t>Date</a:t>
            </a:r>
          </a:p>
        </p:txBody>
      </p:sp>
      <p:sp>
        <p:nvSpPr>
          <p:cNvPr id="8" name="Freeform 13" descr="CGI cornerstone.">
            <a:extLst>
              <a:ext uri="{FF2B5EF4-FFF2-40B4-BE49-F238E27FC236}">
                <a16:creationId xmlns:a16="http://schemas.microsoft.com/office/drawing/2014/main" id="{F242493D-0BCE-2765-D478-3FD489DFE151}"/>
              </a:ext>
              <a:ext uri="{C183D7F6-B498-43B3-948B-1728B52AA6E4}">
                <adec:decorative xmlns:adec="http://schemas.microsoft.com/office/drawing/2017/decorative" val="0"/>
              </a:ext>
            </a:extLst>
          </p:cNvPr>
          <p:cNvSpPr/>
          <p:nvPr userDrawn="1"/>
        </p:nvSpPr>
        <p:spPr bwMode="gray">
          <a:xfrm rot="16200000">
            <a:off x="6096000" y="773450"/>
            <a:ext cx="5329240" cy="5329238"/>
          </a:xfrm>
          <a:custGeom>
            <a:avLst/>
            <a:gdLst>
              <a:gd name="connsiteX0" fmla="*/ 0 w 3168353"/>
              <a:gd name="connsiteY0" fmla="*/ 3168352 h 3168352"/>
              <a:gd name="connsiteX1" fmla="*/ 0 w 3168353"/>
              <a:gd name="connsiteY1" fmla="*/ 1902429 h 3168352"/>
              <a:gd name="connsiteX2" fmla="*/ 1902430 w 3168353"/>
              <a:gd name="connsiteY2" fmla="*/ 1902429 h 3168352"/>
              <a:gd name="connsiteX3" fmla="*/ 1902430 w 3168353"/>
              <a:gd name="connsiteY3" fmla="*/ 0 h 3168352"/>
              <a:gd name="connsiteX4" fmla="*/ 3168353 w 3168353"/>
              <a:gd name="connsiteY4" fmla="*/ 0 h 3168352"/>
              <a:gd name="connsiteX5" fmla="*/ 3168353 w 3168353"/>
              <a:gd name="connsiteY5" fmla="*/ 3168352 h 3168352"/>
              <a:gd name="connsiteX6" fmla="*/ 1902430 w 3168353"/>
              <a:gd name="connsiteY6" fmla="*/ 3168352 h 3168352"/>
              <a:gd name="connsiteX7" fmla="*/ 1902430 w 3168353"/>
              <a:gd name="connsiteY7" fmla="*/ 3168352 h 31683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168353" h="3168352">
                <a:moveTo>
                  <a:pt x="0" y="3168352"/>
                </a:moveTo>
                <a:lnTo>
                  <a:pt x="0" y="1902429"/>
                </a:lnTo>
                <a:lnTo>
                  <a:pt x="1902430" y="1902429"/>
                </a:lnTo>
                <a:lnTo>
                  <a:pt x="1902430" y="0"/>
                </a:lnTo>
                <a:lnTo>
                  <a:pt x="3168353" y="0"/>
                </a:lnTo>
                <a:lnTo>
                  <a:pt x="3168353" y="3168352"/>
                </a:lnTo>
                <a:lnTo>
                  <a:pt x="1902430" y="3168352"/>
                </a:lnTo>
                <a:lnTo>
                  <a:pt x="1902430" y="3168352"/>
                </a:lnTo>
                <a:close/>
              </a:path>
            </a:pathLst>
          </a:custGeom>
          <a:gradFill flip="none" rotWithShape="1">
            <a:gsLst>
              <a:gs pos="60000">
                <a:srgbClr val="A82465"/>
              </a:gs>
              <a:gs pos="0">
                <a:srgbClr val="E31937"/>
              </a:gs>
              <a:gs pos="100000">
                <a:srgbClr val="5236AB"/>
              </a:gs>
            </a:gsLst>
            <a:lin ang="0" scaled="0"/>
            <a:tileRect/>
          </a:gradFill>
          <a:ln w="9525" algn="ctr">
            <a:noFill/>
            <a:miter lim="800000"/>
            <a:headEnd/>
            <a:tailEnd/>
          </a:ln>
          <a:effectLst/>
        </p:spPr>
        <p:txBody>
          <a:bodyPr lIns="63500" tIns="0" rIns="64800" bIns="0" rtlCol="0" anchor="ctr"/>
          <a:lstStyle/>
          <a:p>
            <a:pPr lvl="0" algn="ctr">
              <a:spcBef>
                <a:spcPct val="0"/>
              </a:spcBef>
              <a:buClrTx/>
              <a:buSzPct val="90000"/>
            </a:pPr>
            <a:endParaRPr lang="en-US" sz="1600" b="1" noProof="0">
              <a:solidFill>
                <a:schemeClr val="bg1"/>
              </a:solidFill>
              <a:cs typeface="Arial" pitchFamily="34" charset="0"/>
            </a:endParaRPr>
          </a:p>
        </p:txBody>
      </p:sp>
      <p:sp>
        <p:nvSpPr>
          <p:cNvPr id="9" name="TextBox 8">
            <a:extLst>
              <a:ext uri="{FF2B5EF4-FFF2-40B4-BE49-F238E27FC236}">
                <a16:creationId xmlns:a16="http://schemas.microsoft.com/office/drawing/2014/main" id="{E7FE07A7-F200-8157-E9E4-FF5FF57C6F27}"/>
              </a:ext>
              <a:ext uri="{C183D7F6-B498-43B3-948B-1728B52AA6E4}">
                <adec:decorative xmlns:adec="http://schemas.microsoft.com/office/drawing/2017/decorative" val="1"/>
              </a:ext>
            </a:extLst>
          </p:cNvPr>
          <p:cNvSpPr txBox="1"/>
          <p:nvPr userDrawn="1"/>
        </p:nvSpPr>
        <p:spPr>
          <a:xfrm>
            <a:off x="11163033" y="6345144"/>
            <a:ext cx="365760" cy="182880"/>
          </a:xfrm>
          <a:prstGeom prst="rect">
            <a:avLst/>
          </a:prstGeom>
          <a:solidFill>
            <a:schemeClr val="bg1"/>
          </a:solidFill>
        </p:spPr>
        <p:txBody>
          <a:bodyPr vert="horz" wrap="square" lIns="0" tIns="0" rIns="0" bIns="0" rtlCol="0" anchor="t" anchorCtr="0">
            <a:normAutofit fontScale="85000" lnSpcReduction="20000"/>
          </a:bodyPr>
          <a:lstStyle/>
          <a:p>
            <a:pPr algn="l"/>
            <a:endParaRPr lang="en-US" noProof="0"/>
          </a:p>
        </p:txBody>
      </p:sp>
      <p:sp>
        <p:nvSpPr>
          <p:cNvPr id="2" name="Footer Placeholder 1">
            <a:extLst>
              <a:ext uri="{FF2B5EF4-FFF2-40B4-BE49-F238E27FC236}">
                <a16:creationId xmlns:a16="http://schemas.microsoft.com/office/drawing/2014/main" id="{E0E6CF6F-0D78-40E4-BC21-3608EDC28AE6}"/>
              </a:ext>
              <a:ext uri="{C183D7F6-B498-43B3-948B-1728B52AA6E4}">
                <adec:decorative xmlns:adec="http://schemas.microsoft.com/office/drawing/2017/decorative" val="1"/>
              </a:ext>
            </a:extLst>
          </p:cNvPr>
          <p:cNvSpPr>
            <a:spLocks noGrp="1"/>
          </p:cNvSpPr>
          <p:nvPr>
            <p:ph type="ftr" sz="quarter" idx="15"/>
          </p:nvPr>
        </p:nvSpPr>
        <p:spPr>
          <a:xfrm>
            <a:off x="4038600" y="6931152"/>
            <a:ext cx="4114800" cy="137160"/>
          </a:xfrm>
        </p:spPr>
        <p:txBody>
          <a:bodyPr/>
          <a:lstStyle/>
          <a:p>
            <a:endParaRPr lang="en-US" noProof="0"/>
          </a:p>
        </p:txBody>
      </p:sp>
      <p:sp>
        <p:nvSpPr>
          <p:cNvPr id="4" name="Slide Number Placeholder 3">
            <a:extLst>
              <a:ext uri="{FF2B5EF4-FFF2-40B4-BE49-F238E27FC236}">
                <a16:creationId xmlns:a16="http://schemas.microsoft.com/office/drawing/2014/main" id="{B965A85F-A5E6-200F-9730-5A28F1653232}"/>
              </a:ext>
              <a:ext uri="{C183D7F6-B498-43B3-948B-1728B52AA6E4}">
                <adec:decorative xmlns:adec="http://schemas.microsoft.com/office/drawing/2017/decorative" val="1"/>
              </a:ext>
            </a:extLst>
          </p:cNvPr>
          <p:cNvSpPr>
            <a:spLocks noGrp="1"/>
          </p:cNvSpPr>
          <p:nvPr>
            <p:ph type="sldNum" sz="quarter" idx="16"/>
          </p:nvPr>
        </p:nvSpPr>
        <p:spPr>
          <a:xfrm>
            <a:off x="11163034" y="6931152"/>
            <a:ext cx="261660" cy="137160"/>
          </a:xfrm>
        </p:spPr>
        <p:txBody>
          <a:bodyPr/>
          <a:lstStyle/>
          <a:p>
            <a:fld id="{525A3C56-E491-49B2-93F3-63532DF516BC}" type="slidenum">
              <a:rPr lang="en-US" noProof="0" smtClean="0"/>
              <a:pPr/>
              <a:t>‹n°›</a:t>
            </a:fld>
            <a:endParaRPr lang="en-US" noProof="0"/>
          </a:p>
        </p:txBody>
      </p:sp>
      <p:pic>
        <p:nvPicPr>
          <p:cNvPr id="3" name="CGI logo">
            <a:extLst>
              <a:ext uri="{FF2B5EF4-FFF2-40B4-BE49-F238E27FC236}">
                <a16:creationId xmlns:a16="http://schemas.microsoft.com/office/drawing/2014/main" id="{97BF1FC2-69EA-5E07-650F-977E7018A63B}"/>
              </a:ext>
            </a:extLst>
          </p:cNvPr>
          <p:cNvPicPr>
            <a:picLocks/>
          </p:cNvPicPr>
          <p:nvPr userDrawn="1"/>
        </p:nvPicPr>
        <p:blipFill rotWithShape="1">
          <a:blip r:embed="rId2" cstate="screen">
            <a:extLst>
              <a:ext uri="{28A0092B-C50C-407E-A947-70E740481C1C}">
                <a14:useLocalDpi xmlns:a14="http://schemas.microsoft.com/office/drawing/2010/main"/>
              </a:ext>
            </a:extLst>
          </a:blip>
          <a:srcRect b="-458"/>
          <a:stretch/>
        </p:blipFill>
        <p:spPr>
          <a:xfrm>
            <a:off x="767134" y="5372173"/>
            <a:ext cx="1548656" cy="723953"/>
          </a:xfrm>
          <a:prstGeom prst="rect">
            <a:avLst/>
          </a:prstGeom>
          <a:ln>
            <a:noFill/>
          </a:ln>
        </p:spPr>
      </p:pic>
      <p:sp>
        <p:nvSpPr>
          <p:cNvPr id="7" name="Rectangle 6">
            <a:extLst>
              <a:ext uri="{FF2B5EF4-FFF2-40B4-BE49-F238E27FC236}">
                <a16:creationId xmlns:a16="http://schemas.microsoft.com/office/drawing/2014/main" id="{B4BD3114-7784-70DC-046D-5B2ABA62F97D}"/>
              </a:ext>
            </a:extLst>
          </p:cNvPr>
          <p:cNvSpPr/>
          <p:nvPr userDrawn="1"/>
        </p:nvSpPr>
        <p:spPr bwMode="gray">
          <a:xfrm>
            <a:off x="562708" y="6193030"/>
            <a:ext cx="11085341" cy="489124"/>
          </a:xfrm>
          <a:prstGeom prst="rect">
            <a:avLst/>
          </a:prstGeom>
          <a:solidFill>
            <a:schemeClr val="bg1"/>
          </a:solidFill>
          <a:ln w="9525" algn="ctr">
            <a:noFill/>
            <a:miter lim="800000"/>
            <a:headEnd/>
            <a:tailEnd/>
          </a:ln>
          <a:effectLst/>
        </p:spPr>
        <p:txBody>
          <a:bodyPr lIns="63500" tIns="0" rIns="64800" bIns="0" rtlCol="0" anchor="ctr"/>
          <a:lstStyle/>
          <a:p>
            <a:pPr algn="ctr">
              <a:spcBef>
                <a:spcPct val="0"/>
              </a:spcBef>
              <a:buClrTx/>
              <a:buSzPct val="90000"/>
            </a:pPr>
            <a:endParaRPr lang="en-US" sz="1600" b="1">
              <a:solidFill>
                <a:schemeClr val="bg1"/>
              </a:solidFill>
              <a:cs typeface="Arial" pitchFamily="34" charset="0"/>
            </a:endParaRPr>
          </a:p>
        </p:txBody>
      </p:sp>
    </p:spTree>
    <p:extLst>
      <p:ext uri="{BB962C8B-B14F-4D97-AF65-F5344CB8AC3E}">
        <p14:creationId xmlns:p14="http://schemas.microsoft.com/office/powerpoint/2010/main" val="962407276"/>
      </p:ext>
    </p:extLst>
  </p:cSld>
  <p:clrMapOvr>
    <a:masterClrMapping/>
  </p:clrMapOv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slide –  Layout 2B">
    <p:spTree>
      <p:nvGrpSpPr>
        <p:cNvPr id="1" name=""/>
        <p:cNvGrpSpPr/>
        <p:nvPr/>
      </p:nvGrpSpPr>
      <p:grpSpPr>
        <a:xfrm>
          <a:off x="0" y="0"/>
          <a:ext cx="0" cy="0"/>
          <a:chOff x="0" y="0"/>
          <a:chExt cx="0" cy="0"/>
        </a:xfrm>
      </p:grpSpPr>
      <p:sp>
        <p:nvSpPr>
          <p:cNvPr id="5" name="Title Placeholder 1">
            <a:extLst>
              <a:ext uri="{FF2B5EF4-FFF2-40B4-BE49-F238E27FC236}">
                <a16:creationId xmlns:a16="http://schemas.microsoft.com/office/drawing/2014/main" id="{1A734772-629F-07F0-7A95-94F6BDFED4B9}"/>
              </a:ext>
            </a:extLst>
          </p:cNvPr>
          <p:cNvSpPr>
            <a:spLocks noGrp="1"/>
          </p:cNvSpPr>
          <p:nvPr>
            <p:ph type="title" hasCustomPrompt="1"/>
          </p:nvPr>
        </p:nvSpPr>
        <p:spPr>
          <a:xfrm>
            <a:off x="768096" y="702000"/>
            <a:ext cx="4672584" cy="2907792"/>
          </a:xfrm>
          <a:prstGeom prst="rect">
            <a:avLst/>
          </a:prstGeom>
        </p:spPr>
        <p:txBody>
          <a:bodyPr vert="horz" lIns="0" tIns="0" rIns="0" bIns="0" rtlCol="0" anchor="t" anchorCtr="0">
            <a:noAutofit/>
          </a:bodyPr>
          <a:lstStyle>
            <a:lvl1pPr marL="0" indent="0">
              <a:lnSpc>
                <a:spcPts val="5800"/>
              </a:lnSpc>
              <a:defRPr sz="5400"/>
            </a:lvl1pPr>
          </a:lstStyle>
          <a:p>
            <a:r>
              <a:rPr lang="en-US" noProof="0"/>
              <a:t>Title slide </a:t>
            </a:r>
            <a:br>
              <a:rPr lang="en-US" noProof="0"/>
            </a:br>
            <a:r>
              <a:rPr lang="en-US" noProof="0"/>
              <a:t>Click to add title</a:t>
            </a:r>
          </a:p>
        </p:txBody>
      </p:sp>
      <p:sp>
        <p:nvSpPr>
          <p:cNvPr id="10" name="Text placeholder 7">
            <a:extLst>
              <a:ext uri="{FF2B5EF4-FFF2-40B4-BE49-F238E27FC236}">
                <a16:creationId xmlns:a16="http://schemas.microsoft.com/office/drawing/2014/main" id="{6EB794F4-36B2-DC02-E7CB-CFC62E37CBC5}"/>
              </a:ext>
            </a:extLst>
          </p:cNvPr>
          <p:cNvSpPr>
            <a:spLocks noGrp="1"/>
          </p:cNvSpPr>
          <p:nvPr>
            <p:ph type="body" sz="quarter" idx="14" hasCustomPrompt="1"/>
          </p:nvPr>
        </p:nvSpPr>
        <p:spPr>
          <a:xfrm>
            <a:off x="766763" y="4173805"/>
            <a:ext cx="4698710" cy="765270"/>
          </a:xfrm>
          <a:prstGeom prst="rect">
            <a:avLst/>
          </a:prstGeom>
        </p:spPr>
        <p:txBody>
          <a:bodyPr lIns="0" tIns="0" rIns="0" bIns="0" anchor="b"/>
          <a:lstStyle>
            <a:lvl1pPr marL="0" marR="0" indent="0" algn="l" defTabSz="914400" rtl="0" eaLnBrk="1" fontAlgn="auto" latinLnBrk="0" hangingPunct="1">
              <a:lnSpc>
                <a:spcPct val="100000"/>
              </a:lnSpc>
              <a:spcBef>
                <a:spcPts val="500"/>
              </a:spcBef>
              <a:spcAft>
                <a:spcPts val="0"/>
              </a:spcAft>
              <a:buClrTx/>
              <a:buSzTx/>
              <a:buFont typeface="Arial" pitchFamily="34" charset="0"/>
              <a:buNone/>
              <a:tabLst/>
              <a:defRPr sz="2200" b="0"/>
            </a:lvl1pPr>
          </a:lstStyle>
          <a:p>
            <a:pPr lvl="0"/>
            <a:r>
              <a:rPr lang="en-US" noProof="0"/>
              <a:t>Name, role</a:t>
            </a:r>
            <a:br>
              <a:rPr lang="en-US" noProof="0"/>
            </a:br>
            <a:r>
              <a:rPr lang="en-US" noProof="0"/>
              <a:t>Date</a:t>
            </a:r>
          </a:p>
        </p:txBody>
      </p:sp>
      <p:sp>
        <p:nvSpPr>
          <p:cNvPr id="8" name="Freeform 13" descr="CGI cornerstone">
            <a:extLst>
              <a:ext uri="{FF2B5EF4-FFF2-40B4-BE49-F238E27FC236}">
                <a16:creationId xmlns:a16="http://schemas.microsoft.com/office/drawing/2014/main" id="{47B68E29-85E8-7585-D294-C63868CB4A0E}"/>
              </a:ext>
              <a:ext uri="{C183D7F6-B498-43B3-948B-1728B52AA6E4}">
                <adec:decorative xmlns:adec="http://schemas.microsoft.com/office/drawing/2017/decorative" val="0"/>
              </a:ext>
            </a:extLst>
          </p:cNvPr>
          <p:cNvSpPr/>
          <p:nvPr userDrawn="1"/>
        </p:nvSpPr>
        <p:spPr bwMode="gray">
          <a:xfrm rot="16200000">
            <a:off x="6096000" y="773450"/>
            <a:ext cx="5329240" cy="5329238"/>
          </a:xfrm>
          <a:custGeom>
            <a:avLst/>
            <a:gdLst>
              <a:gd name="connsiteX0" fmla="*/ 0 w 3168353"/>
              <a:gd name="connsiteY0" fmla="*/ 3168352 h 3168352"/>
              <a:gd name="connsiteX1" fmla="*/ 0 w 3168353"/>
              <a:gd name="connsiteY1" fmla="*/ 1902429 h 3168352"/>
              <a:gd name="connsiteX2" fmla="*/ 1902430 w 3168353"/>
              <a:gd name="connsiteY2" fmla="*/ 1902429 h 3168352"/>
              <a:gd name="connsiteX3" fmla="*/ 1902430 w 3168353"/>
              <a:gd name="connsiteY3" fmla="*/ 0 h 3168352"/>
              <a:gd name="connsiteX4" fmla="*/ 3168353 w 3168353"/>
              <a:gd name="connsiteY4" fmla="*/ 0 h 3168352"/>
              <a:gd name="connsiteX5" fmla="*/ 3168353 w 3168353"/>
              <a:gd name="connsiteY5" fmla="*/ 3168352 h 3168352"/>
              <a:gd name="connsiteX6" fmla="*/ 1902430 w 3168353"/>
              <a:gd name="connsiteY6" fmla="*/ 3168352 h 3168352"/>
              <a:gd name="connsiteX7" fmla="*/ 1902430 w 3168353"/>
              <a:gd name="connsiteY7" fmla="*/ 3168352 h 31683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168353" h="3168352">
                <a:moveTo>
                  <a:pt x="0" y="3168352"/>
                </a:moveTo>
                <a:lnTo>
                  <a:pt x="0" y="1902429"/>
                </a:lnTo>
                <a:lnTo>
                  <a:pt x="1902430" y="1902429"/>
                </a:lnTo>
                <a:lnTo>
                  <a:pt x="1902430" y="0"/>
                </a:lnTo>
                <a:lnTo>
                  <a:pt x="3168353" y="0"/>
                </a:lnTo>
                <a:lnTo>
                  <a:pt x="3168353" y="3168352"/>
                </a:lnTo>
                <a:lnTo>
                  <a:pt x="1902430" y="3168352"/>
                </a:lnTo>
                <a:lnTo>
                  <a:pt x="1902430" y="3168352"/>
                </a:lnTo>
                <a:close/>
              </a:path>
            </a:pathLst>
          </a:custGeom>
          <a:gradFill flip="none" rotWithShape="1">
            <a:gsLst>
              <a:gs pos="66000">
                <a:srgbClr val="E31937"/>
              </a:gs>
              <a:gs pos="33000">
                <a:srgbClr val="FF6A00"/>
              </a:gs>
              <a:gs pos="0">
                <a:srgbClr val="FFCDD2"/>
              </a:gs>
              <a:gs pos="100000">
                <a:srgbClr val="991F3D"/>
              </a:gs>
            </a:gsLst>
            <a:lin ang="0" scaled="0"/>
            <a:tileRect/>
          </a:gradFill>
          <a:ln w="9525" algn="ctr">
            <a:noFill/>
            <a:miter lim="800000"/>
            <a:headEnd/>
            <a:tailEnd/>
          </a:ln>
          <a:effectLst/>
        </p:spPr>
        <p:txBody>
          <a:bodyPr lIns="63500" tIns="0" rIns="64800" bIns="0" rtlCol="0" anchor="ctr"/>
          <a:lstStyle/>
          <a:p>
            <a:pPr lvl="0" algn="ctr">
              <a:spcBef>
                <a:spcPct val="0"/>
              </a:spcBef>
              <a:buClrTx/>
              <a:buSzPct val="90000"/>
            </a:pPr>
            <a:endParaRPr lang="en-US" sz="1600" b="1" noProof="0">
              <a:solidFill>
                <a:schemeClr val="bg1"/>
              </a:solidFill>
              <a:cs typeface="Arial" pitchFamily="34" charset="0"/>
            </a:endParaRPr>
          </a:p>
        </p:txBody>
      </p:sp>
      <p:sp>
        <p:nvSpPr>
          <p:cNvPr id="9" name="TextBox 8">
            <a:extLst>
              <a:ext uri="{FF2B5EF4-FFF2-40B4-BE49-F238E27FC236}">
                <a16:creationId xmlns:a16="http://schemas.microsoft.com/office/drawing/2014/main" id="{D669477B-4844-9E49-1924-9A24EC02EC13}"/>
              </a:ext>
              <a:ext uri="{C183D7F6-B498-43B3-948B-1728B52AA6E4}">
                <adec:decorative xmlns:adec="http://schemas.microsoft.com/office/drawing/2017/decorative" val="1"/>
              </a:ext>
            </a:extLst>
          </p:cNvPr>
          <p:cNvSpPr txBox="1"/>
          <p:nvPr userDrawn="1"/>
        </p:nvSpPr>
        <p:spPr>
          <a:xfrm>
            <a:off x="11163033" y="6345144"/>
            <a:ext cx="365760" cy="182880"/>
          </a:xfrm>
          <a:prstGeom prst="rect">
            <a:avLst/>
          </a:prstGeom>
          <a:solidFill>
            <a:schemeClr val="bg1"/>
          </a:solidFill>
        </p:spPr>
        <p:txBody>
          <a:bodyPr vert="horz" wrap="square" lIns="0" tIns="0" rIns="0" bIns="0" rtlCol="0" anchor="t" anchorCtr="0">
            <a:normAutofit fontScale="85000" lnSpcReduction="20000"/>
          </a:bodyPr>
          <a:lstStyle/>
          <a:p>
            <a:pPr algn="l"/>
            <a:endParaRPr lang="en-US" noProof="0"/>
          </a:p>
        </p:txBody>
      </p:sp>
      <p:sp>
        <p:nvSpPr>
          <p:cNvPr id="2" name="Footer Placeholder 1">
            <a:extLst>
              <a:ext uri="{FF2B5EF4-FFF2-40B4-BE49-F238E27FC236}">
                <a16:creationId xmlns:a16="http://schemas.microsoft.com/office/drawing/2014/main" id="{2F561915-DA14-AD3D-0600-A7BC70AB91AF}"/>
              </a:ext>
              <a:ext uri="{C183D7F6-B498-43B3-948B-1728B52AA6E4}">
                <adec:decorative xmlns:adec="http://schemas.microsoft.com/office/drawing/2017/decorative" val="1"/>
              </a:ext>
            </a:extLst>
          </p:cNvPr>
          <p:cNvSpPr>
            <a:spLocks noGrp="1"/>
          </p:cNvSpPr>
          <p:nvPr>
            <p:ph type="ftr" sz="quarter" idx="15"/>
          </p:nvPr>
        </p:nvSpPr>
        <p:spPr>
          <a:xfrm>
            <a:off x="4041648" y="6931152"/>
            <a:ext cx="4114800" cy="137160"/>
          </a:xfrm>
        </p:spPr>
        <p:txBody>
          <a:bodyPr/>
          <a:lstStyle/>
          <a:p>
            <a:endParaRPr lang="en-US" noProof="0"/>
          </a:p>
        </p:txBody>
      </p:sp>
      <p:sp>
        <p:nvSpPr>
          <p:cNvPr id="4" name="Slide Number Placeholder 3">
            <a:extLst>
              <a:ext uri="{FF2B5EF4-FFF2-40B4-BE49-F238E27FC236}">
                <a16:creationId xmlns:a16="http://schemas.microsoft.com/office/drawing/2014/main" id="{EFB06569-C9F6-43BB-9951-729D78B19682}"/>
              </a:ext>
              <a:ext uri="{C183D7F6-B498-43B3-948B-1728B52AA6E4}">
                <adec:decorative xmlns:adec="http://schemas.microsoft.com/office/drawing/2017/decorative" val="1"/>
              </a:ext>
            </a:extLst>
          </p:cNvPr>
          <p:cNvSpPr>
            <a:spLocks noGrp="1"/>
          </p:cNvSpPr>
          <p:nvPr>
            <p:ph type="sldNum" sz="quarter" idx="11"/>
          </p:nvPr>
        </p:nvSpPr>
        <p:spPr>
          <a:xfrm>
            <a:off x="11163034" y="6931152"/>
            <a:ext cx="261660" cy="137160"/>
          </a:xfrm>
        </p:spPr>
        <p:txBody>
          <a:bodyPr/>
          <a:lstStyle/>
          <a:p>
            <a:fld id="{525A3C56-E491-49B2-93F3-63532DF516BC}" type="slidenum">
              <a:rPr lang="en-US" noProof="0" smtClean="0"/>
              <a:pPr/>
              <a:t>‹n°›</a:t>
            </a:fld>
            <a:endParaRPr lang="en-US" noProof="0"/>
          </a:p>
        </p:txBody>
      </p:sp>
      <p:pic>
        <p:nvPicPr>
          <p:cNvPr id="3" name="CGI logo">
            <a:extLst>
              <a:ext uri="{FF2B5EF4-FFF2-40B4-BE49-F238E27FC236}">
                <a16:creationId xmlns:a16="http://schemas.microsoft.com/office/drawing/2014/main" id="{35232DEE-EBC0-E687-C6B9-43825967B993}"/>
              </a:ext>
            </a:extLst>
          </p:cNvPr>
          <p:cNvPicPr>
            <a:picLocks/>
          </p:cNvPicPr>
          <p:nvPr userDrawn="1"/>
        </p:nvPicPr>
        <p:blipFill rotWithShape="1">
          <a:blip r:embed="rId2" cstate="screen">
            <a:extLst>
              <a:ext uri="{28A0092B-C50C-407E-A947-70E740481C1C}">
                <a14:useLocalDpi xmlns:a14="http://schemas.microsoft.com/office/drawing/2010/main"/>
              </a:ext>
            </a:extLst>
          </a:blip>
          <a:srcRect b="-458"/>
          <a:stretch/>
        </p:blipFill>
        <p:spPr>
          <a:xfrm>
            <a:off x="767134" y="5372173"/>
            <a:ext cx="1548656" cy="723953"/>
          </a:xfrm>
          <a:prstGeom prst="rect">
            <a:avLst/>
          </a:prstGeom>
          <a:ln>
            <a:noFill/>
          </a:ln>
        </p:spPr>
      </p:pic>
      <p:sp>
        <p:nvSpPr>
          <p:cNvPr id="6" name="Rectangle 5">
            <a:extLst>
              <a:ext uri="{FF2B5EF4-FFF2-40B4-BE49-F238E27FC236}">
                <a16:creationId xmlns:a16="http://schemas.microsoft.com/office/drawing/2014/main" id="{157A0E4E-48FC-FCE4-B043-2AF426BD3817}"/>
              </a:ext>
            </a:extLst>
          </p:cNvPr>
          <p:cNvSpPr/>
          <p:nvPr userDrawn="1"/>
        </p:nvSpPr>
        <p:spPr bwMode="gray">
          <a:xfrm>
            <a:off x="562708" y="6193030"/>
            <a:ext cx="11085341" cy="489124"/>
          </a:xfrm>
          <a:prstGeom prst="rect">
            <a:avLst/>
          </a:prstGeom>
          <a:solidFill>
            <a:schemeClr val="bg1"/>
          </a:solidFill>
          <a:ln w="9525" algn="ctr">
            <a:noFill/>
            <a:miter lim="800000"/>
            <a:headEnd/>
            <a:tailEnd/>
          </a:ln>
          <a:effectLst/>
        </p:spPr>
        <p:txBody>
          <a:bodyPr lIns="63500" tIns="0" rIns="64800" bIns="0" rtlCol="0" anchor="ctr"/>
          <a:lstStyle/>
          <a:p>
            <a:pPr algn="ctr">
              <a:spcBef>
                <a:spcPct val="0"/>
              </a:spcBef>
              <a:buClrTx/>
              <a:buSzPct val="90000"/>
            </a:pPr>
            <a:endParaRPr lang="en-US" sz="1600" b="1">
              <a:solidFill>
                <a:schemeClr val="bg1"/>
              </a:solidFill>
              <a:cs typeface="Arial" pitchFamily="34" charset="0"/>
            </a:endParaRPr>
          </a:p>
        </p:txBody>
      </p:sp>
    </p:spTree>
    <p:extLst>
      <p:ext uri="{BB962C8B-B14F-4D97-AF65-F5344CB8AC3E}">
        <p14:creationId xmlns:p14="http://schemas.microsoft.com/office/powerpoint/2010/main" val="569039835"/>
      </p:ext>
    </p:extLst>
  </p:cSld>
  <p:clrMapOvr>
    <a:masterClrMapping/>
  </p:clrMapOv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slide –  Layout 3A">
    <p:spTree>
      <p:nvGrpSpPr>
        <p:cNvPr id="1" name=""/>
        <p:cNvGrpSpPr/>
        <p:nvPr/>
      </p:nvGrpSpPr>
      <p:grpSpPr>
        <a:xfrm>
          <a:off x="0" y="0"/>
          <a:ext cx="0" cy="0"/>
          <a:chOff x="0" y="0"/>
          <a:chExt cx="0" cy="0"/>
        </a:xfrm>
      </p:grpSpPr>
      <p:sp>
        <p:nvSpPr>
          <p:cNvPr id="9" name="Espace réservé du texte 7">
            <a:extLst>
              <a:ext uri="{FF2B5EF4-FFF2-40B4-BE49-F238E27FC236}">
                <a16:creationId xmlns:a16="http://schemas.microsoft.com/office/drawing/2014/main" id="{5CD6B7C3-552A-1644-82F4-B1B9359D14C0}"/>
              </a:ext>
            </a:extLst>
          </p:cNvPr>
          <p:cNvSpPr>
            <a:spLocks noGrp="1"/>
          </p:cNvSpPr>
          <p:nvPr>
            <p:ph type="body" sz="quarter" idx="14" hasCustomPrompt="1"/>
          </p:nvPr>
        </p:nvSpPr>
        <p:spPr>
          <a:xfrm>
            <a:off x="766763" y="4173805"/>
            <a:ext cx="4698710" cy="765270"/>
          </a:xfrm>
          <a:prstGeom prst="rect">
            <a:avLst/>
          </a:prstGeom>
        </p:spPr>
        <p:txBody>
          <a:bodyPr lIns="0" tIns="0" rIns="0" bIns="0" anchor="b"/>
          <a:lstStyle>
            <a:lvl1pPr marL="0" marR="0" indent="0" algn="l" defTabSz="914400" rtl="0" eaLnBrk="1" fontAlgn="auto" latinLnBrk="0" hangingPunct="1">
              <a:lnSpc>
                <a:spcPct val="100000"/>
              </a:lnSpc>
              <a:spcBef>
                <a:spcPct val="20000"/>
              </a:spcBef>
              <a:spcAft>
                <a:spcPts val="0"/>
              </a:spcAft>
              <a:buClrTx/>
              <a:buSzTx/>
              <a:buFont typeface="Arial" pitchFamily="34" charset="0"/>
              <a:buNone/>
              <a:tabLst/>
              <a:defRPr sz="2200" b="0"/>
            </a:lvl1pPr>
          </a:lstStyle>
          <a:p>
            <a:pPr lvl="0"/>
            <a:r>
              <a:rPr lang="en-CA"/>
              <a:t>Name, role</a:t>
            </a:r>
            <a:br>
              <a:rPr lang="en-CA"/>
            </a:br>
            <a:r>
              <a:rPr lang="en-CA"/>
              <a:t>Date</a:t>
            </a:r>
          </a:p>
        </p:txBody>
      </p:sp>
      <p:pic>
        <p:nvPicPr>
          <p:cNvPr id="10" name="Image 9">
            <a:extLst>
              <a:ext uri="{FF2B5EF4-FFF2-40B4-BE49-F238E27FC236}">
                <a16:creationId xmlns:a16="http://schemas.microsoft.com/office/drawing/2014/main" id="{F651954F-2676-5244-99E5-686FBF8B3F1C}"/>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766763" y="5372174"/>
            <a:ext cx="1549400" cy="720651"/>
          </a:xfrm>
          <a:prstGeom prst="rect">
            <a:avLst/>
          </a:prstGeom>
        </p:spPr>
      </p:pic>
      <p:sp>
        <p:nvSpPr>
          <p:cNvPr id="3" name="Slide Number Placeholder 5">
            <a:extLst>
              <a:ext uri="{FF2B5EF4-FFF2-40B4-BE49-F238E27FC236}">
                <a16:creationId xmlns:a16="http://schemas.microsoft.com/office/drawing/2014/main" id="{0EF06289-C77A-1205-528B-75177C7CC629}"/>
              </a:ext>
            </a:extLst>
          </p:cNvPr>
          <p:cNvSpPr>
            <a:spLocks noGrp="1"/>
          </p:cNvSpPr>
          <p:nvPr>
            <p:ph type="sldNum" sz="quarter" idx="4"/>
          </p:nvPr>
        </p:nvSpPr>
        <p:spPr>
          <a:xfrm>
            <a:off x="11163034" y="6364800"/>
            <a:ext cx="261660" cy="136800"/>
          </a:xfrm>
          <a:prstGeom prst="rect">
            <a:avLst/>
          </a:prstGeom>
        </p:spPr>
        <p:txBody>
          <a:bodyPr wrap="square" lIns="0" tIns="0" rIns="0" bIns="0" anchor="t" anchorCtr="0">
            <a:noAutofit/>
          </a:bodyPr>
          <a:lstStyle>
            <a:lvl1pPr algn="r">
              <a:defRPr lang="en-GB" sz="900" kern="1200" noProof="0" dirty="0" smtClean="0">
                <a:solidFill>
                  <a:schemeClr val="tx1"/>
                </a:solidFill>
                <a:latin typeface="+mn-lt"/>
                <a:ea typeface="+mn-ea"/>
                <a:cs typeface="Arial" pitchFamily="34" charset="0"/>
              </a:defRPr>
            </a:lvl1pPr>
          </a:lstStyle>
          <a:p>
            <a:fld id="{525A3C56-E491-49B2-93F3-63532DF516BC}" type="slidenum">
              <a:rPr lang="en-CA" smtClean="0"/>
              <a:pPr/>
              <a:t>‹n°›</a:t>
            </a:fld>
            <a:endParaRPr lang="en-CA"/>
          </a:p>
        </p:txBody>
      </p:sp>
      <p:sp>
        <p:nvSpPr>
          <p:cNvPr id="14" name="Picture Placeholder 13">
            <a:extLst>
              <a:ext uri="{FF2B5EF4-FFF2-40B4-BE49-F238E27FC236}">
                <a16:creationId xmlns:a16="http://schemas.microsoft.com/office/drawing/2014/main" id="{2A89A544-7E3A-55A6-AD44-31A6195AC2A9}"/>
              </a:ext>
            </a:extLst>
          </p:cNvPr>
          <p:cNvSpPr>
            <a:spLocks noGrp="1"/>
          </p:cNvSpPr>
          <p:nvPr>
            <p:ph type="pic" sz="quarter" idx="16"/>
          </p:nvPr>
        </p:nvSpPr>
        <p:spPr>
          <a:xfrm>
            <a:off x="6096000" y="765175"/>
            <a:ext cx="5330712" cy="5331600"/>
          </a:xfrm>
          <a:custGeom>
            <a:avLst/>
            <a:gdLst>
              <a:gd name="connsiteX0" fmla="*/ 0 w 5308600"/>
              <a:gd name="connsiteY0" fmla="*/ 0 h 5295900"/>
              <a:gd name="connsiteX1" fmla="*/ 5308600 w 5308600"/>
              <a:gd name="connsiteY1" fmla="*/ 0 h 5295900"/>
              <a:gd name="connsiteX2" fmla="*/ 5308600 w 5308600"/>
              <a:gd name="connsiteY2" fmla="*/ 5295900 h 5295900"/>
              <a:gd name="connsiteX3" fmla="*/ 1771200 w 5308600"/>
              <a:gd name="connsiteY3" fmla="*/ 5289553 h 5295900"/>
              <a:gd name="connsiteX4" fmla="*/ 1771200 w 5308600"/>
              <a:gd name="connsiteY4" fmla="*/ 3524700 h 5295900"/>
              <a:gd name="connsiteX5" fmla="*/ 0 w 5308600"/>
              <a:gd name="connsiteY5" fmla="*/ 3524700 h 52959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308600" h="5295900">
                <a:moveTo>
                  <a:pt x="0" y="0"/>
                </a:moveTo>
                <a:lnTo>
                  <a:pt x="5308600" y="0"/>
                </a:lnTo>
                <a:lnTo>
                  <a:pt x="5308600" y="5295900"/>
                </a:lnTo>
                <a:lnTo>
                  <a:pt x="1771200" y="5289553"/>
                </a:lnTo>
                <a:lnTo>
                  <a:pt x="1771200" y="3524700"/>
                </a:lnTo>
                <a:lnTo>
                  <a:pt x="0" y="3524700"/>
                </a:lnTo>
                <a:close/>
              </a:path>
            </a:pathLst>
          </a:custGeom>
        </p:spPr>
        <p:txBody>
          <a:bodyPr wrap="square">
            <a:noAutofit/>
          </a:bodyPr>
          <a:lstStyle>
            <a:lvl1pPr marL="0" indent="0">
              <a:buNone/>
              <a:defRPr/>
            </a:lvl1pPr>
          </a:lstStyle>
          <a:p>
            <a:r>
              <a:rPr lang="fr-CA"/>
              <a:t>Cliquez sur l'icône pour ajouter une image</a:t>
            </a:r>
            <a:endParaRPr lang="en-GB" dirty="0"/>
          </a:p>
        </p:txBody>
      </p:sp>
      <p:sp>
        <p:nvSpPr>
          <p:cNvPr id="15" name="Rectangle 14">
            <a:extLst>
              <a:ext uri="{FF2B5EF4-FFF2-40B4-BE49-F238E27FC236}">
                <a16:creationId xmlns:a16="http://schemas.microsoft.com/office/drawing/2014/main" id="{48A459BA-C21D-A0F0-4572-D8390AC3AACA}"/>
              </a:ext>
            </a:extLst>
          </p:cNvPr>
          <p:cNvSpPr/>
          <p:nvPr userDrawn="1"/>
        </p:nvSpPr>
        <p:spPr bwMode="gray">
          <a:xfrm>
            <a:off x="562708" y="6193030"/>
            <a:ext cx="11085341" cy="489124"/>
          </a:xfrm>
          <a:prstGeom prst="rect">
            <a:avLst/>
          </a:prstGeom>
          <a:solidFill>
            <a:schemeClr val="bg1"/>
          </a:solidFill>
          <a:ln w="9525" algn="ctr">
            <a:noFill/>
            <a:miter lim="800000"/>
            <a:headEnd/>
            <a:tailEnd/>
          </a:ln>
          <a:effectLst/>
        </p:spPr>
        <p:txBody>
          <a:bodyPr lIns="63500" tIns="0" rIns="64800" bIns="0" rtlCol="0" anchor="ctr"/>
          <a:lstStyle/>
          <a:p>
            <a:pPr algn="ctr">
              <a:spcBef>
                <a:spcPct val="0"/>
              </a:spcBef>
              <a:buClrTx/>
              <a:buSzPct val="90000"/>
            </a:pPr>
            <a:endParaRPr lang="en-US" sz="1600" b="1">
              <a:solidFill>
                <a:schemeClr val="bg1"/>
              </a:solidFill>
              <a:cs typeface="Arial" pitchFamily="34" charset="0"/>
            </a:endParaRPr>
          </a:p>
        </p:txBody>
      </p:sp>
      <p:sp>
        <p:nvSpPr>
          <p:cNvPr id="2" name="Title Placeholder 1">
            <a:extLst>
              <a:ext uri="{FF2B5EF4-FFF2-40B4-BE49-F238E27FC236}">
                <a16:creationId xmlns:a16="http://schemas.microsoft.com/office/drawing/2014/main" id="{C1ED5AED-66AE-DFD5-5050-3C30BEB0F3D4}"/>
              </a:ext>
            </a:extLst>
          </p:cNvPr>
          <p:cNvSpPr>
            <a:spLocks noGrp="1"/>
          </p:cNvSpPr>
          <p:nvPr>
            <p:ph type="title" hasCustomPrompt="1"/>
          </p:nvPr>
        </p:nvSpPr>
        <p:spPr>
          <a:xfrm>
            <a:off x="768096" y="702000"/>
            <a:ext cx="4672584" cy="2907792"/>
          </a:xfrm>
          <a:prstGeom prst="rect">
            <a:avLst/>
          </a:prstGeom>
        </p:spPr>
        <p:txBody>
          <a:bodyPr vert="horz" lIns="0" tIns="0" rIns="0" bIns="0" rtlCol="0" anchor="t" anchorCtr="0">
            <a:noAutofit/>
          </a:bodyPr>
          <a:lstStyle>
            <a:lvl1pPr marL="0" indent="0">
              <a:lnSpc>
                <a:spcPts val="5800"/>
              </a:lnSpc>
              <a:defRPr sz="5400"/>
            </a:lvl1pPr>
          </a:lstStyle>
          <a:p>
            <a:r>
              <a:rPr lang="en-US" noProof="0"/>
              <a:t>Title slide </a:t>
            </a:r>
            <a:br>
              <a:rPr lang="en-US" noProof="0"/>
            </a:br>
            <a:r>
              <a:rPr lang="en-US" noProof="0"/>
              <a:t>Click to add title</a:t>
            </a:r>
          </a:p>
        </p:txBody>
      </p:sp>
      <p:sp>
        <p:nvSpPr>
          <p:cNvPr id="7" name="Freeform 6" descr="CGI cornerstone">
            <a:extLst>
              <a:ext uri="{FF2B5EF4-FFF2-40B4-BE49-F238E27FC236}">
                <a16:creationId xmlns:a16="http://schemas.microsoft.com/office/drawing/2014/main" id="{7364B7F8-26AC-E1A6-E45B-B78313EF672A}"/>
              </a:ext>
              <a:ext uri="{C183D7F6-B498-43B3-948B-1728B52AA6E4}">
                <adec:decorative xmlns:adec="http://schemas.microsoft.com/office/drawing/2017/decorative" val="0"/>
              </a:ext>
            </a:extLst>
          </p:cNvPr>
          <p:cNvSpPr>
            <a:spLocks/>
          </p:cNvSpPr>
          <p:nvPr userDrawn="1"/>
        </p:nvSpPr>
        <p:spPr bwMode="auto">
          <a:xfrm rot="16200000" flipH="1">
            <a:off x="6095999" y="4307225"/>
            <a:ext cx="1785600" cy="1785600"/>
          </a:xfrm>
          <a:custGeom>
            <a:avLst/>
            <a:gdLst>
              <a:gd name="T0" fmla="*/ 0 w 4337"/>
              <a:gd name="T1" fmla="*/ 0 h 4312"/>
              <a:gd name="T2" fmla="*/ 0 w 4337"/>
              <a:gd name="T3" fmla="*/ 4312 h 4312"/>
              <a:gd name="T4" fmla="*/ 4337 w 4337"/>
              <a:gd name="T5" fmla="*/ 4312 h 4312"/>
              <a:gd name="T6" fmla="*/ 4337 w 4337"/>
              <a:gd name="T7" fmla="*/ 2586 h 4312"/>
              <a:gd name="T8" fmla="*/ 1736 w 4337"/>
              <a:gd name="T9" fmla="*/ 2586 h 4312"/>
              <a:gd name="T10" fmla="*/ 1736 w 4337"/>
              <a:gd name="T11" fmla="*/ 0 h 4312"/>
              <a:gd name="T12" fmla="*/ 0 w 4337"/>
              <a:gd name="T13" fmla="*/ 0 h 4312"/>
            </a:gdLst>
            <a:ahLst/>
            <a:cxnLst>
              <a:cxn ang="0">
                <a:pos x="T0" y="T1"/>
              </a:cxn>
              <a:cxn ang="0">
                <a:pos x="T2" y="T3"/>
              </a:cxn>
              <a:cxn ang="0">
                <a:pos x="T4" y="T5"/>
              </a:cxn>
              <a:cxn ang="0">
                <a:pos x="T6" y="T7"/>
              </a:cxn>
              <a:cxn ang="0">
                <a:pos x="T8" y="T9"/>
              </a:cxn>
              <a:cxn ang="0">
                <a:pos x="T10" y="T11"/>
              </a:cxn>
              <a:cxn ang="0">
                <a:pos x="T12" y="T13"/>
              </a:cxn>
            </a:cxnLst>
            <a:rect l="0" t="0" r="r" b="b"/>
            <a:pathLst>
              <a:path w="4337" h="4312">
                <a:moveTo>
                  <a:pt x="0" y="0"/>
                </a:moveTo>
                <a:lnTo>
                  <a:pt x="0" y="4312"/>
                </a:lnTo>
                <a:lnTo>
                  <a:pt x="4337" y="4312"/>
                </a:lnTo>
                <a:lnTo>
                  <a:pt x="4337" y="2586"/>
                </a:lnTo>
                <a:lnTo>
                  <a:pt x="1736" y="2586"/>
                </a:lnTo>
                <a:lnTo>
                  <a:pt x="1736" y="0"/>
                </a:lnTo>
                <a:lnTo>
                  <a:pt x="0" y="0"/>
                </a:lnTo>
                <a:close/>
              </a:path>
            </a:pathLst>
          </a:custGeom>
          <a:gradFill flip="none" rotWithShape="1">
            <a:gsLst>
              <a:gs pos="60000">
                <a:srgbClr val="A82465"/>
              </a:gs>
              <a:gs pos="0">
                <a:srgbClr val="E31937"/>
              </a:gs>
              <a:gs pos="100000">
                <a:srgbClr val="5236AB"/>
              </a:gs>
            </a:gsLst>
            <a:lin ang="10800000" scaled="0"/>
          </a:gradFill>
          <a:ln w="9525" algn="ctr">
            <a:noFill/>
            <a:miter lim="800000"/>
          </a:ln>
          <a:effectLst/>
        </p:spPr>
        <p:txBody>
          <a:bodyPr lIns="63500" tIns="0" rIns="64800" bIns="0" rtlCol="0" anchor="ctr">
            <a:noAutofit/>
          </a:bodyPr>
          <a:lstStyle/>
          <a:p>
            <a:pPr lvl="0" algn="ctr">
              <a:spcBef>
                <a:spcPct val="0"/>
              </a:spcBef>
              <a:buClrTx/>
              <a:buSzPct val="90000"/>
            </a:pPr>
            <a:endParaRPr lang="en-US" sz="1600" b="1" noProof="0">
              <a:solidFill>
                <a:schemeClr val="bg1"/>
              </a:solidFill>
              <a:cs typeface="Arial" pitchFamily="34" charset="0"/>
            </a:endParaRPr>
          </a:p>
        </p:txBody>
      </p:sp>
    </p:spTree>
    <p:extLst>
      <p:ext uri="{BB962C8B-B14F-4D97-AF65-F5344CB8AC3E}">
        <p14:creationId xmlns:p14="http://schemas.microsoft.com/office/powerpoint/2010/main" val="3611503097"/>
      </p:ext>
    </p:extLst>
  </p:cSld>
  <p:clrMapOvr>
    <a:masterClrMapping/>
  </p:clrMapOvr>
  <p:extLst>
    <p:ext uri="{DCECCB84-F9BA-43D5-87BE-67443E8EF086}">
      <p15:sldGuideLst xmlns:p15="http://schemas.microsoft.com/office/powerpoint/2012/main">
        <p15:guide id="3" pos="7673">
          <p15:clr>
            <a:srgbClr val="5ACBF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slide –  Layout 3B">
    <p:spTree>
      <p:nvGrpSpPr>
        <p:cNvPr id="1" name=""/>
        <p:cNvGrpSpPr/>
        <p:nvPr/>
      </p:nvGrpSpPr>
      <p:grpSpPr>
        <a:xfrm>
          <a:off x="0" y="0"/>
          <a:ext cx="0" cy="0"/>
          <a:chOff x="0" y="0"/>
          <a:chExt cx="0" cy="0"/>
        </a:xfrm>
      </p:grpSpPr>
      <p:sp>
        <p:nvSpPr>
          <p:cNvPr id="9" name="Espace réservé du texte 7">
            <a:extLst>
              <a:ext uri="{FF2B5EF4-FFF2-40B4-BE49-F238E27FC236}">
                <a16:creationId xmlns:a16="http://schemas.microsoft.com/office/drawing/2014/main" id="{5CD6B7C3-552A-1644-82F4-B1B9359D14C0}"/>
              </a:ext>
            </a:extLst>
          </p:cNvPr>
          <p:cNvSpPr>
            <a:spLocks noGrp="1"/>
          </p:cNvSpPr>
          <p:nvPr>
            <p:ph type="body" sz="quarter" idx="14" hasCustomPrompt="1"/>
          </p:nvPr>
        </p:nvSpPr>
        <p:spPr>
          <a:xfrm>
            <a:off x="766763" y="4173805"/>
            <a:ext cx="4698710" cy="765270"/>
          </a:xfrm>
          <a:prstGeom prst="rect">
            <a:avLst/>
          </a:prstGeom>
        </p:spPr>
        <p:txBody>
          <a:bodyPr lIns="0" tIns="0" rIns="0" bIns="0" anchor="b"/>
          <a:lstStyle>
            <a:lvl1pPr marL="0" marR="0" indent="0" algn="l" defTabSz="914400" rtl="0" eaLnBrk="1" fontAlgn="auto" latinLnBrk="0" hangingPunct="1">
              <a:lnSpc>
                <a:spcPct val="100000"/>
              </a:lnSpc>
              <a:spcBef>
                <a:spcPct val="20000"/>
              </a:spcBef>
              <a:spcAft>
                <a:spcPts val="0"/>
              </a:spcAft>
              <a:buClrTx/>
              <a:buSzTx/>
              <a:buFont typeface="Arial" pitchFamily="34" charset="0"/>
              <a:buNone/>
              <a:tabLst/>
              <a:defRPr sz="2200" b="0"/>
            </a:lvl1pPr>
          </a:lstStyle>
          <a:p>
            <a:pPr lvl="0"/>
            <a:r>
              <a:rPr lang="en-CA"/>
              <a:t>Name, role</a:t>
            </a:r>
            <a:br>
              <a:rPr lang="en-CA"/>
            </a:br>
            <a:r>
              <a:rPr lang="en-CA"/>
              <a:t>Date</a:t>
            </a:r>
          </a:p>
        </p:txBody>
      </p:sp>
      <p:pic>
        <p:nvPicPr>
          <p:cNvPr id="10" name="Image 9">
            <a:extLst>
              <a:ext uri="{FF2B5EF4-FFF2-40B4-BE49-F238E27FC236}">
                <a16:creationId xmlns:a16="http://schemas.microsoft.com/office/drawing/2014/main" id="{F651954F-2676-5244-99E5-686FBF8B3F1C}"/>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766763" y="5372174"/>
            <a:ext cx="1549400" cy="720651"/>
          </a:xfrm>
          <a:prstGeom prst="rect">
            <a:avLst/>
          </a:prstGeom>
        </p:spPr>
      </p:pic>
      <p:sp>
        <p:nvSpPr>
          <p:cNvPr id="3" name="Slide Number Placeholder 5">
            <a:extLst>
              <a:ext uri="{FF2B5EF4-FFF2-40B4-BE49-F238E27FC236}">
                <a16:creationId xmlns:a16="http://schemas.microsoft.com/office/drawing/2014/main" id="{0EF06289-C77A-1205-528B-75177C7CC629}"/>
              </a:ext>
            </a:extLst>
          </p:cNvPr>
          <p:cNvSpPr>
            <a:spLocks noGrp="1"/>
          </p:cNvSpPr>
          <p:nvPr>
            <p:ph type="sldNum" sz="quarter" idx="4"/>
          </p:nvPr>
        </p:nvSpPr>
        <p:spPr>
          <a:xfrm>
            <a:off x="11163034" y="6364800"/>
            <a:ext cx="261660" cy="136800"/>
          </a:xfrm>
          <a:prstGeom prst="rect">
            <a:avLst/>
          </a:prstGeom>
        </p:spPr>
        <p:txBody>
          <a:bodyPr wrap="square" lIns="0" tIns="0" rIns="0" bIns="0" anchor="t" anchorCtr="0">
            <a:noAutofit/>
          </a:bodyPr>
          <a:lstStyle>
            <a:lvl1pPr algn="r">
              <a:defRPr lang="en-GB" sz="900" kern="1200" noProof="0" dirty="0" smtClean="0">
                <a:solidFill>
                  <a:schemeClr val="tx1"/>
                </a:solidFill>
                <a:latin typeface="+mn-lt"/>
                <a:ea typeface="+mn-ea"/>
                <a:cs typeface="Arial" pitchFamily="34" charset="0"/>
              </a:defRPr>
            </a:lvl1pPr>
          </a:lstStyle>
          <a:p>
            <a:fld id="{525A3C56-E491-49B2-93F3-63532DF516BC}" type="slidenum">
              <a:rPr lang="en-CA" smtClean="0"/>
              <a:pPr/>
              <a:t>‹n°›</a:t>
            </a:fld>
            <a:endParaRPr lang="en-CA"/>
          </a:p>
        </p:txBody>
      </p:sp>
      <p:sp>
        <p:nvSpPr>
          <p:cNvPr id="14" name="Picture Placeholder 13">
            <a:extLst>
              <a:ext uri="{FF2B5EF4-FFF2-40B4-BE49-F238E27FC236}">
                <a16:creationId xmlns:a16="http://schemas.microsoft.com/office/drawing/2014/main" id="{2A89A544-7E3A-55A6-AD44-31A6195AC2A9}"/>
              </a:ext>
            </a:extLst>
          </p:cNvPr>
          <p:cNvSpPr>
            <a:spLocks noGrp="1"/>
          </p:cNvSpPr>
          <p:nvPr>
            <p:ph type="pic" sz="quarter" idx="16"/>
          </p:nvPr>
        </p:nvSpPr>
        <p:spPr>
          <a:xfrm>
            <a:off x="6096000" y="765175"/>
            <a:ext cx="5330712" cy="5331600"/>
          </a:xfrm>
          <a:custGeom>
            <a:avLst/>
            <a:gdLst>
              <a:gd name="connsiteX0" fmla="*/ 0 w 5308600"/>
              <a:gd name="connsiteY0" fmla="*/ 0 h 5295900"/>
              <a:gd name="connsiteX1" fmla="*/ 5308600 w 5308600"/>
              <a:gd name="connsiteY1" fmla="*/ 0 h 5295900"/>
              <a:gd name="connsiteX2" fmla="*/ 5308600 w 5308600"/>
              <a:gd name="connsiteY2" fmla="*/ 5295900 h 5295900"/>
              <a:gd name="connsiteX3" fmla="*/ 1771200 w 5308600"/>
              <a:gd name="connsiteY3" fmla="*/ 5289553 h 5295900"/>
              <a:gd name="connsiteX4" fmla="*/ 1771200 w 5308600"/>
              <a:gd name="connsiteY4" fmla="*/ 3524700 h 5295900"/>
              <a:gd name="connsiteX5" fmla="*/ 0 w 5308600"/>
              <a:gd name="connsiteY5" fmla="*/ 3524700 h 52959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308600" h="5295900">
                <a:moveTo>
                  <a:pt x="0" y="0"/>
                </a:moveTo>
                <a:lnTo>
                  <a:pt x="5308600" y="0"/>
                </a:lnTo>
                <a:lnTo>
                  <a:pt x="5308600" y="5295900"/>
                </a:lnTo>
                <a:lnTo>
                  <a:pt x="1771200" y="5289553"/>
                </a:lnTo>
                <a:lnTo>
                  <a:pt x="1771200" y="3524700"/>
                </a:lnTo>
                <a:lnTo>
                  <a:pt x="0" y="3524700"/>
                </a:lnTo>
                <a:close/>
              </a:path>
            </a:pathLst>
          </a:custGeom>
        </p:spPr>
        <p:txBody>
          <a:bodyPr wrap="square">
            <a:noAutofit/>
          </a:bodyPr>
          <a:lstStyle>
            <a:lvl1pPr marL="0" indent="0">
              <a:buNone/>
              <a:defRPr/>
            </a:lvl1pPr>
          </a:lstStyle>
          <a:p>
            <a:r>
              <a:rPr lang="fr-CA"/>
              <a:t>Cliquez sur l'icône pour ajouter une image</a:t>
            </a:r>
            <a:endParaRPr lang="en-GB" dirty="0"/>
          </a:p>
        </p:txBody>
      </p:sp>
      <p:sp>
        <p:nvSpPr>
          <p:cNvPr id="15" name="Rectangle 14">
            <a:extLst>
              <a:ext uri="{FF2B5EF4-FFF2-40B4-BE49-F238E27FC236}">
                <a16:creationId xmlns:a16="http://schemas.microsoft.com/office/drawing/2014/main" id="{48A459BA-C21D-A0F0-4572-D8390AC3AACA}"/>
              </a:ext>
            </a:extLst>
          </p:cNvPr>
          <p:cNvSpPr/>
          <p:nvPr userDrawn="1"/>
        </p:nvSpPr>
        <p:spPr bwMode="gray">
          <a:xfrm>
            <a:off x="562708" y="6193030"/>
            <a:ext cx="11085341" cy="489124"/>
          </a:xfrm>
          <a:prstGeom prst="rect">
            <a:avLst/>
          </a:prstGeom>
          <a:solidFill>
            <a:schemeClr val="bg1"/>
          </a:solidFill>
          <a:ln w="9525" algn="ctr">
            <a:noFill/>
            <a:miter lim="800000"/>
            <a:headEnd/>
            <a:tailEnd/>
          </a:ln>
          <a:effectLst/>
        </p:spPr>
        <p:txBody>
          <a:bodyPr lIns="63500" tIns="0" rIns="64800" bIns="0" rtlCol="0" anchor="ctr"/>
          <a:lstStyle/>
          <a:p>
            <a:pPr algn="ctr">
              <a:spcBef>
                <a:spcPct val="0"/>
              </a:spcBef>
              <a:buClrTx/>
              <a:buSzPct val="90000"/>
            </a:pPr>
            <a:endParaRPr lang="en-US" sz="1600" b="1">
              <a:solidFill>
                <a:schemeClr val="bg1"/>
              </a:solidFill>
              <a:cs typeface="Arial" pitchFamily="34" charset="0"/>
            </a:endParaRPr>
          </a:p>
        </p:txBody>
      </p:sp>
      <p:sp>
        <p:nvSpPr>
          <p:cNvPr id="2" name="Title Placeholder 1">
            <a:extLst>
              <a:ext uri="{FF2B5EF4-FFF2-40B4-BE49-F238E27FC236}">
                <a16:creationId xmlns:a16="http://schemas.microsoft.com/office/drawing/2014/main" id="{C1ED5AED-66AE-DFD5-5050-3C30BEB0F3D4}"/>
              </a:ext>
            </a:extLst>
          </p:cNvPr>
          <p:cNvSpPr>
            <a:spLocks noGrp="1"/>
          </p:cNvSpPr>
          <p:nvPr>
            <p:ph type="title" hasCustomPrompt="1"/>
          </p:nvPr>
        </p:nvSpPr>
        <p:spPr>
          <a:xfrm>
            <a:off x="768096" y="702000"/>
            <a:ext cx="4672584" cy="2907792"/>
          </a:xfrm>
          <a:prstGeom prst="rect">
            <a:avLst/>
          </a:prstGeom>
        </p:spPr>
        <p:txBody>
          <a:bodyPr vert="horz" lIns="0" tIns="0" rIns="0" bIns="0" rtlCol="0" anchor="t" anchorCtr="0">
            <a:noAutofit/>
          </a:bodyPr>
          <a:lstStyle>
            <a:lvl1pPr marL="0" indent="0">
              <a:lnSpc>
                <a:spcPts val="5800"/>
              </a:lnSpc>
              <a:defRPr sz="5400"/>
            </a:lvl1pPr>
          </a:lstStyle>
          <a:p>
            <a:r>
              <a:rPr lang="en-US" noProof="0"/>
              <a:t>Title slide </a:t>
            </a:r>
            <a:br>
              <a:rPr lang="en-US" noProof="0"/>
            </a:br>
            <a:r>
              <a:rPr lang="en-US" noProof="0"/>
              <a:t>Click to add title</a:t>
            </a:r>
          </a:p>
        </p:txBody>
      </p:sp>
      <p:sp>
        <p:nvSpPr>
          <p:cNvPr id="7" name="Freeform 6" descr="CGI cornerstone">
            <a:extLst>
              <a:ext uri="{FF2B5EF4-FFF2-40B4-BE49-F238E27FC236}">
                <a16:creationId xmlns:a16="http://schemas.microsoft.com/office/drawing/2014/main" id="{7364B7F8-26AC-E1A6-E45B-B78313EF672A}"/>
              </a:ext>
              <a:ext uri="{C183D7F6-B498-43B3-948B-1728B52AA6E4}">
                <adec:decorative xmlns:adec="http://schemas.microsoft.com/office/drawing/2017/decorative" val="0"/>
              </a:ext>
            </a:extLst>
          </p:cNvPr>
          <p:cNvSpPr>
            <a:spLocks/>
          </p:cNvSpPr>
          <p:nvPr userDrawn="1"/>
        </p:nvSpPr>
        <p:spPr bwMode="auto">
          <a:xfrm rot="16200000" flipH="1">
            <a:off x="6095999" y="4307225"/>
            <a:ext cx="1785600" cy="1785600"/>
          </a:xfrm>
          <a:custGeom>
            <a:avLst/>
            <a:gdLst>
              <a:gd name="T0" fmla="*/ 0 w 4337"/>
              <a:gd name="T1" fmla="*/ 0 h 4312"/>
              <a:gd name="T2" fmla="*/ 0 w 4337"/>
              <a:gd name="T3" fmla="*/ 4312 h 4312"/>
              <a:gd name="T4" fmla="*/ 4337 w 4337"/>
              <a:gd name="T5" fmla="*/ 4312 h 4312"/>
              <a:gd name="T6" fmla="*/ 4337 w 4337"/>
              <a:gd name="T7" fmla="*/ 2586 h 4312"/>
              <a:gd name="T8" fmla="*/ 1736 w 4337"/>
              <a:gd name="T9" fmla="*/ 2586 h 4312"/>
              <a:gd name="T10" fmla="*/ 1736 w 4337"/>
              <a:gd name="T11" fmla="*/ 0 h 4312"/>
              <a:gd name="T12" fmla="*/ 0 w 4337"/>
              <a:gd name="T13" fmla="*/ 0 h 4312"/>
            </a:gdLst>
            <a:ahLst/>
            <a:cxnLst>
              <a:cxn ang="0">
                <a:pos x="T0" y="T1"/>
              </a:cxn>
              <a:cxn ang="0">
                <a:pos x="T2" y="T3"/>
              </a:cxn>
              <a:cxn ang="0">
                <a:pos x="T4" y="T5"/>
              </a:cxn>
              <a:cxn ang="0">
                <a:pos x="T6" y="T7"/>
              </a:cxn>
              <a:cxn ang="0">
                <a:pos x="T8" y="T9"/>
              </a:cxn>
              <a:cxn ang="0">
                <a:pos x="T10" y="T11"/>
              </a:cxn>
              <a:cxn ang="0">
                <a:pos x="T12" y="T13"/>
              </a:cxn>
            </a:cxnLst>
            <a:rect l="0" t="0" r="r" b="b"/>
            <a:pathLst>
              <a:path w="4337" h="4312">
                <a:moveTo>
                  <a:pt x="0" y="0"/>
                </a:moveTo>
                <a:lnTo>
                  <a:pt x="0" y="4312"/>
                </a:lnTo>
                <a:lnTo>
                  <a:pt x="4337" y="4312"/>
                </a:lnTo>
                <a:lnTo>
                  <a:pt x="4337" y="2586"/>
                </a:lnTo>
                <a:lnTo>
                  <a:pt x="1736" y="2586"/>
                </a:lnTo>
                <a:lnTo>
                  <a:pt x="1736" y="0"/>
                </a:lnTo>
                <a:lnTo>
                  <a:pt x="0" y="0"/>
                </a:lnTo>
                <a:close/>
              </a:path>
            </a:pathLst>
          </a:custGeom>
          <a:gradFill flip="none" rotWithShape="1">
            <a:gsLst>
              <a:gs pos="66000">
                <a:srgbClr val="FF6A00"/>
              </a:gs>
              <a:gs pos="33000">
                <a:srgbClr val="E31937"/>
              </a:gs>
              <a:gs pos="0">
                <a:srgbClr val="991F3D"/>
              </a:gs>
              <a:gs pos="100000">
                <a:srgbClr val="FFCDD2"/>
              </a:gs>
            </a:gsLst>
            <a:lin ang="0" scaled="0"/>
          </a:gradFill>
          <a:ln w="9525" algn="ctr">
            <a:noFill/>
            <a:miter lim="800000"/>
          </a:ln>
          <a:effectLst/>
        </p:spPr>
        <p:txBody>
          <a:bodyPr lIns="63500" tIns="0" rIns="64800" bIns="0" rtlCol="0" anchor="ctr">
            <a:noAutofit/>
          </a:bodyPr>
          <a:lstStyle/>
          <a:p>
            <a:pPr lvl="0" algn="ctr">
              <a:spcBef>
                <a:spcPct val="0"/>
              </a:spcBef>
              <a:buClrTx/>
              <a:buSzPct val="90000"/>
            </a:pPr>
            <a:endParaRPr lang="en-US" sz="1600" b="1" noProof="0">
              <a:solidFill>
                <a:schemeClr val="bg1"/>
              </a:solidFill>
              <a:cs typeface="Arial" pitchFamily="34" charset="0"/>
            </a:endParaRPr>
          </a:p>
        </p:txBody>
      </p:sp>
    </p:spTree>
    <p:extLst>
      <p:ext uri="{BB962C8B-B14F-4D97-AF65-F5344CB8AC3E}">
        <p14:creationId xmlns:p14="http://schemas.microsoft.com/office/powerpoint/2010/main" val="1990780599"/>
      </p:ext>
    </p:extLst>
  </p:cSld>
  <p:clrMapOvr>
    <a:masterClrMapping/>
  </p:clrMapOvr>
  <p:extLst>
    <p:ext uri="{DCECCB84-F9BA-43D5-87BE-67443E8EF086}">
      <p15:sldGuideLst xmlns:p15="http://schemas.microsoft.com/office/powerpoint/2012/main">
        <p15:guide id="3" pos="7673">
          <p15:clr>
            <a:srgbClr val="5ACBF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Agenda slide – Layout 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8309FD-5D17-CB60-A0D2-30CD6047E0BA}"/>
              </a:ext>
            </a:extLst>
          </p:cNvPr>
          <p:cNvSpPr>
            <a:spLocks noGrp="1"/>
          </p:cNvSpPr>
          <p:nvPr>
            <p:ph type="title" hasCustomPrompt="1"/>
          </p:nvPr>
        </p:nvSpPr>
        <p:spPr/>
        <p:txBody>
          <a:bodyPr/>
          <a:lstStyle/>
          <a:p>
            <a:r>
              <a:rPr lang="en-US"/>
              <a:t>Agenda slide layout 1 - click to add title</a:t>
            </a:r>
          </a:p>
        </p:txBody>
      </p:sp>
      <p:sp>
        <p:nvSpPr>
          <p:cNvPr id="14" name="Agenda item 1">
            <a:extLst>
              <a:ext uri="{FF2B5EF4-FFF2-40B4-BE49-F238E27FC236}">
                <a16:creationId xmlns:a16="http://schemas.microsoft.com/office/drawing/2014/main" id="{143D3174-78EC-43C1-82E0-E82ABF8D2117}"/>
              </a:ext>
            </a:extLst>
          </p:cNvPr>
          <p:cNvSpPr>
            <a:spLocks noGrp="1"/>
          </p:cNvSpPr>
          <p:nvPr>
            <p:ph type="body" sz="quarter" idx="17" hasCustomPrompt="1"/>
          </p:nvPr>
        </p:nvSpPr>
        <p:spPr>
          <a:xfrm>
            <a:off x="765737" y="2295678"/>
            <a:ext cx="1511300" cy="768364"/>
          </a:xfrm>
          <a:prstGeom prst="rect">
            <a:avLst/>
          </a:prstGeom>
        </p:spPr>
        <p:txBody>
          <a:bodyPr wrap="square" lIns="0" tIns="0" rIns="0" bIns="0">
            <a:noAutofit/>
          </a:bodyPr>
          <a:lstStyle>
            <a:lvl1pPr marL="0" marR="0" indent="0" algn="ctr" defTabSz="914400" rtl="0" eaLnBrk="1" fontAlgn="auto" latinLnBrk="0" hangingPunct="1">
              <a:lnSpc>
                <a:spcPct val="100000"/>
              </a:lnSpc>
              <a:spcBef>
                <a:spcPts val="0"/>
              </a:spcBef>
              <a:spcAft>
                <a:spcPts val="0"/>
              </a:spcAft>
              <a:buClrTx/>
              <a:buSzTx/>
              <a:buFontTx/>
              <a:buNone/>
              <a:tabLst/>
              <a:defRPr sz="3600">
                <a:gradFill>
                  <a:gsLst>
                    <a:gs pos="60000">
                      <a:srgbClr val="A82465"/>
                    </a:gs>
                    <a:gs pos="0">
                      <a:srgbClr val="E31937"/>
                    </a:gs>
                    <a:gs pos="100000">
                      <a:srgbClr val="5236AB"/>
                    </a:gs>
                  </a:gsLst>
                  <a:lin ang="0" scaled="0"/>
                </a:gradFill>
                <a:latin typeface="+mj-lt"/>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gradFill>
                  <a:gsLst>
                    <a:gs pos="60000">
                      <a:srgbClr val="A82465"/>
                    </a:gs>
                    <a:gs pos="0">
                      <a:srgbClr val="E31937"/>
                    </a:gs>
                    <a:gs pos="100000">
                      <a:srgbClr val="5236AB"/>
                    </a:gs>
                  </a:gsLst>
                  <a:lin ang="0" scaled="0"/>
                </a:gradFill>
                <a:effectLst/>
                <a:uLnTx/>
                <a:uFillTx/>
                <a:latin typeface="+mn-lt"/>
                <a:ea typeface="+mn-ea"/>
                <a:cs typeface="+mn-cs"/>
              </a:rPr>
              <a:t>XX</a:t>
            </a:r>
            <a:endParaRPr lang="en-US" noProof="0"/>
          </a:p>
        </p:txBody>
      </p:sp>
      <p:sp>
        <p:nvSpPr>
          <p:cNvPr id="23" name="Agenda item 1 description">
            <a:extLst>
              <a:ext uri="{FF2B5EF4-FFF2-40B4-BE49-F238E27FC236}">
                <a16:creationId xmlns:a16="http://schemas.microsoft.com/office/drawing/2014/main" id="{F0474AB2-DB08-9E4B-A6C3-760F6797669A}"/>
              </a:ext>
            </a:extLst>
          </p:cNvPr>
          <p:cNvSpPr>
            <a:spLocks noGrp="1"/>
          </p:cNvSpPr>
          <p:nvPr>
            <p:ph type="body" sz="quarter" idx="16" hasCustomPrompt="1"/>
          </p:nvPr>
        </p:nvSpPr>
        <p:spPr>
          <a:xfrm>
            <a:off x="765737" y="3183284"/>
            <a:ext cx="1511300" cy="1501606"/>
          </a:xfrm>
          <a:prstGeom prst="rect">
            <a:avLst/>
          </a:prstGeom>
        </p:spPr>
        <p:txBody>
          <a:bodyPr wrap="square" lIns="0" tIns="0" rIns="0" bIns="0">
            <a:noAutofit/>
          </a:bodyPr>
          <a:lstStyle>
            <a:lvl1pPr marL="12700" indent="-12700" algn="ctr">
              <a:buNone/>
              <a:tabLst/>
              <a:defRPr sz="1600"/>
            </a:lvl1pPr>
          </a:lstStyle>
          <a:p>
            <a:pPr algn="l"/>
            <a:r>
              <a:rPr lang="en-US" noProof="0"/>
              <a:t>Agenda item 1</a:t>
            </a:r>
          </a:p>
        </p:txBody>
      </p:sp>
      <p:sp>
        <p:nvSpPr>
          <p:cNvPr id="16" name="Agenda item 2">
            <a:extLst>
              <a:ext uri="{FF2B5EF4-FFF2-40B4-BE49-F238E27FC236}">
                <a16:creationId xmlns:a16="http://schemas.microsoft.com/office/drawing/2014/main" id="{7016648B-BC25-4821-812E-87B50C18B66F}"/>
              </a:ext>
            </a:extLst>
          </p:cNvPr>
          <p:cNvSpPr>
            <a:spLocks noGrp="1"/>
          </p:cNvSpPr>
          <p:nvPr>
            <p:ph type="body" sz="quarter" idx="19" hasCustomPrompt="1"/>
          </p:nvPr>
        </p:nvSpPr>
        <p:spPr>
          <a:xfrm>
            <a:off x="3054164" y="2295678"/>
            <a:ext cx="1508760" cy="768364"/>
          </a:xfrm>
          <a:prstGeom prst="rect">
            <a:avLst/>
          </a:prstGeom>
        </p:spPr>
        <p:txBody>
          <a:bodyPr wrap="square" lIns="0" tIns="0" rIns="0" bIns="0">
            <a:noAutofit/>
          </a:bodyPr>
          <a:lstStyle>
            <a:lvl1pPr marL="0" marR="0" indent="0" algn="ctr" defTabSz="914400" rtl="0" eaLnBrk="1" fontAlgn="auto" latinLnBrk="0" hangingPunct="1">
              <a:lnSpc>
                <a:spcPct val="100000"/>
              </a:lnSpc>
              <a:spcBef>
                <a:spcPts val="0"/>
              </a:spcBef>
              <a:spcAft>
                <a:spcPts val="0"/>
              </a:spcAft>
              <a:buClrTx/>
              <a:buSzTx/>
              <a:buFontTx/>
              <a:buNone/>
              <a:tabLst/>
              <a:defRPr sz="3600">
                <a:gradFill>
                  <a:gsLst>
                    <a:gs pos="60000">
                      <a:srgbClr val="A82465"/>
                    </a:gs>
                    <a:gs pos="0">
                      <a:srgbClr val="E31937"/>
                    </a:gs>
                    <a:gs pos="100000">
                      <a:srgbClr val="5236AB"/>
                    </a:gs>
                  </a:gsLst>
                  <a:lin ang="0" scaled="0"/>
                </a:gradFill>
                <a:latin typeface="+mj-lt"/>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gradFill>
                  <a:gsLst>
                    <a:gs pos="60000">
                      <a:srgbClr val="A82465"/>
                    </a:gs>
                    <a:gs pos="0">
                      <a:srgbClr val="E31937"/>
                    </a:gs>
                    <a:gs pos="100000">
                      <a:srgbClr val="5236AB"/>
                    </a:gs>
                  </a:gsLst>
                  <a:lin ang="0" scaled="0"/>
                </a:gradFill>
                <a:effectLst/>
                <a:uLnTx/>
                <a:uFillTx/>
                <a:latin typeface="+mn-lt"/>
                <a:ea typeface="+mn-ea"/>
                <a:cs typeface="+mn-cs"/>
              </a:rPr>
              <a:t>XX</a:t>
            </a:r>
            <a:endParaRPr lang="en-US" noProof="0"/>
          </a:p>
        </p:txBody>
      </p:sp>
      <p:sp>
        <p:nvSpPr>
          <p:cNvPr id="8" name="Agenda item 2 description">
            <a:extLst>
              <a:ext uri="{FF2B5EF4-FFF2-40B4-BE49-F238E27FC236}">
                <a16:creationId xmlns:a16="http://schemas.microsoft.com/office/drawing/2014/main" id="{D6910EBF-08E6-8540-896A-4B5E41727340}"/>
              </a:ext>
            </a:extLst>
          </p:cNvPr>
          <p:cNvSpPr>
            <a:spLocks noGrp="1"/>
          </p:cNvSpPr>
          <p:nvPr>
            <p:ph type="body" sz="quarter" idx="12" hasCustomPrompt="1"/>
          </p:nvPr>
        </p:nvSpPr>
        <p:spPr>
          <a:xfrm>
            <a:off x="3054799" y="3183284"/>
            <a:ext cx="1508760" cy="1501606"/>
          </a:xfrm>
          <a:prstGeom prst="rect">
            <a:avLst/>
          </a:prstGeom>
        </p:spPr>
        <p:txBody>
          <a:bodyPr wrap="square" lIns="0" tIns="0" rIns="0" bIns="0">
            <a:noAutofit/>
          </a:bodyPr>
          <a:lstStyle>
            <a:lvl1pPr marL="12700" indent="-12700" algn="ctr">
              <a:buNone/>
              <a:tabLst/>
              <a:defRPr sz="1600"/>
            </a:lvl1pPr>
          </a:lstStyle>
          <a:p>
            <a:pPr algn="l"/>
            <a:r>
              <a:rPr lang="en-US" noProof="0"/>
              <a:t>Agenda item 2</a:t>
            </a:r>
          </a:p>
        </p:txBody>
      </p:sp>
      <p:sp>
        <p:nvSpPr>
          <p:cNvPr id="17" name="Agenda item 3">
            <a:extLst>
              <a:ext uri="{FF2B5EF4-FFF2-40B4-BE49-F238E27FC236}">
                <a16:creationId xmlns:a16="http://schemas.microsoft.com/office/drawing/2014/main" id="{A6E8C51F-9054-4DBF-8A5A-59322AC4663A}"/>
              </a:ext>
            </a:extLst>
          </p:cNvPr>
          <p:cNvSpPr>
            <a:spLocks noGrp="1"/>
          </p:cNvSpPr>
          <p:nvPr>
            <p:ph type="body" sz="quarter" idx="20" hasCustomPrompt="1"/>
          </p:nvPr>
        </p:nvSpPr>
        <p:spPr>
          <a:xfrm>
            <a:off x="5340051" y="2295678"/>
            <a:ext cx="1508760" cy="768364"/>
          </a:xfrm>
          <a:prstGeom prst="rect">
            <a:avLst/>
          </a:prstGeom>
        </p:spPr>
        <p:txBody>
          <a:bodyPr wrap="square" lIns="0" tIns="0" rIns="0" bIns="0">
            <a:noAutofit/>
          </a:bodyPr>
          <a:lstStyle>
            <a:lvl1pPr marL="0" marR="0" indent="0" algn="ctr" defTabSz="914400" rtl="0" eaLnBrk="1" fontAlgn="auto" latinLnBrk="0" hangingPunct="1">
              <a:lnSpc>
                <a:spcPct val="100000"/>
              </a:lnSpc>
              <a:spcBef>
                <a:spcPts val="0"/>
              </a:spcBef>
              <a:spcAft>
                <a:spcPts val="0"/>
              </a:spcAft>
              <a:buClrTx/>
              <a:buSzTx/>
              <a:buFontTx/>
              <a:buNone/>
              <a:tabLst/>
              <a:defRPr sz="3600">
                <a:gradFill>
                  <a:gsLst>
                    <a:gs pos="60000">
                      <a:srgbClr val="A82465"/>
                    </a:gs>
                    <a:gs pos="0">
                      <a:srgbClr val="E31937"/>
                    </a:gs>
                    <a:gs pos="100000">
                      <a:srgbClr val="5236AB"/>
                    </a:gs>
                  </a:gsLst>
                  <a:lin ang="0" scaled="0"/>
                </a:gradFill>
                <a:latin typeface="+mj-lt"/>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gradFill>
                  <a:gsLst>
                    <a:gs pos="60000">
                      <a:srgbClr val="A82465"/>
                    </a:gs>
                    <a:gs pos="0">
                      <a:srgbClr val="E31937"/>
                    </a:gs>
                    <a:gs pos="100000">
                      <a:srgbClr val="5236AB"/>
                    </a:gs>
                  </a:gsLst>
                  <a:lin ang="0" scaled="0"/>
                </a:gradFill>
                <a:effectLst/>
                <a:uLnTx/>
                <a:uFillTx/>
                <a:latin typeface="+mn-lt"/>
                <a:ea typeface="+mn-ea"/>
                <a:cs typeface="+mn-cs"/>
              </a:rPr>
              <a:t>XX</a:t>
            </a:r>
            <a:endParaRPr lang="en-US" noProof="0"/>
          </a:p>
        </p:txBody>
      </p:sp>
      <p:sp>
        <p:nvSpPr>
          <p:cNvPr id="20" name="Agenda item 3 description">
            <a:extLst>
              <a:ext uri="{FF2B5EF4-FFF2-40B4-BE49-F238E27FC236}">
                <a16:creationId xmlns:a16="http://schemas.microsoft.com/office/drawing/2014/main" id="{59A27FAB-0B96-BC42-A996-4CFEF0565413}"/>
              </a:ext>
            </a:extLst>
          </p:cNvPr>
          <p:cNvSpPr>
            <a:spLocks noGrp="1"/>
          </p:cNvSpPr>
          <p:nvPr>
            <p:ph type="body" sz="quarter" idx="13" hasCustomPrompt="1"/>
          </p:nvPr>
        </p:nvSpPr>
        <p:spPr>
          <a:xfrm>
            <a:off x="5341321" y="3183284"/>
            <a:ext cx="1508760" cy="1501606"/>
          </a:xfrm>
          <a:prstGeom prst="rect">
            <a:avLst/>
          </a:prstGeom>
        </p:spPr>
        <p:txBody>
          <a:bodyPr wrap="square" lIns="0" tIns="0" rIns="0" bIns="0">
            <a:noAutofit/>
          </a:bodyPr>
          <a:lstStyle>
            <a:lvl1pPr marL="12700" indent="-12700" algn="ctr">
              <a:buNone/>
              <a:tabLst/>
              <a:defRPr sz="1600"/>
            </a:lvl1pPr>
          </a:lstStyle>
          <a:p>
            <a:pPr algn="l"/>
            <a:r>
              <a:rPr lang="en-US" noProof="0"/>
              <a:t>Agenda item 3</a:t>
            </a:r>
          </a:p>
        </p:txBody>
      </p:sp>
      <p:sp>
        <p:nvSpPr>
          <p:cNvPr id="18" name="Agenda item 4">
            <a:extLst>
              <a:ext uri="{FF2B5EF4-FFF2-40B4-BE49-F238E27FC236}">
                <a16:creationId xmlns:a16="http://schemas.microsoft.com/office/drawing/2014/main" id="{6FDD35C8-B77E-46BD-9338-72F9040FFA6C}"/>
              </a:ext>
            </a:extLst>
          </p:cNvPr>
          <p:cNvSpPr>
            <a:spLocks noGrp="1"/>
          </p:cNvSpPr>
          <p:nvPr>
            <p:ph type="body" sz="quarter" idx="21" hasCustomPrompt="1"/>
          </p:nvPr>
        </p:nvSpPr>
        <p:spPr>
          <a:xfrm>
            <a:off x="7625938" y="2295678"/>
            <a:ext cx="1508760" cy="768364"/>
          </a:xfrm>
          <a:prstGeom prst="rect">
            <a:avLst/>
          </a:prstGeom>
        </p:spPr>
        <p:txBody>
          <a:bodyPr wrap="square" lIns="0" tIns="0" rIns="0" bIns="0">
            <a:noAutofit/>
          </a:bodyPr>
          <a:lstStyle>
            <a:lvl1pPr marL="0" marR="0" indent="0" algn="ctr" defTabSz="914400" rtl="0" eaLnBrk="1" fontAlgn="auto" latinLnBrk="0" hangingPunct="1">
              <a:lnSpc>
                <a:spcPct val="100000"/>
              </a:lnSpc>
              <a:spcBef>
                <a:spcPts val="0"/>
              </a:spcBef>
              <a:spcAft>
                <a:spcPts val="0"/>
              </a:spcAft>
              <a:buClrTx/>
              <a:buSzTx/>
              <a:buFontTx/>
              <a:buNone/>
              <a:tabLst/>
              <a:defRPr sz="3600">
                <a:gradFill>
                  <a:gsLst>
                    <a:gs pos="60000">
                      <a:srgbClr val="A82465"/>
                    </a:gs>
                    <a:gs pos="0">
                      <a:srgbClr val="E31937"/>
                    </a:gs>
                    <a:gs pos="100000">
                      <a:srgbClr val="5236AB"/>
                    </a:gs>
                  </a:gsLst>
                  <a:lin ang="0" scaled="0"/>
                </a:gradFill>
                <a:latin typeface="+mj-lt"/>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gradFill>
                  <a:gsLst>
                    <a:gs pos="60000">
                      <a:srgbClr val="A82465"/>
                    </a:gs>
                    <a:gs pos="0">
                      <a:srgbClr val="E31937"/>
                    </a:gs>
                    <a:gs pos="100000">
                      <a:srgbClr val="5236AB"/>
                    </a:gs>
                  </a:gsLst>
                  <a:lin ang="0" scaled="0"/>
                </a:gradFill>
                <a:effectLst/>
                <a:uLnTx/>
                <a:uFillTx/>
                <a:latin typeface="+mn-lt"/>
                <a:ea typeface="+mn-ea"/>
                <a:cs typeface="+mn-cs"/>
              </a:rPr>
              <a:t>XX</a:t>
            </a:r>
            <a:endParaRPr lang="en-US" noProof="0"/>
          </a:p>
        </p:txBody>
      </p:sp>
      <p:sp>
        <p:nvSpPr>
          <p:cNvPr id="15" name="Agenda item 4 description">
            <a:extLst>
              <a:ext uri="{FF2B5EF4-FFF2-40B4-BE49-F238E27FC236}">
                <a16:creationId xmlns:a16="http://schemas.microsoft.com/office/drawing/2014/main" id="{DBDC3BC5-8B9E-4D7D-B022-7DC492622AFC}"/>
              </a:ext>
            </a:extLst>
          </p:cNvPr>
          <p:cNvSpPr>
            <a:spLocks noGrp="1"/>
          </p:cNvSpPr>
          <p:nvPr>
            <p:ph type="body" sz="quarter" idx="18" hasCustomPrompt="1"/>
          </p:nvPr>
        </p:nvSpPr>
        <p:spPr>
          <a:xfrm>
            <a:off x="7627843" y="3182112"/>
            <a:ext cx="1508760" cy="1501606"/>
          </a:xfrm>
          <a:prstGeom prst="rect">
            <a:avLst/>
          </a:prstGeom>
        </p:spPr>
        <p:txBody>
          <a:bodyPr wrap="square" lIns="0" tIns="0" rIns="0" bIns="0">
            <a:noAutofit/>
          </a:bodyPr>
          <a:lstStyle>
            <a:lvl1pPr marL="12700" indent="-12700" algn="ctr">
              <a:buNone/>
              <a:tabLst/>
              <a:defRPr sz="1600"/>
            </a:lvl1pPr>
          </a:lstStyle>
          <a:p>
            <a:pPr algn="l"/>
            <a:r>
              <a:rPr lang="en-US" noProof="0"/>
              <a:t>Agenda item 4</a:t>
            </a:r>
          </a:p>
        </p:txBody>
      </p:sp>
      <p:sp>
        <p:nvSpPr>
          <p:cNvPr id="19" name="Agenda item 5">
            <a:extLst>
              <a:ext uri="{FF2B5EF4-FFF2-40B4-BE49-F238E27FC236}">
                <a16:creationId xmlns:a16="http://schemas.microsoft.com/office/drawing/2014/main" id="{D47B1D04-840A-4F73-BA57-8836852239E9}"/>
              </a:ext>
            </a:extLst>
          </p:cNvPr>
          <p:cNvSpPr>
            <a:spLocks noGrp="1"/>
          </p:cNvSpPr>
          <p:nvPr>
            <p:ph type="body" sz="quarter" idx="22" hasCustomPrompt="1"/>
          </p:nvPr>
        </p:nvSpPr>
        <p:spPr>
          <a:xfrm>
            <a:off x="9911825" y="2295678"/>
            <a:ext cx="1508760" cy="768364"/>
          </a:xfrm>
          <a:prstGeom prst="rect">
            <a:avLst/>
          </a:prstGeom>
        </p:spPr>
        <p:txBody>
          <a:bodyPr wrap="square" lIns="0" tIns="0" rIns="0" bIns="0">
            <a:noAutofit/>
          </a:bodyPr>
          <a:lstStyle>
            <a:lvl1pPr marL="0" marR="0" indent="0" algn="ctr" defTabSz="914400" rtl="0" eaLnBrk="1" fontAlgn="auto" latinLnBrk="0" hangingPunct="1">
              <a:lnSpc>
                <a:spcPct val="100000"/>
              </a:lnSpc>
              <a:spcBef>
                <a:spcPts val="0"/>
              </a:spcBef>
              <a:spcAft>
                <a:spcPts val="0"/>
              </a:spcAft>
              <a:buClrTx/>
              <a:buSzTx/>
              <a:buFontTx/>
              <a:buNone/>
              <a:tabLst/>
              <a:defRPr sz="3600">
                <a:gradFill>
                  <a:gsLst>
                    <a:gs pos="60000">
                      <a:srgbClr val="A82465"/>
                    </a:gs>
                    <a:gs pos="0">
                      <a:srgbClr val="E31937"/>
                    </a:gs>
                    <a:gs pos="100000">
                      <a:srgbClr val="5236AB"/>
                    </a:gs>
                  </a:gsLst>
                  <a:lin ang="0" scaled="0"/>
                </a:gradFill>
                <a:latin typeface="+mj-lt"/>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gradFill>
                  <a:gsLst>
                    <a:gs pos="60000">
                      <a:srgbClr val="A82465"/>
                    </a:gs>
                    <a:gs pos="0">
                      <a:srgbClr val="E31937"/>
                    </a:gs>
                    <a:gs pos="100000">
                      <a:srgbClr val="5236AB"/>
                    </a:gs>
                  </a:gsLst>
                  <a:lin ang="0" scaled="0"/>
                </a:gradFill>
                <a:effectLst/>
                <a:uLnTx/>
                <a:uFillTx/>
                <a:latin typeface="+mn-lt"/>
                <a:ea typeface="+mn-ea"/>
                <a:cs typeface="+mn-cs"/>
              </a:rPr>
              <a:t>XX</a:t>
            </a:r>
            <a:endParaRPr lang="en-US" noProof="0"/>
          </a:p>
        </p:txBody>
      </p:sp>
      <p:sp>
        <p:nvSpPr>
          <p:cNvPr id="22" name="Agenda item 5 description">
            <a:extLst>
              <a:ext uri="{FF2B5EF4-FFF2-40B4-BE49-F238E27FC236}">
                <a16:creationId xmlns:a16="http://schemas.microsoft.com/office/drawing/2014/main" id="{C31B4DD5-B41F-BE43-A386-8B7C4CFBC95E}"/>
              </a:ext>
            </a:extLst>
          </p:cNvPr>
          <p:cNvSpPr>
            <a:spLocks noGrp="1"/>
          </p:cNvSpPr>
          <p:nvPr>
            <p:ph type="body" sz="quarter" idx="15" hasCustomPrompt="1"/>
          </p:nvPr>
        </p:nvSpPr>
        <p:spPr>
          <a:xfrm>
            <a:off x="9914365" y="3183284"/>
            <a:ext cx="1508760" cy="1501606"/>
          </a:xfrm>
          <a:prstGeom prst="rect">
            <a:avLst/>
          </a:prstGeom>
        </p:spPr>
        <p:txBody>
          <a:bodyPr wrap="square" lIns="0" tIns="0" rIns="0" bIns="0">
            <a:noAutofit/>
          </a:bodyPr>
          <a:lstStyle>
            <a:lvl1pPr marL="12700" indent="-12700" algn="ctr">
              <a:buNone/>
              <a:tabLst/>
              <a:defRPr sz="1600"/>
            </a:lvl1pPr>
          </a:lstStyle>
          <a:p>
            <a:pPr algn="l"/>
            <a:r>
              <a:rPr lang="en-US" noProof="0"/>
              <a:t>Agenda item 5</a:t>
            </a:r>
          </a:p>
        </p:txBody>
      </p:sp>
      <p:sp>
        <p:nvSpPr>
          <p:cNvPr id="4" name="Footer Placeholder 3">
            <a:extLst>
              <a:ext uri="{FF2B5EF4-FFF2-40B4-BE49-F238E27FC236}">
                <a16:creationId xmlns:a16="http://schemas.microsoft.com/office/drawing/2014/main" id="{FF42B81B-3CB7-05E5-B0F7-506A0A4CC1AE}"/>
              </a:ext>
              <a:ext uri="{C183D7F6-B498-43B3-948B-1728B52AA6E4}">
                <adec:decorative xmlns:adec="http://schemas.microsoft.com/office/drawing/2017/decorative" val="1"/>
              </a:ext>
            </a:extLst>
          </p:cNvPr>
          <p:cNvSpPr>
            <a:spLocks noGrp="1"/>
          </p:cNvSpPr>
          <p:nvPr>
            <p:ph type="ftr" sz="quarter" idx="25"/>
          </p:nvPr>
        </p:nvSpPr>
        <p:spPr/>
        <p:txBody>
          <a:bodyPr/>
          <a:lstStyle/>
          <a:p>
            <a:endParaRPr lang="en-US" noProof="0"/>
          </a:p>
        </p:txBody>
      </p:sp>
      <p:sp>
        <p:nvSpPr>
          <p:cNvPr id="3" name="Slide number placeholder 2">
            <a:extLst>
              <a:ext uri="{FF2B5EF4-FFF2-40B4-BE49-F238E27FC236}">
                <a16:creationId xmlns:a16="http://schemas.microsoft.com/office/drawing/2014/main" id="{CFA5DBCA-C3A7-554C-80CD-9B2E51986E26}"/>
              </a:ext>
              <a:ext uri="{C183D7F6-B498-43B3-948B-1728B52AA6E4}">
                <adec:decorative xmlns:adec="http://schemas.microsoft.com/office/drawing/2017/decorative" val="1"/>
              </a:ext>
            </a:extLst>
          </p:cNvPr>
          <p:cNvSpPr>
            <a:spLocks noGrp="1"/>
          </p:cNvSpPr>
          <p:nvPr>
            <p:ph type="sldNum" sz="quarter" idx="10"/>
          </p:nvPr>
        </p:nvSpPr>
        <p:spPr/>
        <p:txBody>
          <a:bodyPr>
            <a:noAutofit/>
          </a:bodyPr>
          <a:lstStyle/>
          <a:p>
            <a:fld id="{525A3C56-E491-49B2-93F3-63532DF516BC}" type="slidenum">
              <a:rPr lang="en-US" noProof="0" smtClean="0"/>
              <a:pPr/>
              <a:t>‹n°›</a:t>
            </a:fld>
            <a:endParaRPr lang="en-US" noProof="0"/>
          </a:p>
        </p:txBody>
      </p:sp>
      <p:sp>
        <p:nvSpPr>
          <p:cNvPr id="5" name="ZoneTexte 4">
            <a:extLst>
              <a:ext uri="{FF2B5EF4-FFF2-40B4-BE49-F238E27FC236}">
                <a16:creationId xmlns:a16="http://schemas.microsoft.com/office/drawing/2014/main" id="{BB0C3CE7-7C87-CCC2-F804-F3CC7FBD80E8}"/>
              </a:ext>
            </a:extLst>
          </p:cNvPr>
          <p:cNvSpPr txBox="1"/>
          <p:nvPr userDrawn="1"/>
        </p:nvSpPr>
        <p:spPr>
          <a:xfrm>
            <a:off x="1133061" y="6440557"/>
            <a:ext cx="0" cy="0"/>
          </a:xfrm>
          <a:prstGeom prst="rect">
            <a:avLst/>
          </a:prstGeom>
        </p:spPr>
        <p:txBody>
          <a:bodyPr vert="horz" wrap="none" lIns="0" tIns="0" rIns="0" bIns="0" rtlCol="0" anchor="t" anchorCtr="0">
            <a:normAutofit fontScale="25000" lnSpcReduction="20000"/>
          </a:bodyPr>
          <a:lstStyle/>
          <a:p>
            <a:pPr algn="l"/>
            <a:endParaRPr lang="fr-FR" dirty="0"/>
          </a:p>
        </p:txBody>
      </p:sp>
      <p:sp>
        <p:nvSpPr>
          <p:cNvPr id="6" name="ZoneTexte 5">
            <a:extLst>
              <a:ext uri="{FF2B5EF4-FFF2-40B4-BE49-F238E27FC236}">
                <a16:creationId xmlns:a16="http://schemas.microsoft.com/office/drawing/2014/main" id="{07EBAA5B-7002-82C8-C5E5-013B05CD17C9}"/>
              </a:ext>
            </a:extLst>
          </p:cNvPr>
          <p:cNvSpPr txBox="1"/>
          <p:nvPr userDrawn="1"/>
        </p:nvSpPr>
        <p:spPr>
          <a:xfrm>
            <a:off x="993913" y="6420678"/>
            <a:ext cx="0" cy="0"/>
          </a:xfrm>
          <a:prstGeom prst="rect">
            <a:avLst/>
          </a:prstGeom>
        </p:spPr>
        <p:txBody>
          <a:bodyPr vert="horz" wrap="none" lIns="0" tIns="0" rIns="0" bIns="0" rtlCol="0" anchor="t" anchorCtr="0">
            <a:normAutofit fontScale="25000" lnSpcReduction="20000"/>
          </a:bodyPr>
          <a:lstStyle/>
          <a:p>
            <a:pPr algn="l"/>
            <a:endParaRPr lang="fr-FR" dirty="0"/>
          </a:p>
        </p:txBody>
      </p:sp>
    </p:spTree>
    <p:extLst>
      <p:ext uri="{BB962C8B-B14F-4D97-AF65-F5344CB8AC3E}">
        <p14:creationId xmlns:p14="http://schemas.microsoft.com/office/powerpoint/2010/main" val="3951781620"/>
      </p:ext>
    </p:extLst>
  </p:cSld>
  <p:clrMapOvr>
    <a:masterClrMapping/>
  </p:clrMapOv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Agenda slide – Layout 2">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D5976DB5-697C-A62A-7A55-C2DFCAC96B89}"/>
              </a:ext>
            </a:extLst>
          </p:cNvPr>
          <p:cNvSpPr>
            <a:spLocks noGrp="1"/>
          </p:cNvSpPr>
          <p:nvPr>
            <p:ph type="title" hasCustomPrompt="1"/>
          </p:nvPr>
        </p:nvSpPr>
        <p:spPr/>
        <p:txBody>
          <a:bodyPr/>
          <a:lstStyle/>
          <a:p>
            <a:r>
              <a:rPr lang="en-US"/>
              <a:t>Agenda slide layout 2 - click to add title</a:t>
            </a:r>
          </a:p>
        </p:txBody>
      </p:sp>
      <p:sp>
        <p:nvSpPr>
          <p:cNvPr id="6" name="Agenda item 1 description">
            <a:extLst>
              <a:ext uri="{FF2B5EF4-FFF2-40B4-BE49-F238E27FC236}">
                <a16:creationId xmlns:a16="http://schemas.microsoft.com/office/drawing/2014/main" id="{0CF1332E-48CF-C54F-F696-17DB5D1B32A1}"/>
              </a:ext>
              <a:ext uri="{C183D7F6-B498-43B3-948B-1728B52AA6E4}">
                <adec:decorative xmlns:adec="http://schemas.microsoft.com/office/drawing/2017/decorative" val="0"/>
              </a:ext>
            </a:extLst>
          </p:cNvPr>
          <p:cNvSpPr>
            <a:spLocks noGrp="1"/>
          </p:cNvSpPr>
          <p:nvPr>
            <p:ph type="body" sz="quarter" idx="16" hasCustomPrompt="1"/>
          </p:nvPr>
        </p:nvSpPr>
        <p:spPr>
          <a:xfrm>
            <a:off x="766763" y="1605722"/>
            <a:ext cx="4572000" cy="566928"/>
          </a:xfrm>
          <a:prstGeom prst="rect">
            <a:avLst/>
          </a:prstGeom>
          <a:ln>
            <a:noFill/>
          </a:ln>
        </p:spPr>
        <p:txBody>
          <a:bodyPr wrap="square" lIns="0" tIns="0" rIns="0" bIns="0" anchor="ctr" anchorCtr="0">
            <a:noAutofit/>
          </a:bodyPr>
          <a:lstStyle>
            <a:lvl1pPr marL="285750" indent="-285750" algn="l">
              <a:buFontTx/>
              <a:buBlip>
                <a:blip r:embed="rId2"/>
              </a:buBlip>
              <a:tabLst/>
              <a:defRPr sz="1800"/>
            </a:lvl1pPr>
          </a:lstStyle>
          <a:p>
            <a:pPr algn="l"/>
            <a:r>
              <a:rPr lang="en-US" noProof="0"/>
              <a:t>Click to add agenda item 1</a:t>
            </a:r>
          </a:p>
        </p:txBody>
      </p:sp>
      <p:sp>
        <p:nvSpPr>
          <p:cNvPr id="9" name="Agenda item 2 description">
            <a:extLst>
              <a:ext uri="{FF2B5EF4-FFF2-40B4-BE49-F238E27FC236}">
                <a16:creationId xmlns:a16="http://schemas.microsoft.com/office/drawing/2014/main" id="{A727F33B-E5E8-74BC-7588-761838366B86}"/>
              </a:ext>
              <a:ext uri="{C183D7F6-B498-43B3-948B-1728B52AA6E4}">
                <adec:decorative xmlns:adec="http://schemas.microsoft.com/office/drawing/2017/decorative" val="0"/>
              </a:ext>
            </a:extLst>
          </p:cNvPr>
          <p:cNvSpPr>
            <a:spLocks noGrp="1"/>
          </p:cNvSpPr>
          <p:nvPr>
            <p:ph type="body" sz="quarter" idx="27" hasCustomPrompt="1"/>
          </p:nvPr>
        </p:nvSpPr>
        <p:spPr>
          <a:xfrm>
            <a:off x="766763" y="2379425"/>
            <a:ext cx="4572000" cy="566928"/>
          </a:xfrm>
          <a:prstGeom prst="rect">
            <a:avLst/>
          </a:prstGeom>
          <a:ln>
            <a:noFill/>
          </a:ln>
        </p:spPr>
        <p:txBody>
          <a:bodyPr wrap="square" lIns="0" tIns="0" rIns="0" bIns="0" anchor="ctr" anchorCtr="0">
            <a:noAutofit/>
          </a:bodyPr>
          <a:lstStyle>
            <a:lvl1pPr marL="285750" indent="-285750" algn="l">
              <a:buFontTx/>
              <a:buBlip>
                <a:blip r:embed="rId2"/>
              </a:buBlip>
              <a:tabLst/>
              <a:defRPr sz="1800"/>
            </a:lvl1pPr>
          </a:lstStyle>
          <a:p>
            <a:pPr algn="l"/>
            <a:r>
              <a:rPr lang="en-US" noProof="0"/>
              <a:t>Click to add agenda item 2</a:t>
            </a:r>
          </a:p>
        </p:txBody>
      </p:sp>
      <p:sp>
        <p:nvSpPr>
          <p:cNvPr id="11" name="Agenda item 3 description">
            <a:extLst>
              <a:ext uri="{FF2B5EF4-FFF2-40B4-BE49-F238E27FC236}">
                <a16:creationId xmlns:a16="http://schemas.microsoft.com/office/drawing/2014/main" id="{71486317-244D-E80A-48EE-489F2326091A}"/>
              </a:ext>
              <a:ext uri="{C183D7F6-B498-43B3-948B-1728B52AA6E4}">
                <adec:decorative xmlns:adec="http://schemas.microsoft.com/office/drawing/2017/decorative" val="0"/>
              </a:ext>
            </a:extLst>
          </p:cNvPr>
          <p:cNvSpPr>
            <a:spLocks noGrp="1"/>
          </p:cNvSpPr>
          <p:nvPr>
            <p:ph type="body" sz="quarter" idx="28" hasCustomPrompt="1"/>
          </p:nvPr>
        </p:nvSpPr>
        <p:spPr>
          <a:xfrm>
            <a:off x="766763" y="3153128"/>
            <a:ext cx="4572000" cy="566928"/>
          </a:xfrm>
          <a:prstGeom prst="rect">
            <a:avLst/>
          </a:prstGeom>
          <a:ln>
            <a:noFill/>
          </a:ln>
        </p:spPr>
        <p:txBody>
          <a:bodyPr wrap="square" lIns="0" tIns="0" rIns="0" bIns="0" anchor="ctr" anchorCtr="0">
            <a:noAutofit/>
          </a:bodyPr>
          <a:lstStyle>
            <a:lvl1pPr marL="285750" indent="-285750" algn="l">
              <a:buFontTx/>
              <a:buBlip>
                <a:blip r:embed="rId2"/>
              </a:buBlip>
              <a:tabLst/>
              <a:defRPr sz="1800"/>
            </a:lvl1pPr>
          </a:lstStyle>
          <a:p>
            <a:pPr algn="l"/>
            <a:r>
              <a:rPr lang="en-US" noProof="0"/>
              <a:t>Click to add agenda item 3</a:t>
            </a:r>
          </a:p>
        </p:txBody>
      </p:sp>
      <p:sp>
        <p:nvSpPr>
          <p:cNvPr id="13" name="Agenda item 4 description">
            <a:extLst>
              <a:ext uri="{FF2B5EF4-FFF2-40B4-BE49-F238E27FC236}">
                <a16:creationId xmlns:a16="http://schemas.microsoft.com/office/drawing/2014/main" id="{587C085A-666F-7685-37AD-9707E899EA40}"/>
              </a:ext>
              <a:ext uri="{C183D7F6-B498-43B3-948B-1728B52AA6E4}">
                <adec:decorative xmlns:adec="http://schemas.microsoft.com/office/drawing/2017/decorative" val="0"/>
              </a:ext>
            </a:extLst>
          </p:cNvPr>
          <p:cNvSpPr>
            <a:spLocks noGrp="1"/>
          </p:cNvSpPr>
          <p:nvPr>
            <p:ph type="body" sz="quarter" idx="29" hasCustomPrompt="1"/>
          </p:nvPr>
        </p:nvSpPr>
        <p:spPr>
          <a:xfrm>
            <a:off x="766763" y="3926831"/>
            <a:ext cx="4572000" cy="566928"/>
          </a:xfrm>
          <a:prstGeom prst="rect">
            <a:avLst/>
          </a:prstGeom>
          <a:ln>
            <a:noFill/>
          </a:ln>
        </p:spPr>
        <p:txBody>
          <a:bodyPr wrap="square" lIns="0" tIns="0" rIns="0" bIns="0" anchor="ctr" anchorCtr="0">
            <a:noAutofit/>
          </a:bodyPr>
          <a:lstStyle>
            <a:lvl1pPr marL="285750" indent="-285750" algn="l">
              <a:buFontTx/>
              <a:buBlip>
                <a:blip r:embed="rId2"/>
              </a:buBlip>
              <a:tabLst/>
              <a:defRPr sz="1800"/>
            </a:lvl1pPr>
          </a:lstStyle>
          <a:p>
            <a:pPr algn="l"/>
            <a:r>
              <a:rPr lang="en-US" noProof="0"/>
              <a:t>Click to add agenda item 4 or delete</a:t>
            </a:r>
          </a:p>
        </p:txBody>
      </p:sp>
      <p:sp>
        <p:nvSpPr>
          <p:cNvPr id="15" name="Agenda item 5 description">
            <a:extLst>
              <a:ext uri="{FF2B5EF4-FFF2-40B4-BE49-F238E27FC236}">
                <a16:creationId xmlns:a16="http://schemas.microsoft.com/office/drawing/2014/main" id="{B84D09D0-FA09-8D48-D485-141D5D6AB617}"/>
              </a:ext>
              <a:ext uri="{C183D7F6-B498-43B3-948B-1728B52AA6E4}">
                <adec:decorative xmlns:adec="http://schemas.microsoft.com/office/drawing/2017/decorative" val="0"/>
              </a:ext>
            </a:extLst>
          </p:cNvPr>
          <p:cNvSpPr>
            <a:spLocks noGrp="1"/>
          </p:cNvSpPr>
          <p:nvPr>
            <p:ph type="body" sz="quarter" idx="30" hasCustomPrompt="1"/>
          </p:nvPr>
        </p:nvSpPr>
        <p:spPr>
          <a:xfrm>
            <a:off x="766763" y="4700534"/>
            <a:ext cx="4572000" cy="566928"/>
          </a:xfrm>
          <a:prstGeom prst="rect">
            <a:avLst/>
          </a:prstGeom>
          <a:ln>
            <a:noFill/>
          </a:ln>
        </p:spPr>
        <p:txBody>
          <a:bodyPr wrap="square" lIns="0" tIns="0" rIns="0" bIns="0" anchor="ctr" anchorCtr="0">
            <a:noAutofit/>
          </a:bodyPr>
          <a:lstStyle>
            <a:lvl1pPr marL="285750" indent="-285750" algn="l">
              <a:buFontTx/>
              <a:buBlip>
                <a:blip r:embed="rId2"/>
              </a:buBlip>
              <a:tabLst/>
              <a:defRPr sz="1800"/>
            </a:lvl1pPr>
          </a:lstStyle>
          <a:p>
            <a:pPr algn="l"/>
            <a:r>
              <a:rPr lang="en-US" noProof="0"/>
              <a:t>Click to add agenda item 5 or delete</a:t>
            </a:r>
          </a:p>
        </p:txBody>
      </p:sp>
      <p:sp>
        <p:nvSpPr>
          <p:cNvPr id="17" name="Agenda item 6 description">
            <a:extLst>
              <a:ext uri="{FF2B5EF4-FFF2-40B4-BE49-F238E27FC236}">
                <a16:creationId xmlns:a16="http://schemas.microsoft.com/office/drawing/2014/main" id="{15923D97-A4C0-761B-93A1-D2D634A228EC}"/>
              </a:ext>
              <a:ext uri="{C183D7F6-B498-43B3-948B-1728B52AA6E4}">
                <adec:decorative xmlns:adec="http://schemas.microsoft.com/office/drawing/2017/decorative" val="0"/>
              </a:ext>
            </a:extLst>
          </p:cNvPr>
          <p:cNvSpPr>
            <a:spLocks noGrp="1"/>
          </p:cNvSpPr>
          <p:nvPr>
            <p:ph type="body" sz="quarter" idx="31" hasCustomPrompt="1"/>
          </p:nvPr>
        </p:nvSpPr>
        <p:spPr>
          <a:xfrm>
            <a:off x="766763" y="5474236"/>
            <a:ext cx="4572000" cy="566928"/>
          </a:xfrm>
          <a:prstGeom prst="rect">
            <a:avLst/>
          </a:prstGeom>
          <a:ln>
            <a:noFill/>
          </a:ln>
        </p:spPr>
        <p:txBody>
          <a:bodyPr wrap="square" lIns="0" tIns="0" rIns="0" bIns="0" anchor="ctr" anchorCtr="0">
            <a:noAutofit/>
          </a:bodyPr>
          <a:lstStyle>
            <a:lvl1pPr marL="285750" indent="-285750" algn="l">
              <a:buFontTx/>
              <a:buBlip>
                <a:blip r:embed="rId2"/>
              </a:buBlip>
              <a:tabLst/>
              <a:defRPr sz="1800"/>
            </a:lvl1pPr>
          </a:lstStyle>
          <a:p>
            <a:pPr algn="l"/>
            <a:r>
              <a:rPr lang="en-US" noProof="0"/>
              <a:t>Click to add agenda item 6 or delete</a:t>
            </a:r>
          </a:p>
        </p:txBody>
      </p:sp>
      <p:sp>
        <p:nvSpPr>
          <p:cNvPr id="26" name="Agenda item 7 description">
            <a:extLst>
              <a:ext uri="{FF2B5EF4-FFF2-40B4-BE49-F238E27FC236}">
                <a16:creationId xmlns:a16="http://schemas.microsoft.com/office/drawing/2014/main" id="{8CC9E50C-3FB3-8E10-8031-E225A7C9D7FB}"/>
              </a:ext>
              <a:ext uri="{C183D7F6-B498-43B3-948B-1728B52AA6E4}">
                <adec:decorative xmlns:adec="http://schemas.microsoft.com/office/drawing/2017/decorative" val="0"/>
              </a:ext>
            </a:extLst>
          </p:cNvPr>
          <p:cNvSpPr>
            <a:spLocks noGrp="1"/>
          </p:cNvSpPr>
          <p:nvPr>
            <p:ph type="body" sz="quarter" idx="38" hasCustomPrompt="1"/>
          </p:nvPr>
        </p:nvSpPr>
        <p:spPr>
          <a:xfrm>
            <a:off x="6103394" y="1600200"/>
            <a:ext cx="4572000" cy="566928"/>
          </a:xfrm>
          <a:prstGeom prst="rect">
            <a:avLst/>
          </a:prstGeom>
          <a:ln>
            <a:noFill/>
          </a:ln>
        </p:spPr>
        <p:txBody>
          <a:bodyPr wrap="square" lIns="0" tIns="0" rIns="0" bIns="0" anchor="ctr" anchorCtr="0">
            <a:noAutofit/>
          </a:bodyPr>
          <a:lstStyle>
            <a:lvl1pPr marL="285750" indent="-285750" algn="l">
              <a:buFontTx/>
              <a:buBlip>
                <a:blip r:embed="rId2"/>
              </a:buBlip>
              <a:tabLst/>
              <a:defRPr sz="1800"/>
            </a:lvl1pPr>
          </a:lstStyle>
          <a:p>
            <a:pPr algn="l"/>
            <a:r>
              <a:rPr lang="en-US" noProof="0"/>
              <a:t>Click to add agenda item 7 or delete</a:t>
            </a:r>
          </a:p>
        </p:txBody>
      </p:sp>
      <p:sp>
        <p:nvSpPr>
          <p:cNvPr id="27" name="Agenda item 8 description">
            <a:extLst>
              <a:ext uri="{FF2B5EF4-FFF2-40B4-BE49-F238E27FC236}">
                <a16:creationId xmlns:a16="http://schemas.microsoft.com/office/drawing/2014/main" id="{F8C99894-7E03-C896-81C5-D3E3E4283DCA}"/>
              </a:ext>
              <a:ext uri="{C183D7F6-B498-43B3-948B-1728B52AA6E4}">
                <adec:decorative xmlns:adec="http://schemas.microsoft.com/office/drawing/2017/decorative" val="0"/>
              </a:ext>
            </a:extLst>
          </p:cNvPr>
          <p:cNvSpPr>
            <a:spLocks noGrp="1"/>
          </p:cNvSpPr>
          <p:nvPr>
            <p:ph type="body" sz="quarter" idx="39" hasCustomPrompt="1"/>
          </p:nvPr>
        </p:nvSpPr>
        <p:spPr>
          <a:xfrm>
            <a:off x="6103394" y="2379425"/>
            <a:ext cx="4572000" cy="566928"/>
          </a:xfrm>
          <a:prstGeom prst="rect">
            <a:avLst/>
          </a:prstGeom>
          <a:ln>
            <a:noFill/>
          </a:ln>
        </p:spPr>
        <p:txBody>
          <a:bodyPr wrap="square" lIns="0" tIns="0" rIns="0" bIns="0" anchor="ctr" anchorCtr="0">
            <a:noAutofit/>
          </a:bodyPr>
          <a:lstStyle>
            <a:lvl1pPr marL="285750" indent="-285750" algn="l">
              <a:buFontTx/>
              <a:buBlip>
                <a:blip r:embed="rId2"/>
              </a:buBlip>
              <a:tabLst/>
              <a:defRPr sz="1800"/>
            </a:lvl1pPr>
          </a:lstStyle>
          <a:p>
            <a:pPr algn="l"/>
            <a:r>
              <a:rPr lang="en-US" noProof="0"/>
              <a:t>Click to add agenda item 8 or delete</a:t>
            </a:r>
          </a:p>
        </p:txBody>
      </p:sp>
      <p:sp>
        <p:nvSpPr>
          <p:cNvPr id="28" name="Agenda item 9 description">
            <a:extLst>
              <a:ext uri="{FF2B5EF4-FFF2-40B4-BE49-F238E27FC236}">
                <a16:creationId xmlns:a16="http://schemas.microsoft.com/office/drawing/2014/main" id="{6AD70C5E-C60E-6351-E0AD-35AC67F867CE}"/>
              </a:ext>
              <a:ext uri="{C183D7F6-B498-43B3-948B-1728B52AA6E4}">
                <adec:decorative xmlns:adec="http://schemas.microsoft.com/office/drawing/2017/decorative" val="0"/>
              </a:ext>
            </a:extLst>
          </p:cNvPr>
          <p:cNvSpPr>
            <a:spLocks noGrp="1"/>
          </p:cNvSpPr>
          <p:nvPr userDrawn="1">
            <p:ph type="body" sz="quarter" idx="40" hasCustomPrompt="1"/>
          </p:nvPr>
        </p:nvSpPr>
        <p:spPr>
          <a:xfrm>
            <a:off x="6103394" y="3153128"/>
            <a:ext cx="4572000" cy="566928"/>
          </a:xfrm>
          <a:prstGeom prst="rect">
            <a:avLst/>
          </a:prstGeom>
          <a:ln>
            <a:noFill/>
          </a:ln>
        </p:spPr>
        <p:txBody>
          <a:bodyPr wrap="square" lIns="0" tIns="0" rIns="0" bIns="0" anchor="ctr" anchorCtr="0">
            <a:noAutofit/>
          </a:bodyPr>
          <a:lstStyle>
            <a:lvl1pPr marL="285750" indent="-285750" algn="l">
              <a:buFontTx/>
              <a:buBlip>
                <a:blip r:embed="rId2"/>
              </a:buBlip>
              <a:tabLst/>
              <a:defRPr sz="1800"/>
            </a:lvl1pPr>
          </a:lstStyle>
          <a:p>
            <a:pPr algn="l"/>
            <a:r>
              <a:rPr lang="en-US" noProof="0"/>
              <a:t>Click to add agenda item 9 or delete</a:t>
            </a:r>
          </a:p>
        </p:txBody>
      </p:sp>
      <p:sp>
        <p:nvSpPr>
          <p:cNvPr id="29" name="Agenda item 10 description">
            <a:extLst>
              <a:ext uri="{FF2B5EF4-FFF2-40B4-BE49-F238E27FC236}">
                <a16:creationId xmlns:a16="http://schemas.microsoft.com/office/drawing/2014/main" id="{73E0F363-7FBA-B1FD-FB13-1A6C322A02CF}"/>
              </a:ext>
              <a:ext uri="{C183D7F6-B498-43B3-948B-1728B52AA6E4}">
                <adec:decorative xmlns:adec="http://schemas.microsoft.com/office/drawing/2017/decorative" val="0"/>
              </a:ext>
            </a:extLst>
          </p:cNvPr>
          <p:cNvSpPr>
            <a:spLocks noGrp="1"/>
          </p:cNvSpPr>
          <p:nvPr userDrawn="1">
            <p:ph type="body" sz="quarter" idx="41" hasCustomPrompt="1"/>
          </p:nvPr>
        </p:nvSpPr>
        <p:spPr>
          <a:xfrm>
            <a:off x="6103394" y="3926831"/>
            <a:ext cx="4572000" cy="566928"/>
          </a:xfrm>
          <a:prstGeom prst="rect">
            <a:avLst/>
          </a:prstGeom>
          <a:ln>
            <a:noFill/>
          </a:ln>
        </p:spPr>
        <p:txBody>
          <a:bodyPr wrap="square" lIns="0" tIns="0" rIns="0" bIns="0" anchor="ctr" anchorCtr="0">
            <a:noAutofit/>
          </a:bodyPr>
          <a:lstStyle>
            <a:lvl1pPr marL="285750" indent="-285750" algn="l">
              <a:buFontTx/>
              <a:buBlip>
                <a:blip r:embed="rId2"/>
              </a:buBlip>
              <a:tabLst/>
              <a:defRPr sz="1800"/>
            </a:lvl1pPr>
          </a:lstStyle>
          <a:p>
            <a:pPr algn="l"/>
            <a:r>
              <a:rPr lang="en-US" noProof="0"/>
              <a:t>Click to add agenda item 10 or delete</a:t>
            </a:r>
          </a:p>
        </p:txBody>
      </p:sp>
      <p:sp>
        <p:nvSpPr>
          <p:cNvPr id="30" name="Agenda item 11 description">
            <a:extLst>
              <a:ext uri="{FF2B5EF4-FFF2-40B4-BE49-F238E27FC236}">
                <a16:creationId xmlns:a16="http://schemas.microsoft.com/office/drawing/2014/main" id="{D58ED04A-7400-00EC-8982-A1E1CFEFA686}"/>
              </a:ext>
              <a:ext uri="{C183D7F6-B498-43B3-948B-1728B52AA6E4}">
                <adec:decorative xmlns:adec="http://schemas.microsoft.com/office/drawing/2017/decorative" val="0"/>
              </a:ext>
            </a:extLst>
          </p:cNvPr>
          <p:cNvSpPr>
            <a:spLocks noGrp="1"/>
          </p:cNvSpPr>
          <p:nvPr userDrawn="1">
            <p:ph type="body" sz="quarter" idx="42" hasCustomPrompt="1"/>
          </p:nvPr>
        </p:nvSpPr>
        <p:spPr>
          <a:xfrm>
            <a:off x="6103394" y="4700534"/>
            <a:ext cx="4572000" cy="566928"/>
          </a:xfrm>
          <a:prstGeom prst="rect">
            <a:avLst/>
          </a:prstGeom>
          <a:ln>
            <a:noFill/>
          </a:ln>
        </p:spPr>
        <p:txBody>
          <a:bodyPr wrap="square" lIns="0" tIns="0" rIns="0" bIns="0" anchor="ctr" anchorCtr="0">
            <a:noAutofit/>
          </a:bodyPr>
          <a:lstStyle>
            <a:lvl1pPr marL="285750" indent="-285750" algn="l">
              <a:buFontTx/>
              <a:buBlip>
                <a:blip r:embed="rId2"/>
              </a:buBlip>
              <a:tabLst/>
              <a:defRPr sz="1800"/>
            </a:lvl1pPr>
          </a:lstStyle>
          <a:p>
            <a:pPr algn="l"/>
            <a:r>
              <a:rPr lang="en-US" noProof="0"/>
              <a:t>Click to add agenda item 11 or delete</a:t>
            </a:r>
          </a:p>
        </p:txBody>
      </p:sp>
      <p:sp>
        <p:nvSpPr>
          <p:cNvPr id="31" name="Agenda item 12 description">
            <a:extLst>
              <a:ext uri="{FF2B5EF4-FFF2-40B4-BE49-F238E27FC236}">
                <a16:creationId xmlns:a16="http://schemas.microsoft.com/office/drawing/2014/main" id="{91054C35-1504-9990-BDEF-C88B0598C605}"/>
              </a:ext>
              <a:ext uri="{C183D7F6-B498-43B3-948B-1728B52AA6E4}">
                <adec:decorative xmlns:adec="http://schemas.microsoft.com/office/drawing/2017/decorative" val="0"/>
              </a:ext>
            </a:extLst>
          </p:cNvPr>
          <p:cNvSpPr>
            <a:spLocks noGrp="1"/>
          </p:cNvSpPr>
          <p:nvPr userDrawn="1">
            <p:ph type="body" sz="quarter" idx="43" hasCustomPrompt="1"/>
          </p:nvPr>
        </p:nvSpPr>
        <p:spPr>
          <a:xfrm>
            <a:off x="6103394" y="5474236"/>
            <a:ext cx="4572000" cy="566928"/>
          </a:xfrm>
          <a:prstGeom prst="rect">
            <a:avLst/>
          </a:prstGeom>
          <a:ln>
            <a:noFill/>
          </a:ln>
        </p:spPr>
        <p:txBody>
          <a:bodyPr wrap="square" lIns="0" tIns="0" rIns="0" bIns="0" anchor="ctr" anchorCtr="0">
            <a:noAutofit/>
          </a:bodyPr>
          <a:lstStyle>
            <a:lvl1pPr marL="285750" indent="-285750" algn="l">
              <a:buFontTx/>
              <a:buBlip>
                <a:blip r:embed="rId2"/>
              </a:buBlip>
              <a:tabLst/>
              <a:defRPr sz="1800"/>
            </a:lvl1pPr>
          </a:lstStyle>
          <a:p>
            <a:pPr algn="l"/>
            <a:r>
              <a:rPr lang="en-US" noProof="0"/>
              <a:t>Click to add agenda item 12 or delete</a:t>
            </a:r>
          </a:p>
        </p:txBody>
      </p:sp>
      <p:sp>
        <p:nvSpPr>
          <p:cNvPr id="4" name="Footer Placeholder 3">
            <a:extLst>
              <a:ext uri="{FF2B5EF4-FFF2-40B4-BE49-F238E27FC236}">
                <a16:creationId xmlns:a16="http://schemas.microsoft.com/office/drawing/2014/main" id="{EA00DBC9-3586-A9CB-3BAD-7A1413F7A744}"/>
              </a:ext>
              <a:ext uri="{C183D7F6-B498-43B3-948B-1728B52AA6E4}">
                <adec:decorative xmlns:adec="http://schemas.microsoft.com/office/drawing/2017/decorative" val="1"/>
              </a:ext>
            </a:extLst>
          </p:cNvPr>
          <p:cNvSpPr>
            <a:spLocks noGrp="1"/>
          </p:cNvSpPr>
          <p:nvPr>
            <p:ph type="ftr" sz="quarter" idx="51"/>
          </p:nvPr>
        </p:nvSpPr>
        <p:spPr>
          <a:xfrm>
            <a:off x="4038600" y="6967728"/>
            <a:ext cx="4114800" cy="137160"/>
          </a:xfrm>
        </p:spPr>
        <p:txBody>
          <a:bodyPr/>
          <a:lstStyle/>
          <a:p>
            <a:endParaRPr lang="en-US" noProof="0"/>
          </a:p>
        </p:txBody>
      </p:sp>
      <p:sp>
        <p:nvSpPr>
          <p:cNvPr id="7" name="Slide Number Placeholder">
            <a:extLst>
              <a:ext uri="{FF2B5EF4-FFF2-40B4-BE49-F238E27FC236}">
                <a16:creationId xmlns:a16="http://schemas.microsoft.com/office/drawing/2014/main" id="{72679693-BA13-5E4E-91BE-1606A75B027B}"/>
              </a:ext>
              <a:ext uri="{C183D7F6-B498-43B3-948B-1728B52AA6E4}">
                <adec:decorative xmlns:adec="http://schemas.microsoft.com/office/drawing/2017/decorative" val="1"/>
              </a:ext>
            </a:extLst>
          </p:cNvPr>
          <p:cNvSpPr>
            <a:spLocks noGrp="1"/>
          </p:cNvSpPr>
          <p:nvPr userDrawn="1">
            <p:ph type="sldNum" sz="quarter" idx="4"/>
          </p:nvPr>
        </p:nvSpPr>
        <p:spPr>
          <a:xfrm>
            <a:off x="11163034" y="6967728"/>
            <a:ext cx="261660" cy="137160"/>
          </a:xfrm>
          <a:prstGeom prst="rect">
            <a:avLst/>
          </a:prstGeom>
        </p:spPr>
        <p:txBody>
          <a:bodyPr wrap="square" lIns="0" tIns="0" rIns="0" bIns="0" anchor="ctr" anchorCtr="0">
            <a:noAutofit/>
          </a:bodyPr>
          <a:lstStyle>
            <a:lvl1pPr algn="r">
              <a:defRPr lang="en-GB" sz="900" kern="1200" noProof="0" smtClean="0">
                <a:solidFill>
                  <a:srgbClr val="E6E6E6"/>
                </a:solidFill>
                <a:latin typeface="+mn-lt"/>
                <a:ea typeface="+mn-ea"/>
                <a:cs typeface="Arial" pitchFamily="34" charset="0"/>
              </a:defRPr>
            </a:lvl1pPr>
          </a:lstStyle>
          <a:p>
            <a:fld id="{525A3C56-E491-49B2-93F3-63532DF516BC}" type="slidenum">
              <a:rPr lang="en-US" noProof="0" smtClean="0"/>
              <a:pPr/>
              <a:t>‹n°›</a:t>
            </a:fld>
            <a:endParaRPr lang="en-US" noProof="0"/>
          </a:p>
        </p:txBody>
      </p:sp>
    </p:spTree>
    <p:extLst>
      <p:ext uri="{BB962C8B-B14F-4D97-AF65-F5344CB8AC3E}">
        <p14:creationId xmlns:p14="http://schemas.microsoft.com/office/powerpoint/2010/main" val="3442298341"/>
      </p:ext>
    </p:extLst>
  </p:cSld>
  <p:clrMapOvr>
    <a:masterClrMapping/>
  </p:clrMapOvr>
  <p:transition/>
  <p:extLst>
    <p:ext uri="{DCECCB84-F9BA-43D5-87BE-67443E8EF086}">
      <p15:sldGuideLst xmlns:p15="http://schemas.microsoft.com/office/powerpoint/2012/main">
        <p15:guide id="2" pos="3840" userDrawn="1">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Agenda slide – Layout 3">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3DCF1F9B-DAF3-A533-33E8-B570CC80CEB9}"/>
              </a:ext>
            </a:extLst>
          </p:cNvPr>
          <p:cNvSpPr>
            <a:spLocks noGrp="1"/>
          </p:cNvSpPr>
          <p:nvPr>
            <p:ph type="title" hasCustomPrompt="1"/>
          </p:nvPr>
        </p:nvSpPr>
        <p:spPr/>
        <p:txBody>
          <a:bodyPr/>
          <a:lstStyle/>
          <a:p>
            <a:r>
              <a:rPr lang="en-US"/>
              <a:t>Agenda slide layout 3 - click to add title</a:t>
            </a:r>
          </a:p>
        </p:txBody>
      </p:sp>
      <p:sp>
        <p:nvSpPr>
          <p:cNvPr id="5" name="Agenda item 1 description">
            <a:extLst>
              <a:ext uri="{FF2B5EF4-FFF2-40B4-BE49-F238E27FC236}">
                <a16:creationId xmlns:a16="http://schemas.microsoft.com/office/drawing/2014/main" id="{410433DD-6F83-F577-A641-A48EC3FC032A}"/>
              </a:ext>
              <a:ext uri="{C183D7F6-B498-43B3-948B-1728B52AA6E4}">
                <adec:decorative xmlns:adec="http://schemas.microsoft.com/office/drawing/2017/decorative" val="0"/>
              </a:ext>
            </a:extLst>
          </p:cNvPr>
          <p:cNvSpPr>
            <a:spLocks noGrp="1"/>
          </p:cNvSpPr>
          <p:nvPr>
            <p:ph type="body" sz="quarter" idx="16" hasCustomPrompt="1"/>
          </p:nvPr>
        </p:nvSpPr>
        <p:spPr>
          <a:xfrm>
            <a:off x="768096" y="1773936"/>
            <a:ext cx="2286000" cy="1828800"/>
          </a:xfrm>
          <a:prstGeom prst="rect">
            <a:avLst/>
          </a:prstGeom>
          <a:ln>
            <a:solidFill>
              <a:srgbClr val="D2D2D2"/>
            </a:solidFill>
          </a:ln>
        </p:spPr>
        <p:txBody>
          <a:bodyPr wrap="square" lIns="228600" tIns="457200" rIns="182880" bIns="0" anchor="t" anchorCtr="1">
            <a:noAutofit/>
          </a:bodyPr>
          <a:lstStyle>
            <a:lvl1pPr marL="12700" indent="-12700" algn="ctr">
              <a:buNone/>
              <a:tabLst/>
              <a:defRPr sz="1600"/>
            </a:lvl1pPr>
          </a:lstStyle>
          <a:p>
            <a:pPr algn="l"/>
            <a:r>
              <a:rPr lang="en-US" noProof="0"/>
              <a:t>Click to add agenda item 1</a:t>
            </a:r>
          </a:p>
        </p:txBody>
      </p:sp>
      <p:sp>
        <p:nvSpPr>
          <p:cNvPr id="3" name="Agenda item 1">
            <a:extLst>
              <a:ext uri="{FF2B5EF4-FFF2-40B4-BE49-F238E27FC236}">
                <a16:creationId xmlns:a16="http://schemas.microsoft.com/office/drawing/2014/main" id="{EEE8292D-DDC8-29D0-F22E-7DA0659D55D9}"/>
              </a:ext>
              <a:ext uri="{C183D7F6-B498-43B3-948B-1728B52AA6E4}">
                <adec:decorative xmlns:adec="http://schemas.microsoft.com/office/drawing/2017/decorative" val="1"/>
              </a:ext>
            </a:extLst>
          </p:cNvPr>
          <p:cNvSpPr>
            <a:spLocks noGrp="1"/>
          </p:cNvSpPr>
          <p:nvPr>
            <p:ph type="body" sz="quarter" idx="17" hasCustomPrompt="1"/>
          </p:nvPr>
        </p:nvSpPr>
        <p:spPr>
          <a:xfrm>
            <a:off x="1548512" y="1517904"/>
            <a:ext cx="709406" cy="567790"/>
          </a:xfrm>
          <a:prstGeom prst="rect">
            <a:avLst/>
          </a:prstGeom>
          <a:solidFill>
            <a:schemeClr val="bg1"/>
          </a:solidFill>
        </p:spPr>
        <p:txBody>
          <a:bodyPr wrap="square" lIns="0" tIns="0" rIns="0" bIns="0" anchor="ctr" anchorCtr="0">
            <a:noAutofit/>
          </a:bodyPr>
          <a:lstStyle>
            <a:lvl1pPr marL="0" marR="0" indent="0" algn="ctr" defTabSz="914400" rtl="0" eaLnBrk="1" fontAlgn="auto" latinLnBrk="0" hangingPunct="1">
              <a:lnSpc>
                <a:spcPct val="100000"/>
              </a:lnSpc>
              <a:spcBef>
                <a:spcPts val="0"/>
              </a:spcBef>
              <a:spcAft>
                <a:spcPts val="0"/>
              </a:spcAft>
              <a:buClrTx/>
              <a:buSzTx/>
              <a:buFontTx/>
              <a:buNone/>
              <a:tabLst/>
              <a:defRPr sz="2800">
                <a:gradFill>
                  <a:gsLst>
                    <a:gs pos="60000">
                      <a:srgbClr val="A82465"/>
                    </a:gs>
                    <a:gs pos="0">
                      <a:srgbClr val="E31937"/>
                    </a:gs>
                    <a:gs pos="100000">
                      <a:srgbClr val="5236AB"/>
                    </a:gs>
                  </a:gsLst>
                  <a:lin ang="0" scaled="0"/>
                </a:gradFill>
                <a:latin typeface="+mj-lt"/>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gradFill>
                  <a:gsLst>
                    <a:gs pos="60000">
                      <a:srgbClr val="A82465"/>
                    </a:gs>
                    <a:gs pos="0">
                      <a:srgbClr val="E31937"/>
                    </a:gs>
                    <a:gs pos="100000">
                      <a:srgbClr val="5236AB"/>
                    </a:gs>
                  </a:gsLst>
                  <a:lin ang="0" scaled="0"/>
                </a:gradFill>
                <a:effectLst/>
                <a:uLnTx/>
                <a:uFillTx/>
                <a:latin typeface="+mn-lt"/>
                <a:ea typeface="+mn-ea"/>
                <a:cs typeface="+mn-cs"/>
              </a:rPr>
              <a:t>XX</a:t>
            </a:r>
            <a:endParaRPr lang="en-US" noProof="0"/>
          </a:p>
        </p:txBody>
      </p:sp>
      <p:sp>
        <p:nvSpPr>
          <p:cNvPr id="32" name="Agenda item 2 description">
            <a:extLst>
              <a:ext uri="{FF2B5EF4-FFF2-40B4-BE49-F238E27FC236}">
                <a16:creationId xmlns:a16="http://schemas.microsoft.com/office/drawing/2014/main" id="{B179BF33-B1BE-6230-6D6A-DC6E89E6F636}"/>
              </a:ext>
            </a:extLst>
          </p:cNvPr>
          <p:cNvSpPr>
            <a:spLocks noGrp="1"/>
          </p:cNvSpPr>
          <p:nvPr>
            <p:ph type="body" sz="quarter" idx="12" hasCustomPrompt="1"/>
          </p:nvPr>
        </p:nvSpPr>
        <p:spPr>
          <a:xfrm>
            <a:off x="3557016" y="1773936"/>
            <a:ext cx="2286000" cy="1828800"/>
          </a:xfrm>
          <a:prstGeom prst="rect">
            <a:avLst/>
          </a:prstGeom>
          <a:ln>
            <a:solidFill>
              <a:srgbClr val="D2D2D2"/>
            </a:solidFill>
          </a:ln>
        </p:spPr>
        <p:txBody>
          <a:bodyPr wrap="square" lIns="228600" tIns="457200" rIns="182880" bIns="0" anchor="t" anchorCtr="1">
            <a:noAutofit/>
          </a:bodyPr>
          <a:lstStyle>
            <a:lvl1pPr marL="12700" indent="-12700" algn="ctr">
              <a:buNone/>
              <a:tabLst/>
              <a:defRPr sz="1600"/>
            </a:lvl1pPr>
          </a:lstStyle>
          <a:p>
            <a:pPr algn="l"/>
            <a:r>
              <a:rPr lang="en-US" noProof="0"/>
              <a:t>Click to add agenda item 2</a:t>
            </a:r>
          </a:p>
        </p:txBody>
      </p:sp>
      <p:sp>
        <p:nvSpPr>
          <p:cNvPr id="13" name="Agenda item 2">
            <a:extLst>
              <a:ext uri="{FF2B5EF4-FFF2-40B4-BE49-F238E27FC236}">
                <a16:creationId xmlns:a16="http://schemas.microsoft.com/office/drawing/2014/main" id="{A945F926-1515-CC75-1672-68C0DC40D0A6}"/>
              </a:ext>
              <a:ext uri="{C183D7F6-B498-43B3-948B-1728B52AA6E4}">
                <adec:decorative xmlns:adec="http://schemas.microsoft.com/office/drawing/2017/decorative" val="1"/>
              </a:ext>
            </a:extLst>
          </p:cNvPr>
          <p:cNvSpPr>
            <a:spLocks noGrp="1"/>
          </p:cNvSpPr>
          <p:nvPr>
            <p:ph type="body" sz="quarter" idx="19" hasCustomPrompt="1"/>
          </p:nvPr>
        </p:nvSpPr>
        <p:spPr>
          <a:xfrm>
            <a:off x="4347274" y="1517904"/>
            <a:ext cx="708214" cy="567790"/>
          </a:xfrm>
          <a:prstGeom prst="rect">
            <a:avLst/>
          </a:prstGeom>
          <a:solidFill>
            <a:schemeClr val="bg1"/>
          </a:solidFill>
        </p:spPr>
        <p:txBody>
          <a:bodyPr wrap="square" lIns="0" tIns="0" rIns="0" bIns="0" anchor="ctr" anchorCtr="0">
            <a:noAutofit/>
          </a:bodyPr>
          <a:lstStyle>
            <a:lvl1pPr marL="0" marR="0" indent="0" algn="ctr" defTabSz="914400" rtl="0" eaLnBrk="1" fontAlgn="auto" latinLnBrk="0" hangingPunct="1">
              <a:lnSpc>
                <a:spcPct val="100000"/>
              </a:lnSpc>
              <a:spcBef>
                <a:spcPts val="0"/>
              </a:spcBef>
              <a:spcAft>
                <a:spcPts val="0"/>
              </a:spcAft>
              <a:buClrTx/>
              <a:buSzTx/>
              <a:buFontTx/>
              <a:buNone/>
              <a:tabLst/>
              <a:defRPr sz="2800">
                <a:gradFill>
                  <a:gsLst>
                    <a:gs pos="60000">
                      <a:srgbClr val="A82465"/>
                    </a:gs>
                    <a:gs pos="0">
                      <a:srgbClr val="E31937"/>
                    </a:gs>
                    <a:gs pos="100000">
                      <a:srgbClr val="5236AB"/>
                    </a:gs>
                  </a:gsLst>
                  <a:lin ang="0" scaled="0"/>
                </a:gradFill>
                <a:latin typeface="+mj-lt"/>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gradFill>
                  <a:gsLst>
                    <a:gs pos="60000">
                      <a:srgbClr val="A82465"/>
                    </a:gs>
                    <a:gs pos="0">
                      <a:srgbClr val="E31937"/>
                    </a:gs>
                    <a:gs pos="100000">
                      <a:srgbClr val="5236AB"/>
                    </a:gs>
                  </a:gsLst>
                  <a:lin ang="0" scaled="0"/>
                </a:gradFill>
                <a:effectLst/>
                <a:uLnTx/>
                <a:uFillTx/>
                <a:latin typeface="+mn-lt"/>
                <a:ea typeface="+mn-ea"/>
                <a:cs typeface="+mn-cs"/>
              </a:rPr>
              <a:t>XX</a:t>
            </a:r>
            <a:endParaRPr lang="en-US" sz="2800" noProof="0"/>
          </a:p>
        </p:txBody>
      </p:sp>
      <p:sp>
        <p:nvSpPr>
          <p:cNvPr id="34" name="Agenda item 3 description">
            <a:extLst>
              <a:ext uri="{FF2B5EF4-FFF2-40B4-BE49-F238E27FC236}">
                <a16:creationId xmlns:a16="http://schemas.microsoft.com/office/drawing/2014/main" id="{38110207-8C1A-7C2A-F187-7B96C523CDB2}"/>
              </a:ext>
            </a:extLst>
          </p:cNvPr>
          <p:cNvSpPr>
            <a:spLocks noGrp="1"/>
          </p:cNvSpPr>
          <p:nvPr>
            <p:ph type="body" sz="quarter" idx="13" hasCustomPrompt="1"/>
          </p:nvPr>
        </p:nvSpPr>
        <p:spPr>
          <a:xfrm>
            <a:off x="6355080" y="1773936"/>
            <a:ext cx="2286000" cy="1828800"/>
          </a:xfrm>
          <a:prstGeom prst="rect">
            <a:avLst/>
          </a:prstGeom>
          <a:ln>
            <a:solidFill>
              <a:srgbClr val="D2D2D2"/>
            </a:solidFill>
          </a:ln>
        </p:spPr>
        <p:txBody>
          <a:bodyPr wrap="square" lIns="228600" tIns="457200" rIns="182880" bIns="0" anchor="t" anchorCtr="1">
            <a:noAutofit/>
          </a:bodyPr>
          <a:lstStyle>
            <a:lvl1pPr marL="12700" indent="-12700" algn="ctr">
              <a:buNone/>
              <a:tabLst/>
              <a:defRPr sz="1600"/>
            </a:lvl1pPr>
          </a:lstStyle>
          <a:p>
            <a:pPr algn="l"/>
            <a:r>
              <a:rPr lang="en-US" noProof="0"/>
              <a:t>Click to add agenda item 3</a:t>
            </a:r>
          </a:p>
        </p:txBody>
      </p:sp>
      <p:sp>
        <p:nvSpPr>
          <p:cNvPr id="33" name="Agenda item 3">
            <a:extLst>
              <a:ext uri="{FF2B5EF4-FFF2-40B4-BE49-F238E27FC236}">
                <a16:creationId xmlns:a16="http://schemas.microsoft.com/office/drawing/2014/main" id="{28E0D5AF-2A48-3135-18FA-75FF0C81A0C2}"/>
              </a:ext>
              <a:ext uri="{C183D7F6-B498-43B3-948B-1728B52AA6E4}">
                <adec:decorative xmlns:adec="http://schemas.microsoft.com/office/drawing/2017/decorative" val="1"/>
              </a:ext>
            </a:extLst>
          </p:cNvPr>
          <p:cNvSpPr>
            <a:spLocks noGrp="1"/>
          </p:cNvSpPr>
          <p:nvPr>
            <p:ph type="body" sz="quarter" idx="20" hasCustomPrompt="1"/>
          </p:nvPr>
        </p:nvSpPr>
        <p:spPr>
          <a:xfrm>
            <a:off x="7141274" y="1517904"/>
            <a:ext cx="708214" cy="567790"/>
          </a:xfrm>
          <a:prstGeom prst="rect">
            <a:avLst/>
          </a:prstGeom>
          <a:solidFill>
            <a:schemeClr val="bg1"/>
          </a:solidFill>
        </p:spPr>
        <p:txBody>
          <a:bodyPr wrap="square" lIns="0" tIns="0" rIns="0" bIns="0" anchor="ctr" anchorCtr="0">
            <a:noAutofit/>
          </a:bodyPr>
          <a:lstStyle>
            <a:lvl1pPr marL="0" marR="0" indent="0" algn="ctr" defTabSz="914400" rtl="0" eaLnBrk="1" fontAlgn="auto" latinLnBrk="0" hangingPunct="1">
              <a:lnSpc>
                <a:spcPct val="100000"/>
              </a:lnSpc>
              <a:spcBef>
                <a:spcPts val="0"/>
              </a:spcBef>
              <a:spcAft>
                <a:spcPts val="0"/>
              </a:spcAft>
              <a:buClrTx/>
              <a:buSzTx/>
              <a:buFontTx/>
              <a:buNone/>
              <a:tabLst/>
              <a:defRPr sz="2800">
                <a:gradFill>
                  <a:gsLst>
                    <a:gs pos="60000">
                      <a:srgbClr val="A82465"/>
                    </a:gs>
                    <a:gs pos="0">
                      <a:srgbClr val="E31937"/>
                    </a:gs>
                    <a:gs pos="100000">
                      <a:srgbClr val="5236AB"/>
                    </a:gs>
                  </a:gsLst>
                  <a:lin ang="0" scaled="0"/>
                </a:gradFill>
                <a:latin typeface="+mj-lt"/>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gradFill>
                  <a:gsLst>
                    <a:gs pos="60000">
                      <a:srgbClr val="A82465"/>
                    </a:gs>
                    <a:gs pos="0">
                      <a:srgbClr val="E31937"/>
                    </a:gs>
                    <a:gs pos="100000">
                      <a:srgbClr val="5236AB"/>
                    </a:gs>
                  </a:gsLst>
                  <a:lin ang="0" scaled="0"/>
                </a:gradFill>
                <a:effectLst/>
                <a:uLnTx/>
                <a:uFillTx/>
                <a:latin typeface="+mn-lt"/>
                <a:ea typeface="+mn-ea"/>
                <a:cs typeface="+mn-cs"/>
              </a:rPr>
              <a:t>XX</a:t>
            </a:r>
            <a:endParaRPr lang="en-US" sz="2800" noProof="0"/>
          </a:p>
        </p:txBody>
      </p:sp>
      <p:sp>
        <p:nvSpPr>
          <p:cNvPr id="36" name="Agenda item 4 description">
            <a:extLst>
              <a:ext uri="{FF2B5EF4-FFF2-40B4-BE49-F238E27FC236}">
                <a16:creationId xmlns:a16="http://schemas.microsoft.com/office/drawing/2014/main" id="{1EF49AA8-99F9-DFFE-2924-2F2203B07183}"/>
              </a:ext>
            </a:extLst>
          </p:cNvPr>
          <p:cNvSpPr>
            <a:spLocks noGrp="1"/>
          </p:cNvSpPr>
          <p:nvPr>
            <p:ph type="body" sz="quarter" idx="18" hasCustomPrompt="1"/>
          </p:nvPr>
        </p:nvSpPr>
        <p:spPr>
          <a:xfrm>
            <a:off x="9156855" y="1773936"/>
            <a:ext cx="2286000" cy="1828800"/>
          </a:xfrm>
          <a:prstGeom prst="rect">
            <a:avLst/>
          </a:prstGeom>
          <a:ln>
            <a:solidFill>
              <a:srgbClr val="D2D2D2"/>
            </a:solidFill>
          </a:ln>
        </p:spPr>
        <p:txBody>
          <a:bodyPr wrap="square" lIns="228600" tIns="457200" rIns="182880" bIns="0" anchor="t" anchorCtr="1">
            <a:noAutofit/>
          </a:bodyPr>
          <a:lstStyle>
            <a:lvl1pPr marL="12700" indent="-12700" algn="ctr">
              <a:buNone/>
              <a:tabLst/>
              <a:defRPr sz="1600"/>
            </a:lvl1pPr>
          </a:lstStyle>
          <a:p>
            <a:pPr algn="l"/>
            <a:r>
              <a:rPr lang="en-US" noProof="0"/>
              <a:t>Click to add agenda item 4</a:t>
            </a:r>
          </a:p>
        </p:txBody>
      </p:sp>
      <p:sp>
        <p:nvSpPr>
          <p:cNvPr id="35" name="Agenda item 4">
            <a:extLst>
              <a:ext uri="{FF2B5EF4-FFF2-40B4-BE49-F238E27FC236}">
                <a16:creationId xmlns:a16="http://schemas.microsoft.com/office/drawing/2014/main" id="{28922037-033C-4B02-F191-D7A10C3B2895}"/>
              </a:ext>
              <a:ext uri="{C183D7F6-B498-43B3-948B-1728B52AA6E4}">
                <adec:decorative xmlns:adec="http://schemas.microsoft.com/office/drawing/2017/decorative" val="1"/>
              </a:ext>
            </a:extLst>
          </p:cNvPr>
          <p:cNvSpPr>
            <a:spLocks noGrp="1"/>
          </p:cNvSpPr>
          <p:nvPr>
            <p:ph type="body" sz="quarter" idx="21" hasCustomPrompt="1"/>
          </p:nvPr>
        </p:nvSpPr>
        <p:spPr>
          <a:xfrm>
            <a:off x="9935274" y="1517904"/>
            <a:ext cx="708214" cy="567790"/>
          </a:xfrm>
          <a:prstGeom prst="rect">
            <a:avLst/>
          </a:prstGeom>
          <a:solidFill>
            <a:schemeClr val="bg1"/>
          </a:solidFill>
        </p:spPr>
        <p:txBody>
          <a:bodyPr wrap="square" lIns="0" tIns="0" rIns="0" bIns="0" anchor="ctr" anchorCtr="0">
            <a:noAutofit/>
          </a:bodyPr>
          <a:lstStyle>
            <a:lvl1pPr marL="0" marR="0" indent="0" algn="ctr" defTabSz="914400" rtl="0" eaLnBrk="1" fontAlgn="auto" latinLnBrk="0" hangingPunct="1">
              <a:lnSpc>
                <a:spcPct val="100000"/>
              </a:lnSpc>
              <a:spcBef>
                <a:spcPts val="0"/>
              </a:spcBef>
              <a:spcAft>
                <a:spcPts val="0"/>
              </a:spcAft>
              <a:buClrTx/>
              <a:buSzTx/>
              <a:buFontTx/>
              <a:buNone/>
              <a:tabLst/>
              <a:defRPr sz="2800">
                <a:gradFill>
                  <a:gsLst>
                    <a:gs pos="60000">
                      <a:srgbClr val="A82465"/>
                    </a:gs>
                    <a:gs pos="0">
                      <a:srgbClr val="E31937"/>
                    </a:gs>
                    <a:gs pos="100000">
                      <a:srgbClr val="5236AB"/>
                    </a:gs>
                  </a:gsLst>
                  <a:lin ang="0" scaled="0"/>
                </a:gradFill>
                <a:latin typeface="+mj-lt"/>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gradFill>
                  <a:gsLst>
                    <a:gs pos="60000">
                      <a:srgbClr val="A82465"/>
                    </a:gs>
                    <a:gs pos="0">
                      <a:srgbClr val="E31937"/>
                    </a:gs>
                    <a:gs pos="100000">
                      <a:srgbClr val="5236AB"/>
                    </a:gs>
                  </a:gsLst>
                  <a:lin ang="0" scaled="0"/>
                </a:gradFill>
                <a:effectLst/>
                <a:uLnTx/>
                <a:uFillTx/>
                <a:latin typeface="+mn-lt"/>
                <a:ea typeface="+mn-ea"/>
                <a:cs typeface="+mn-cs"/>
              </a:rPr>
              <a:t>XX</a:t>
            </a:r>
            <a:endParaRPr lang="en-US" sz="2800" noProof="0"/>
          </a:p>
        </p:txBody>
      </p:sp>
      <p:sp>
        <p:nvSpPr>
          <p:cNvPr id="21" name="Agenda item 5 description">
            <a:extLst>
              <a:ext uri="{FF2B5EF4-FFF2-40B4-BE49-F238E27FC236}">
                <a16:creationId xmlns:a16="http://schemas.microsoft.com/office/drawing/2014/main" id="{A8C9C41D-497C-D5B1-CD0D-329AC0D572F5}"/>
              </a:ext>
            </a:extLst>
          </p:cNvPr>
          <p:cNvSpPr>
            <a:spLocks noGrp="1"/>
          </p:cNvSpPr>
          <p:nvPr>
            <p:ph type="body" sz="quarter" idx="23" hasCustomPrompt="1"/>
          </p:nvPr>
        </p:nvSpPr>
        <p:spPr>
          <a:xfrm>
            <a:off x="768096" y="4123944"/>
            <a:ext cx="2286000" cy="1837944"/>
          </a:xfrm>
          <a:prstGeom prst="rect">
            <a:avLst/>
          </a:prstGeom>
          <a:ln>
            <a:solidFill>
              <a:srgbClr val="D2D2D2"/>
            </a:solidFill>
          </a:ln>
        </p:spPr>
        <p:txBody>
          <a:bodyPr wrap="square" lIns="228600" tIns="457200" rIns="182880" bIns="0" anchor="t" anchorCtr="1">
            <a:noAutofit/>
          </a:bodyPr>
          <a:lstStyle>
            <a:lvl1pPr marL="12700" indent="-12700" algn="ctr">
              <a:buNone/>
              <a:tabLst/>
              <a:defRPr sz="1600"/>
            </a:lvl1pPr>
          </a:lstStyle>
          <a:p>
            <a:pPr algn="l"/>
            <a:r>
              <a:rPr lang="en-US" noProof="0"/>
              <a:t>Click to add agenda item 5</a:t>
            </a:r>
          </a:p>
        </p:txBody>
      </p:sp>
      <p:sp>
        <p:nvSpPr>
          <p:cNvPr id="20" name="Agenda item 5">
            <a:extLst>
              <a:ext uri="{FF2B5EF4-FFF2-40B4-BE49-F238E27FC236}">
                <a16:creationId xmlns:a16="http://schemas.microsoft.com/office/drawing/2014/main" id="{35FB7347-5B46-967F-82DA-894677567539}"/>
              </a:ext>
              <a:ext uri="{C183D7F6-B498-43B3-948B-1728B52AA6E4}">
                <adec:decorative xmlns:adec="http://schemas.microsoft.com/office/drawing/2017/decorative" val="1"/>
              </a:ext>
            </a:extLst>
          </p:cNvPr>
          <p:cNvSpPr>
            <a:spLocks noGrp="1"/>
          </p:cNvSpPr>
          <p:nvPr>
            <p:ph type="body" sz="quarter" idx="22" hasCustomPrompt="1"/>
          </p:nvPr>
        </p:nvSpPr>
        <p:spPr>
          <a:xfrm>
            <a:off x="1551044" y="3867926"/>
            <a:ext cx="709406" cy="567790"/>
          </a:xfrm>
          <a:prstGeom prst="rect">
            <a:avLst/>
          </a:prstGeom>
          <a:solidFill>
            <a:schemeClr val="bg1"/>
          </a:solidFill>
        </p:spPr>
        <p:txBody>
          <a:bodyPr wrap="square" lIns="0" tIns="0" rIns="0" bIns="0" anchor="ctr" anchorCtr="0">
            <a:noAutofit/>
          </a:bodyPr>
          <a:lstStyle>
            <a:lvl1pPr marL="0" marR="0" indent="0" algn="ctr" defTabSz="914400" rtl="0" eaLnBrk="1" fontAlgn="auto" latinLnBrk="0" hangingPunct="1">
              <a:lnSpc>
                <a:spcPct val="100000"/>
              </a:lnSpc>
              <a:spcBef>
                <a:spcPts val="0"/>
              </a:spcBef>
              <a:spcAft>
                <a:spcPts val="0"/>
              </a:spcAft>
              <a:buClrTx/>
              <a:buSzTx/>
              <a:buFontTx/>
              <a:buNone/>
              <a:tabLst/>
              <a:defRPr sz="2800">
                <a:gradFill>
                  <a:gsLst>
                    <a:gs pos="60000">
                      <a:srgbClr val="A82465"/>
                    </a:gs>
                    <a:gs pos="0">
                      <a:srgbClr val="E31937"/>
                    </a:gs>
                    <a:gs pos="100000">
                      <a:srgbClr val="5236AB"/>
                    </a:gs>
                  </a:gsLst>
                  <a:lin ang="0" scaled="0"/>
                </a:gradFill>
                <a:latin typeface="+mj-lt"/>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gradFill>
                  <a:gsLst>
                    <a:gs pos="60000">
                      <a:srgbClr val="A82465"/>
                    </a:gs>
                    <a:gs pos="0">
                      <a:srgbClr val="E31937"/>
                    </a:gs>
                    <a:gs pos="100000">
                      <a:srgbClr val="5236AB"/>
                    </a:gs>
                  </a:gsLst>
                  <a:lin ang="0" scaled="0"/>
                </a:gradFill>
                <a:effectLst/>
                <a:uLnTx/>
                <a:uFillTx/>
                <a:latin typeface="+mn-lt"/>
                <a:ea typeface="+mn-ea"/>
                <a:cs typeface="+mn-cs"/>
              </a:rPr>
              <a:t>XX</a:t>
            </a:r>
            <a:endParaRPr lang="en-US" sz="2800" noProof="0"/>
          </a:p>
        </p:txBody>
      </p:sp>
      <p:sp>
        <p:nvSpPr>
          <p:cNvPr id="23" name="Agenda item 6 description">
            <a:extLst>
              <a:ext uri="{FF2B5EF4-FFF2-40B4-BE49-F238E27FC236}">
                <a16:creationId xmlns:a16="http://schemas.microsoft.com/office/drawing/2014/main" id="{87180DAA-A9DF-402A-F2C3-5D908A97D73B}"/>
              </a:ext>
            </a:extLst>
          </p:cNvPr>
          <p:cNvSpPr>
            <a:spLocks noGrp="1"/>
          </p:cNvSpPr>
          <p:nvPr>
            <p:ph type="body" sz="quarter" idx="25" hasCustomPrompt="1"/>
          </p:nvPr>
        </p:nvSpPr>
        <p:spPr>
          <a:xfrm>
            <a:off x="3557016" y="4123944"/>
            <a:ext cx="2286000" cy="1837944"/>
          </a:xfrm>
          <a:prstGeom prst="rect">
            <a:avLst/>
          </a:prstGeom>
          <a:ln>
            <a:solidFill>
              <a:srgbClr val="D2D2D2"/>
            </a:solidFill>
          </a:ln>
        </p:spPr>
        <p:txBody>
          <a:bodyPr wrap="square" lIns="228600" tIns="457200" rIns="182880" bIns="0" anchor="t" anchorCtr="1">
            <a:noAutofit/>
          </a:bodyPr>
          <a:lstStyle>
            <a:lvl1pPr marL="12700" indent="-12700" algn="ctr">
              <a:buNone/>
              <a:tabLst/>
              <a:defRPr sz="1600"/>
            </a:lvl1pPr>
          </a:lstStyle>
          <a:p>
            <a:pPr algn="l"/>
            <a:r>
              <a:rPr lang="en-US" noProof="0"/>
              <a:t>Click to add agenda item 6</a:t>
            </a:r>
          </a:p>
        </p:txBody>
      </p:sp>
      <p:sp>
        <p:nvSpPr>
          <p:cNvPr id="22" name="Agenda item 6">
            <a:extLst>
              <a:ext uri="{FF2B5EF4-FFF2-40B4-BE49-F238E27FC236}">
                <a16:creationId xmlns:a16="http://schemas.microsoft.com/office/drawing/2014/main" id="{5BF2E6A8-CA19-512A-5A70-FD6FEAEF2E55}"/>
              </a:ext>
              <a:ext uri="{C183D7F6-B498-43B3-948B-1728B52AA6E4}">
                <adec:decorative xmlns:adec="http://schemas.microsoft.com/office/drawing/2017/decorative" val="1"/>
              </a:ext>
            </a:extLst>
          </p:cNvPr>
          <p:cNvSpPr>
            <a:spLocks noGrp="1"/>
          </p:cNvSpPr>
          <p:nvPr>
            <p:ph type="body" sz="quarter" idx="24" hasCustomPrompt="1"/>
          </p:nvPr>
        </p:nvSpPr>
        <p:spPr>
          <a:xfrm>
            <a:off x="4347274" y="3867926"/>
            <a:ext cx="708214" cy="567790"/>
          </a:xfrm>
          <a:prstGeom prst="rect">
            <a:avLst/>
          </a:prstGeom>
          <a:solidFill>
            <a:schemeClr val="bg1"/>
          </a:solidFill>
        </p:spPr>
        <p:txBody>
          <a:bodyPr wrap="square" lIns="0" tIns="0" rIns="0" bIns="0" anchor="ctr" anchorCtr="0">
            <a:noAutofit/>
          </a:bodyPr>
          <a:lstStyle>
            <a:lvl1pPr marL="0" marR="0" indent="0" algn="ctr" defTabSz="914400" rtl="0" eaLnBrk="1" fontAlgn="auto" latinLnBrk="0" hangingPunct="1">
              <a:lnSpc>
                <a:spcPct val="100000"/>
              </a:lnSpc>
              <a:spcBef>
                <a:spcPts val="0"/>
              </a:spcBef>
              <a:spcAft>
                <a:spcPts val="0"/>
              </a:spcAft>
              <a:buClrTx/>
              <a:buSzTx/>
              <a:buFontTx/>
              <a:buNone/>
              <a:tabLst/>
              <a:defRPr sz="2800">
                <a:gradFill>
                  <a:gsLst>
                    <a:gs pos="60000">
                      <a:srgbClr val="A82465"/>
                    </a:gs>
                    <a:gs pos="0">
                      <a:srgbClr val="E31937"/>
                    </a:gs>
                    <a:gs pos="100000">
                      <a:srgbClr val="5236AB"/>
                    </a:gs>
                  </a:gsLst>
                  <a:lin ang="0" scaled="0"/>
                </a:gradFill>
                <a:latin typeface="+mj-lt"/>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gradFill>
                  <a:gsLst>
                    <a:gs pos="60000">
                      <a:srgbClr val="A82465"/>
                    </a:gs>
                    <a:gs pos="0">
                      <a:srgbClr val="E31937"/>
                    </a:gs>
                    <a:gs pos="100000">
                      <a:srgbClr val="5236AB"/>
                    </a:gs>
                  </a:gsLst>
                  <a:lin ang="0" scaled="0"/>
                </a:gradFill>
                <a:effectLst/>
                <a:uLnTx/>
                <a:uFillTx/>
                <a:latin typeface="+mn-lt"/>
                <a:ea typeface="+mn-ea"/>
                <a:cs typeface="+mn-cs"/>
              </a:rPr>
              <a:t>XX</a:t>
            </a:r>
            <a:endParaRPr lang="en-US" sz="2800" noProof="0"/>
          </a:p>
        </p:txBody>
      </p:sp>
      <p:sp>
        <p:nvSpPr>
          <p:cNvPr id="25" name="Agenda item 7 description">
            <a:extLst>
              <a:ext uri="{FF2B5EF4-FFF2-40B4-BE49-F238E27FC236}">
                <a16:creationId xmlns:a16="http://schemas.microsoft.com/office/drawing/2014/main" id="{61C0DECA-A650-D1E0-0A82-9AC736DC85E6}"/>
              </a:ext>
            </a:extLst>
          </p:cNvPr>
          <p:cNvSpPr>
            <a:spLocks noGrp="1"/>
          </p:cNvSpPr>
          <p:nvPr>
            <p:ph type="body" sz="quarter" idx="27" hasCustomPrompt="1"/>
          </p:nvPr>
        </p:nvSpPr>
        <p:spPr>
          <a:xfrm>
            <a:off x="6355080" y="4123944"/>
            <a:ext cx="2286000" cy="1837944"/>
          </a:xfrm>
          <a:prstGeom prst="rect">
            <a:avLst/>
          </a:prstGeom>
          <a:ln>
            <a:solidFill>
              <a:srgbClr val="D2D2D2"/>
            </a:solidFill>
          </a:ln>
        </p:spPr>
        <p:txBody>
          <a:bodyPr wrap="square" lIns="228600" tIns="457200" rIns="182880" bIns="0" anchor="t" anchorCtr="1">
            <a:noAutofit/>
          </a:bodyPr>
          <a:lstStyle>
            <a:lvl1pPr marL="12700" indent="-12700" algn="ctr">
              <a:buNone/>
              <a:tabLst/>
              <a:defRPr sz="1600"/>
            </a:lvl1pPr>
          </a:lstStyle>
          <a:p>
            <a:pPr algn="l"/>
            <a:r>
              <a:rPr lang="en-US" noProof="0"/>
              <a:t>Click to add agenda item 7</a:t>
            </a:r>
          </a:p>
        </p:txBody>
      </p:sp>
      <p:sp>
        <p:nvSpPr>
          <p:cNvPr id="24" name="Agenda item 7">
            <a:extLst>
              <a:ext uri="{FF2B5EF4-FFF2-40B4-BE49-F238E27FC236}">
                <a16:creationId xmlns:a16="http://schemas.microsoft.com/office/drawing/2014/main" id="{AF27472A-2634-7758-05C2-3D692E51697F}"/>
              </a:ext>
              <a:ext uri="{C183D7F6-B498-43B3-948B-1728B52AA6E4}">
                <adec:decorative xmlns:adec="http://schemas.microsoft.com/office/drawing/2017/decorative" val="1"/>
              </a:ext>
            </a:extLst>
          </p:cNvPr>
          <p:cNvSpPr>
            <a:spLocks noGrp="1"/>
          </p:cNvSpPr>
          <p:nvPr>
            <p:ph type="body" sz="quarter" idx="26" hasCustomPrompt="1"/>
          </p:nvPr>
        </p:nvSpPr>
        <p:spPr>
          <a:xfrm>
            <a:off x="7141274" y="3867926"/>
            <a:ext cx="708214" cy="567790"/>
          </a:xfrm>
          <a:prstGeom prst="rect">
            <a:avLst/>
          </a:prstGeom>
          <a:solidFill>
            <a:schemeClr val="bg1"/>
          </a:solidFill>
        </p:spPr>
        <p:txBody>
          <a:bodyPr wrap="square" lIns="0" tIns="0" rIns="0" bIns="0" anchor="ctr" anchorCtr="0">
            <a:noAutofit/>
          </a:bodyPr>
          <a:lstStyle>
            <a:lvl1pPr marL="0" marR="0" indent="0" algn="ctr" defTabSz="914400" rtl="0" eaLnBrk="1" fontAlgn="auto" latinLnBrk="0" hangingPunct="1">
              <a:lnSpc>
                <a:spcPct val="100000"/>
              </a:lnSpc>
              <a:spcBef>
                <a:spcPts val="0"/>
              </a:spcBef>
              <a:spcAft>
                <a:spcPts val="0"/>
              </a:spcAft>
              <a:buClrTx/>
              <a:buSzTx/>
              <a:buFontTx/>
              <a:buNone/>
              <a:tabLst/>
              <a:defRPr sz="2800">
                <a:gradFill>
                  <a:gsLst>
                    <a:gs pos="60000">
                      <a:srgbClr val="A82465"/>
                    </a:gs>
                    <a:gs pos="0">
                      <a:srgbClr val="E31937"/>
                    </a:gs>
                    <a:gs pos="100000">
                      <a:srgbClr val="5236AB"/>
                    </a:gs>
                  </a:gsLst>
                  <a:lin ang="0" scaled="0"/>
                </a:gradFill>
                <a:latin typeface="+mj-lt"/>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gradFill>
                  <a:gsLst>
                    <a:gs pos="60000">
                      <a:srgbClr val="A82465"/>
                    </a:gs>
                    <a:gs pos="0">
                      <a:srgbClr val="E31937"/>
                    </a:gs>
                    <a:gs pos="100000">
                      <a:srgbClr val="5236AB"/>
                    </a:gs>
                  </a:gsLst>
                  <a:lin ang="0" scaled="0"/>
                </a:gradFill>
                <a:effectLst/>
                <a:uLnTx/>
                <a:uFillTx/>
                <a:latin typeface="+mn-lt"/>
                <a:ea typeface="+mn-ea"/>
                <a:cs typeface="+mn-cs"/>
              </a:rPr>
              <a:t>XX</a:t>
            </a:r>
            <a:endParaRPr lang="en-US" sz="2800" noProof="0"/>
          </a:p>
        </p:txBody>
      </p:sp>
      <p:sp>
        <p:nvSpPr>
          <p:cNvPr id="27" name="Agenda item 8 description">
            <a:extLst>
              <a:ext uri="{FF2B5EF4-FFF2-40B4-BE49-F238E27FC236}">
                <a16:creationId xmlns:a16="http://schemas.microsoft.com/office/drawing/2014/main" id="{76B22D04-2920-375F-8918-58AEE5B7A13E}"/>
              </a:ext>
            </a:extLst>
          </p:cNvPr>
          <p:cNvSpPr>
            <a:spLocks noGrp="1"/>
          </p:cNvSpPr>
          <p:nvPr>
            <p:ph type="body" sz="quarter" idx="29" hasCustomPrompt="1"/>
          </p:nvPr>
        </p:nvSpPr>
        <p:spPr>
          <a:xfrm>
            <a:off x="9156855" y="4123944"/>
            <a:ext cx="2286000" cy="1837944"/>
          </a:xfrm>
          <a:prstGeom prst="rect">
            <a:avLst/>
          </a:prstGeom>
          <a:ln>
            <a:solidFill>
              <a:srgbClr val="D2D2D2"/>
            </a:solidFill>
          </a:ln>
        </p:spPr>
        <p:txBody>
          <a:bodyPr wrap="square" lIns="228600" tIns="457200" rIns="182880" bIns="0" anchor="t" anchorCtr="1">
            <a:noAutofit/>
          </a:bodyPr>
          <a:lstStyle>
            <a:lvl1pPr marL="12700" indent="-12700" algn="ctr">
              <a:buNone/>
              <a:tabLst/>
              <a:defRPr sz="1600"/>
            </a:lvl1pPr>
          </a:lstStyle>
          <a:p>
            <a:pPr algn="l"/>
            <a:r>
              <a:rPr lang="en-US" noProof="0"/>
              <a:t>Click to add agenda item 8</a:t>
            </a:r>
          </a:p>
        </p:txBody>
      </p:sp>
      <p:sp>
        <p:nvSpPr>
          <p:cNvPr id="26" name="Agenda item 8">
            <a:extLst>
              <a:ext uri="{FF2B5EF4-FFF2-40B4-BE49-F238E27FC236}">
                <a16:creationId xmlns:a16="http://schemas.microsoft.com/office/drawing/2014/main" id="{3F6A61E3-6AAD-BF3C-2F14-CD4C8A577F58}"/>
              </a:ext>
              <a:ext uri="{C183D7F6-B498-43B3-948B-1728B52AA6E4}">
                <adec:decorative xmlns:adec="http://schemas.microsoft.com/office/drawing/2017/decorative" val="1"/>
              </a:ext>
            </a:extLst>
          </p:cNvPr>
          <p:cNvSpPr>
            <a:spLocks noGrp="1"/>
          </p:cNvSpPr>
          <p:nvPr>
            <p:ph type="body" sz="quarter" idx="28" hasCustomPrompt="1"/>
          </p:nvPr>
        </p:nvSpPr>
        <p:spPr>
          <a:xfrm>
            <a:off x="9935274" y="3867926"/>
            <a:ext cx="708214" cy="567790"/>
          </a:xfrm>
          <a:prstGeom prst="rect">
            <a:avLst/>
          </a:prstGeom>
          <a:solidFill>
            <a:schemeClr val="bg1"/>
          </a:solidFill>
        </p:spPr>
        <p:txBody>
          <a:bodyPr wrap="square" lIns="0" tIns="0" rIns="0" bIns="0" anchor="ctr" anchorCtr="0">
            <a:noAutofit/>
          </a:bodyPr>
          <a:lstStyle>
            <a:lvl1pPr marL="0" marR="0" indent="0" algn="ctr" defTabSz="914400" rtl="0" eaLnBrk="1" fontAlgn="auto" latinLnBrk="0" hangingPunct="1">
              <a:lnSpc>
                <a:spcPct val="100000"/>
              </a:lnSpc>
              <a:spcBef>
                <a:spcPts val="0"/>
              </a:spcBef>
              <a:spcAft>
                <a:spcPts val="0"/>
              </a:spcAft>
              <a:buClrTx/>
              <a:buSzTx/>
              <a:buFontTx/>
              <a:buNone/>
              <a:tabLst/>
              <a:defRPr sz="2800">
                <a:gradFill>
                  <a:gsLst>
                    <a:gs pos="60000">
                      <a:srgbClr val="A82465"/>
                    </a:gs>
                    <a:gs pos="0">
                      <a:srgbClr val="E31937"/>
                    </a:gs>
                    <a:gs pos="100000">
                      <a:srgbClr val="5236AB"/>
                    </a:gs>
                  </a:gsLst>
                  <a:lin ang="0" scaled="0"/>
                </a:gradFill>
                <a:latin typeface="+mj-lt"/>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gradFill>
                  <a:gsLst>
                    <a:gs pos="60000">
                      <a:srgbClr val="A82465"/>
                    </a:gs>
                    <a:gs pos="0">
                      <a:srgbClr val="E31937"/>
                    </a:gs>
                    <a:gs pos="100000">
                      <a:srgbClr val="5236AB"/>
                    </a:gs>
                  </a:gsLst>
                  <a:lin ang="0" scaled="0"/>
                </a:gradFill>
                <a:effectLst/>
                <a:uLnTx/>
                <a:uFillTx/>
                <a:latin typeface="+mn-lt"/>
                <a:ea typeface="+mn-ea"/>
                <a:cs typeface="+mn-cs"/>
              </a:rPr>
              <a:t>XX</a:t>
            </a:r>
            <a:endParaRPr lang="en-US" sz="2800" noProof="0"/>
          </a:p>
        </p:txBody>
      </p:sp>
      <p:sp>
        <p:nvSpPr>
          <p:cNvPr id="4" name="Footer Placeholder 3">
            <a:extLst>
              <a:ext uri="{FF2B5EF4-FFF2-40B4-BE49-F238E27FC236}">
                <a16:creationId xmlns:a16="http://schemas.microsoft.com/office/drawing/2014/main" id="{DB884332-1497-54F4-11D6-D18B07C13226}"/>
              </a:ext>
              <a:ext uri="{C183D7F6-B498-43B3-948B-1728B52AA6E4}">
                <adec:decorative xmlns:adec="http://schemas.microsoft.com/office/drawing/2017/decorative" val="1"/>
              </a:ext>
            </a:extLst>
          </p:cNvPr>
          <p:cNvSpPr>
            <a:spLocks noGrp="1"/>
          </p:cNvSpPr>
          <p:nvPr>
            <p:ph type="ftr" sz="quarter" idx="31"/>
          </p:nvPr>
        </p:nvSpPr>
        <p:spPr>
          <a:xfrm>
            <a:off x="4038600" y="6967728"/>
            <a:ext cx="4114800" cy="137160"/>
          </a:xfrm>
        </p:spPr>
        <p:txBody>
          <a:bodyPr/>
          <a:lstStyle/>
          <a:p>
            <a:endParaRPr lang="en-US" noProof="0"/>
          </a:p>
        </p:txBody>
      </p:sp>
      <p:sp>
        <p:nvSpPr>
          <p:cNvPr id="7" name="Slide Number Placeholder">
            <a:extLst>
              <a:ext uri="{FF2B5EF4-FFF2-40B4-BE49-F238E27FC236}">
                <a16:creationId xmlns:a16="http://schemas.microsoft.com/office/drawing/2014/main" id="{72679693-BA13-5E4E-91BE-1606A75B027B}"/>
              </a:ext>
              <a:ext uri="{C183D7F6-B498-43B3-948B-1728B52AA6E4}">
                <adec:decorative xmlns:adec="http://schemas.microsoft.com/office/drawing/2017/decorative" val="1"/>
              </a:ext>
            </a:extLst>
          </p:cNvPr>
          <p:cNvSpPr>
            <a:spLocks noGrp="1"/>
          </p:cNvSpPr>
          <p:nvPr>
            <p:ph type="sldNum" sz="quarter" idx="4"/>
          </p:nvPr>
        </p:nvSpPr>
        <p:spPr>
          <a:xfrm>
            <a:off x="11163034" y="6967728"/>
            <a:ext cx="261660" cy="137160"/>
          </a:xfrm>
          <a:prstGeom prst="rect">
            <a:avLst/>
          </a:prstGeom>
        </p:spPr>
        <p:txBody>
          <a:bodyPr wrap="square" lIns="0" tIns="0" rIns="0" bIns="0" anchor="ctr" anchorCtr="0">
            <a:noAutofit/>
          </a:bodyPr>
          <a:lstStyle>
            <a:lvl1pPr algn="r">
              <a:defRPr lang="en-GB" sz="900" kern="1200" noProof="0" smtClean="0">
                <a:solidFill>
                  <a:srgbClr val="E6E6E6"/>
                </a:solidFill>
                <a:latin typeface="+mn-lt"/>
                <a:ea typeface="+mn-ea"/>
                <a:cs typeface="Arial" pitchFamily="34" charset="0"/>
              </a:defRPr>
            </a:lvl1pPr>
          </a:lstStyle>
          <a:p>
            <a:fld id="{525A3C56-E491-49B2-93F3-63532DF516BC}" type="slidenum">
              <a:rPr lang="en-US" noProof="0" smtClean="0"/>
              <a:pPr/>
              <a:t>‹n°›</a:t>
            </a:fld>
            <a:endParaRPr lang="en-US" noProof="0"/>
          </a:p>
        </p:txBody>
      </p:sp>
    </p:spTree>
    <p:extLst>
      <p:ext uri="{BB962C8B-B14F-4D97-AF65-F5344CB8AC3E}">
        <p14:creationId xmlns:p14="http://schemas.microsoft.com/office/powerpoint/2010/main" val="3539607705"/>
      </p:ext>
    </p:extLst>
  </p:cSld>
  <p:clrMapOvr>
    <a:masterClrMapping/>
  </p:clrMapOvr>
  <p:transition/>
  <p:extLst>
    <p:ext uri="{DCECCB84-F9BA-43D5-87BE-67443E8EF086}">
      <p15:sldGuideLst xmlns:p15="http://schemas.microsoft.com/office/powerpoint/2012/main"/>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Agenda slide – Layout 4">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B3093FB-9E7B-DF03-7775-667BC9D9983F}"/>
              </a:ext>
            </a:extLst>
          </p:cNvPr>
          <p:cNvSpPr>
            <a:spLocks noGrp="1"/>
          </p:cNvSpPr>
          <p:nvPr>
            <p:ph type="title" hasCustomPrompt="1"/>
          </p:nvPr>
        </p:nvSpPr>
        <p:spPr>
          <a:xfrm>
            <a:off x="766763" y="682514"/>
            <a:ext cx="6217920" cy="532765"/>
          </a:xfrm>
        </p:spPr>
        <p:txBody>
          <a:bodyPr/>
          <a:lstStyle/>
          <a:p>
            <a:r>
              <a:rPr lang="en-US"/>
              <a:t>Agenda slide layout 4 - click to add title</a:t>
            </a:r>
          </a:p>
        </p:txBody>
      </p:sp>
      <p:sp>
        <p:nvSpPr>
          <p:cNvPr id="13" name="Agenda item 1">
            <a:extLst>
              <a:ext uri="{FF2B5EF4-FFF2-40B4-BE49-F238E27FC236}">
                <a16:creationId xmlns:a16="http://schemas.microsoft.com/office/drawing/2014/main" id="{10FF187A-991B-2296-9D37-DAEEC42AF38E}"/>
              </a:ext>
              <a:ext uri="{C183D7F6-B498-43B3-948B-1728B52AA6E4}">
                <adec:decorative xmlns:adec="http://schemas.microsoft.com/office/drawing/2017/decorative" val="1"/>
              </a:ext>
            </a:extLst>
          </p:cNvPr>
          <p:cNvSpPr>
            <a:spLocks noGrp="1"/>
          </p:cNvSpPr>
          <p:nvPr>
            <p:ph type="body" sz="quarter" idx="18" hasCustomPrompt="1"/>
          </p:nvPr>
        </p:nvSpPr>
        <p:spPr>
          <a:xfrm>
            <a:off x="768096" y="1656522"/>
            <a:ext cx="566928" cy="567790"/>
          </a:xfrm>
          <a:prstGeom prst="rect">
            <a:avLst/>
          </a:prstGeom>
          <a:solidFill>
            <a:srgbClr val="CCCCCC"/>
          </a:solidFill>
          <a:ln>
            <a:solidFill>
              <a:srgbClr val="CCCCCC"/>
            </a:solidFill>
          </a:ln>
        </p:spPr>
        <p:txBody>
          <a:bodyPr wrap="square" lIns="0" tIns="0" rIns="0" bIns="0" anchor="ctr">
            <a:noAutofit/>
          </a:bodyPr>
          <a:lstStyle>
            <a:lvl1pPr marL="0" marR="0" indent="0" algn="ctr" defTabSz="914400" rtl="0" eaLnBrk="1" fontAlgn="auto" latinLnBrk="0" hangingPunct="1">
              <a:lnSpc>
                <a:spcPct val="100000"/>
              </a:lnSpc>
              <a:spcBef>
                <a:spcPts val="0"/>
              </a:spcBef>
              <a:spcAft>
                <a:spcPts val="0"/>
              </a:spcAft>
              <a:buClrTx/>
              <a:buSzTx/>
              <a:buFontTx/>
              <a:buNone/>
              <a:tabLst/>
              <a:defRPr sz="2400">
                <a:solidFill>
                  <a:schemeClr val="tx1"/>
                </a:solidFill>
                <a:latin typeface="+mj-lt"/>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noProof="0"/>
              <a:t>X</a:t>
            </a:r>
          </a:p>
        </p:txBody>
      </p:sp>
      <p:sp>
        <p:nvSpPr>
          <p:cNvPr id="12" name="Agenda item 1 description">
            <a:extLst>
              <a:ext uri="{FF2B5EF4-FFF2-40B4-BE49-F238E27FC236}">
                <a16:creationId xmlns:a16="http://schemas.microsoft.com/office/drawing/2014/main" id="{98A48C77-D94E-F45A-365C-EB5799D2546D}"/>
              </a:ext>
              <a:ext uri="{C183D7F6-B498-43B3-948B-1728B52AA6E4}">
                <adec:decorative xmlns:adec="http://schemas.microsoft.com/office/drawing/2017/decorative" val="0"/>
              </a:ext>
            </a:extLst>
          </p:cNvPr>
          <p:cNvSpPr>
            <a:spLocks noGrp="1"/>
          </p:cNvSpPr>
          <p:nvPr>
            <p:ph type="body" sz="quarter" idx="16" hasCustomPrompt="1"/>
          </p:nvPr>
        </p:nvSpPr>
        <p:spPr>
          <a:xfrm>
            <a:off x="1533306" y="1656522"/>
            <a:ext cx="5328000" cy="566928"/>
          </a:xfrm>
          <a:prstGeom prst="rect">
            <a:avLst/>
          </a:prstGeom>
          <a:ln>
            <a:noFill/>
          </a:ln>
        </p:spPr>
        <p:txBody>
          <a:bodyPr wrap="square" lIns="0" tIns="0" rIns="0" bIns="0" anchor="ctr" anchorCtr="0">
            <a:noAutofit/>
          </a:bodyPr>
          <a:lstStyle>
            <a:lvl1pPr marL="12700" indent="-12700" algn="l">
              <a:buNone/>
              <a:tabLst/>
              <a:defRPr sz="1800"/>
            </a:lvl1pPr>
          </a:lstStyle>
          <a:p>
            <a:pPr algn="l"/>
            <a:r>
              <a:rPr lang="en-US" noProof="0"/>
              <a:t>Click to add agenda item 1</a:t>
            </a:r>
          </a:p>
        </p:txBody>
      </p:sp>
      <p:sp>
        <p:nvSpPr>
          <p:cNvPr id="6" name="Agenda line 1 Placeholder">
            <a:extLst>
              <a:ext uri="{FF2B5EF4-FFF2-40B4-BE49-F238E27FC236}">
                <a16:creationId xmlns:a16="http://schemas.microsoft.com/office/drawing/2014/main" id="{257172E3-3355-D363-396B-8BF62229E6FD}"/>
              </a:ext>
              <a:ext uri="{C183D7F6-B498-43B3-948B-1728B52AA6E4}">
                <adec:decorative xmlns:adec="http://schemas.microsoft.com/office/drawing/2017/decorative" val="1"/>
              </a:ext>
            </a:extLst>
          </p:cNvPr>
          <p:cNvSpPr>
            <a:spLocks noGrp="1"/>
          </p:cNvSpPr>
          <p:nvPr>
            <p:ph sz="quarter" idx="38" hasCustomPrompt="1"/>
          </p:nvPr>
        </p:nvSpPr>
        <p:spPr>
          <a:xfrm>
            <a:off x="1531937" y="2212848"/>
            <a:ext cx="5328000" cy="9144"/>
          </a:xfrm>
          <a:prstGeom prst="rect">
            <a:avLst/>
          </a:prstGeom>
          <a:solidFill>
            <a:srgbClr val="CCCCCC"/>
          </a:solidFill>
          <a:ln>
            <a:noFill/>
          </a:ln>
        </p:spPr>
        <p:txBody>
          <a:bodyPr/>
          <a:lstStyle>
            <a:lvl1pPr marL="0" indent="0">
              <a:buNone/>
              <a:defRPr sz="100">
                <a:solidFill>
                  <a:schemeClr val="tx1"/>
                </a:solidFill>
              </a:defRPr>
            </a:lvl1pPr>
          </a:lstStyle>
          <a:p>
            <a:pPr lvl="0"/>
            <a:r>
              <a:rPr lang="en-US" noProof="0"/>
              <a:t>.</a:t>
            </a:r>
          </a:p>
        </p:txBody>
      </p:sp>
      <p:sp>
        <p:nvSpPr>
          <p:cNvPr id="15" name="Agenda item 2">
            <a:extLst>
              <a:ext uri="{FF2B5EF4-FFF2-40B4-BE49-F238E27FC236}">
                <a16:creationId xmlns:a16="http://schemas.microsoft.com/office/drawing/2014/main" id="{2D77AD32-FE01-AAA7-1AA3-59E2CD04FE9A}"/>
              </a:ext>
              <a:ext uri="{C183D7F6-B498-43B3-948B-1728B52AA6E4}">
                <adec:decorative xmlns:adec="http://schemas.microsoft.com/office/drawing/2017/decorative" val="1"/>
              </a:ext>
            </a:extLst>
          </p:cNvPr>
          <p:cNvSpPr>
            <a:spLocks noGrp="1"/>
          </p:cNvSpPr>
          <p:nvPr>
            <p:ph type="body" sz="quarter" idx="19" hasCustomPrompt="1"/>
          </p:nvPr>
        </p:nvSpPr>
        <p:spPr>
          <a:xfrm>
            <a:off x="768096" y="2430225"/>
            <a:ext cx="566928" cy="567790"/>
          </a:xfrm>
          <a:prstGeom prst="rect">
            <a:avLst/>
          </a:prstGeom>
          <a:solidFill>
            <a:srgbClr val="CCCCCC"/>
          </a:solidFill>
          <a:ln>
            <a:solidFill>
              <a:srgbClr val="CCCCCC"/>
            </a:solidFill>
          </a:ln>
        </p:spPr>
        <p:txBody>
          <a:bodyPr wrap="square" lIns="0" tIns="0" rIns="0" bIns="0" anchor="ctr">
            <a:noAutofit/>
          </a:bodyPr>
          <a:lstStyle>
            <a:lvl1pPr marL="0" marR="0" indent="0" algn="ctr" defTabSz="914400" rtl="0" eaLnBrk="1" fontAlgn="auto" latinLnBrk="0" hangingPunct="1">
              <a:lnSpc>
                <a:spcPct val="100000"/>
              </a:lnSpc>
              <a:spcBef>
                <a:spcPts val="0"/>
              </a:spcBef>
              <a:spcAft>
                <a:spcPts val="0"/>
              </a:spcAft>
              <a:buClrTx/>
              <a:buSzTx/>
              <a:buFontTx/>
              <a:buNone/>
              <a:tabLst/>
              <a:defRPr sz="2400">
                <a:solidFill>
                  <a:schemeClr val="tx1"/>
                </a:solidFill>
                <a:latin typeface="+mj-lt"/>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noProof="0"/>
              <a:t>X</a:t>
            </a:r>
          </a:p>
        </p:txBody>
      </p:sp>
      <p:sp>
        <p:nvSpPr>
          <p:cNvPr id="33" name="Agenda item 2 description">
            <a:extLst>
              <a:ext uri="{FF2B5EF4-FFF2-40B4-BE49-F238E27FC236}">
                <a16:creationId xmlns:a16="http://schemas.microsoft.com/office/drawing/2014/main" id="{8AB164F9-C2DE-460C-03EB-191C8F2D034C}"/>
              </a:ext>
              <a:ext uri="{C183D7F6-B498-43B3-948B-1728B52AA6E4}">
                <adec:decorative xmlns:adec="http://schemas.microsoft.com/office/drawing/2017/decorative" val="0"/>
              </a:ext>
            </a:extLst>
          </p:cNvPr>
          <p:cNvSpPr>
            <a:spLocks noGrp="1"/>
          </p:cNvSpPr>
          <p:nvPr>
            <p:ph type="body" sz="quarter" idx="27" hasCustomPrompt="1"/>
          </p:nvPr>
        </p:nvSpPr>
        <p:spPr>
          <a:xfrm>
            <a:off x="1531220" y="2430225"/>
            <a:ext cx="5324694" cy="566928"/>
          </a:xfrm>
          <a:prstGeom prst="rect">
            <a:avLst/>
          </a:prstGeom>
          <a:ln>
            <a:noFill/>
          </a:ln>
        </p:spPr>
        <p:txBody>
          <a:bodyPr wrap="square" lIns="0" tIns="0" rIns="0" bIns="0" anchor="ctr" anchorCtr="0">
            <a:noAutofit/>
          </a:bodyPr>
          <a:lstStyle>
            <a:lvl1pPr marL="12700" indent="-12700" algn="l">
              <a:buNone/>
              <a:tabLst/>
              <a:defRPr sz="1800"/>
            </a:lvl1pPr>
          </a:lstStyle>
          <a:p>
            <a:pPr algn="l"/>
            <a:r>
              <a:rPr lang="en-US" noProof="0"/>
              <a:t>Click to add agenda item 2</a:t>
            </a:r>
          </a:p>
        </p:txBody>
      </p:sp>
      <p:sp>
        <p:nvSpPr>
          <p:cNvPr id="7" name="Agenda line 2 Placeholder">
            <a:extLst>
              <a:ext uri="{FF2B5EF4-FFF2-40B4-BE49-F238E27FC236}">
                <a16:creationId xmlns:a16="http://schemas.microsoft.com/office/drawing/2014/main" id="{1D6E6D62-436F-5CA4-D0E5-064A2FA06AD4}"/>
              </a:ext>
              <a:ext uri="{C183D7F6-B498-43B3-948B-1728B52AA6E4}">
                <adec:decorative xmlns:adec="http://schemas.microsoft.com/office/drawing/2017/decorative" val="1"/>
              </a:ext>
            </a:extLst>
          </p:cNvPr>
          <p:cNvSpPr>
            <a:spLocks noGrp="1"/>
          </p:cNvSpPr>
          <p:nvPr>
            <p:ph sz="quarter" idx="39" hasCustomPrompt="1"/>
          </p:nvPr>
        </p:nvSpPr>
        <p:spPr>
          <a:xfrm>
            <a:off x="1536192" y="2990088"/>
            <a:ext cx="5328000" cy="9144"/>
          </a:xfrm>
          <a:prstGeom prst="rect">
            <a:avLst/>
          </a:prstGeom>
          <a:solidFill>
            <a:srgbClr val="CCCCCC"/>
          </a:solidFill>
        </p:spPr>
        <p:txBody>
          <a:bodyPr/>
          <a:lstStyle>
            <a:lvl1pPr marL="0" indent="0">
              <a:buNone/>
              <a:defRPr sz="100">
                <a:solidFill>
                  <a:schemeClr val="tx1"/>
                </a:solidFill>
              </a:defRPr>
            </a:lvl1pPr>
          </a:lstStyle>
          <a:p>
            <a:pPr lvl="0"/>
            <a:r>
              <a:rPr lang="en-US" noProof="0"/>
              <a:t>.</a:t>
            </a:r>
          </a:p>
        </p:txBody>
      </p:sp>
      <p:sp>
        <p:nvSpPr>
          <p:cNvPr id="17" name="Agenda item 3">
            <a:extLst>
              <a:ext uri="{FF2B5EF4-FFF2-40B4-BE49-F238E27FC236}">
                <a16:creationId xmlns:a16="http://schemas.microsoft.com/office/drawing/2014/main" id="{D2842598-505D-2249-A666-03620A6069BE}"/>
              </a:ext>
              <a:ext uri="{C183D7F6-B498-43B3-948B-1728B52AA6E4}">
                <adec:decorative xmlns:adec="http://schemas.microsoft.com/office/drawing/2017/decorative" val="1"/>
              </a:ext>
            </a:extLst>
          </p:cNvPr>
          <p:cNvSpPr>
            <a:spLocks noGrp="1"/>
          </p:cNvSpPr>
          <p:nvPr>
            <p:ph type="body" sz="quarter" idx="20" hasCustomPrompt="1"/>
          </p:nvPr>
        </p:nvSpPr>
        <p:spPr>
          <a:xfrm>
            <a:off x="768096" y="3203928"/>
            <a:ext cx="566928" cy="567790"/>
          </a:xfrm>
          <a:prstGeom prst="rect">
            <a:avLst/>
          </a:prstGeom>
          <a:solidFill>
            <a:srgbClr val="CCCCCC"/>
          </a:solidFill>
          <a:ln>
            <a:solidFill>
              <a:srgbClr val="CCCCCC"/>
            </a:solidFill>
          </a:ln>
        </p:spPr>
        <p:txBody>
          <a:bodyPr wrap="square" lIns="0" tIns="0" rIns="0" bIns="0" anchor="ctr">
            <a:noAutofit/>
          </a:bodyPr>
          <a:lstStyle>
            <a:lvl1pPr marL="0" marR="0" indent="0" algn="ctr" defTabSz="914400" rtl="0" eaLnBrk="1" fontAlgn="auto" latinLnBrk="0" hangingPunct="1">
              <a:lnSpc>
                <a:spcPct val="100000"/>
              </a:lnSpc>
              <a:spcBef>
                <a:spcPts val="0"/>
              </a:spcBef>
              <a:spcAft>
                <a:spcPts val="0"/>
              </a:spcAft>
              <a:buClrTx/>
              <a:buSzTx/>
              <a:buFontTx/>
              <a:buNone/>
              <a:tabLst/>
              <a:defRPr sz="2400">
                <a:solidFill>
                  <a:schemeClr val="tx1"/>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noProof="0"/>
              <a:t>X</a:t>
            </a:r>
          </a:p>
        </p:txBody>
      </p:sp>
      <p:sp>
        <p:nvSpPr>
          <p:cNvPr id="34" name="Agenda item 3 description">
            <a:extLst>
              <a:ext uri="{FF2B5EF4-FFF2-40B4-BE49-F238E27FC236}">
                <a16:creationId xmlns:a16="http://schemas.microsoft.com/office/drawing/2014/main" id="{0B284BE8-B9B1-CE6C-820E-BE74D3DFF39E}"/>
              </a:ext>
              <a:ext uri="{C183D7F6-B498-43B3-948B-1728B52AA6E4}">
                <adec:decorative xmlns:adec="http://schemas.microsoft.com/office/drawing/2017/decorative" val="0"/>
              </a:ext>
            </a:extLst>
          </p:cNvPr>
          <p:cNvSpPr>
            <a:spLocks noGrp="1"/>
          </p:cNvSpPr>
          <p:nvPr>
            <p:ph type="body" sz="quarter" idx="28" hasCustomPrompt="1"/>
          </p:nvPr>
        </p:nvSpPr>
        <p:spPr>
          <a:xfrm>
            <a:off x="1531220" y="3203928"/>
            <a:ext cx="5324694" cy="566928"/>
          </a:xfrm>
          <a:prstGeom prst="rect">
            <a:avLst/>
          </a:prstGeom>
          <a:ln>
            <a:noFill/>
          </a:ln>
        </p:spPr>
        <p:txBody>
          <a:bodyPr wrap="square" lIns="0" tIns="0" rIns="0" bIns="0" anchor="ctr" anchorCtr="0">
            <a:noAutofit/>
          </a:bodyPr>
          <a:lstStyle>
            <a:lvl1pPr marL="12700" indent="-12700" algn="l">
              <a:buNone/>
              <a:tabLst/>
              <a:defRPr sz="1800"/>
            </a:lvl1pPr>
          </a:lstStyle>
          <a:p>
            <a:pPr algn="l"/>
            <a:r>
              <a:rPr lang="en-US" noProof="0"/>
              <a:t>Click to add agenda item 3</a:t>
            </a:r>
          </a:p>
        </p:txBody>
      </p:sp>
      <p:sp>
        <p:nvSpPr>
          <p:cNvPr id="9" name="Agenda line 3 Placeholder">
            <a:extLst>
              <a:ext uri="{FF2B5EF4-FFF2-40B4-BE49-F238E27FC236}">
                <a16:creationId xmlns:a16="http://schemas.microsoft.com/office/drawing/2014/main" id="{64FEA698-3CEC-142B-2103-2537506FF81C}"/>
              </a:ext>
              <a:ext uri="{C183D7F6-B498-43B3-948B-1728B52AA6E4}">
                <adec:decorative xmlns:adec="http://schemas.microsoft.com/office/drawing/2017/decorative" val="1"/>
              </a:ext>
            </a:extLst>
          </p:cNvPr>
          <p:cNvSpPr>
            <a:spLocks noGrp="1"/>
          </p:cNvSpPr>
          <p:nvPr>
            <p:ph sz="quarter" idx="40" hasCustomPrompt="1"/>
          </p:nvPr>
        </p:nvSpPr>
        <p:spPr>
          <a:xfrm>
            <a:off x="1536192" y="3767328"/>
            <a:ext cx="5328000" cy="9144"/>
          </a:xfrm>
          <a:prstGeom prst="rect">
            <a:avLst/>
          </a:prstGeom>
          <a:solidFill>
            <a:srgbClr val="CCCCCC"/>
          </a:solidFill>
        </p:spPr>
        <p:txBody>
          <a:bodyPr/>
          <a:lstStyle>
            <a:lvl1pPr marL="0" indent="0">
              <a:buNone/>
              <a:defRPr sz="100">
                <a:solidFill>
                  <a:schemeClr val="tx1"/>
                </a:solidFill>
              </a:defRPr>
            </a:lvl1pPr>
          </a:lstStyle>
          <a:p>
            <a:pPr lvl="0"/>
            <a:r>
              <a:rPr lang="en-US" noProof="0"/>
              <a:t>.</a:t>
            </a:r>
          </a:p>
        </p:txBody>
      </p:sp>
      <p:sp>
        <p:nvSpPr>
          <p:cNvPr id="32" name="Agenda item 4">
            <a:extLst>
              <a:ext uri="{FF2B5EF4-FFF2-40B4-BE49-F238E27FC236}">
                <a16:creationId xmlns:a16="http://schemas.microsoft.com/office/drawing/2014/main" id="{90361265-A14F-E476-D9E5-D44560CA5164}"/>
              </a:ext>
              <a:ext uri="{C183D7F6-B498-43B3-948B-1728B52AA6E4}">
                <adec:decorative xmlns:adec="http://schemas.microsoft.com/office/drawing/2017/decorative" val="1"/>
              </a:ext>
            </a:extLst>
          </p:cNvPr>
          <p:cNvSpPr>
            <a:spLocks noGrp="1"/>
          </p:cNvSpPr>
          <p:nvPr>
            <p:ph type="body" sz="quarter" idx="26" hasCustomPrompt="1"/>
          </p:nvPr>
        </p:nvSpPr>
        <p:spPr>
          <a:xfrm>
            <a:off x="768096" y="3977631"/>
            <a:ext cx="566928" cy="567790"/>
          </a:xfrm>
          <a:prstGeom prst="rect">
            <a:avLst/>
          </a:prstGeom>
          <a:solidFill>
            <a:srgbClr val="CCCCCC"/>
          </a:solidFill>
          <a:ln>
            <a:solidFill>
              <a:srgbClr val="CCCCCC"/>
            </a:solidFill>
          </a:ln>
        </p:spPr>
        <p:txBody>
          <a:bodyPr wrap="square" lIns="0" tIns="0" rIns="0" bIns="0" anchor="ctr">
            <a:noAutofit/>
          </a:bodyPr>
          <a:lstStyle>
            <a:lvl1pPr marL="0" marR="0" indent="0" algn="ctr" defTabSz="914400" rtl="0" eaLnBrk="1" fontAlgn="auto" latinLnBrk="0" hangingPunct="1">
              <a:lnSpc>
                <a:spcPct val="100000"/>
              </a:lnSpc>
              <a:spcBef>
                <a:spcPts val="0"/>
              </a:spcBef>
              <a:spcAft>
                <a:spcPts val="0"/>
              </a:spcAft>
              <a:buClrTx/>
              <a:buSzTx/>
              <a:buFontTx/>
              <a:buNone/>
              <a:tabLst/>
              <a:defRPr sz="2400">
                <a:solidFill>
                  <a:schemeClr val="tx1"/>
                </a:solidFill>
                <a:latin typeface="+mj-lt"/>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noProof="0"/>
              <a:t>X</a:t>
            </a:r>
          </a:p>
        </p:txBody>
      </p:sp>
      <p:sp>
        <p:nvSpPr>
          <p:cNvPr id="35" name="Agenda item 4 description">
            <a:extLst>
              <a:ext uri="{FF2B5EF4-FFF2-40B4-BE49-F238E27FC236}">
                <a16:creationId xmlns:a16="http://schemas.microsoft.com/office/drawing/2014/main" id="{8520F02C-48BD-F94F-1559-1FBBBB1E9B72}"/>
              </a:ext>
              <a:ext uri="{C183D7F6-B498-43B3-948B-1728B52AA6E4}">
                <adec:decorative xmlns:adec="http://schemas.microsoft.com/office/drawing/2017/decorative" val="0"/>
              </a:ext>
            </a:extLst>
          </p:cNvPr>
          <p:cNvSpPr>
            <a:spLocks noGrp="1"/>
          </p:cNvSpPr>
          <p:nvPr>
            <p:ph type="body" sz="quarter" idx="29" hasCustomPrompt="1"/>
          </p:nvPr>
        </p:nvSpPr>
        <p:spPr>
          <a:xfrm>
            <a:off x="1531220" y="3977631"/>
            <a:ext cx="5324694" cy="566928"/>
          </a:xfrm>
          <a:prstGeom prst="rect">
            <a:avLst/>
          </a:prstGeom>
          <a:ln>
            <a:noFill/>
          </a:ln>
        </p:spPr>
        <p:txBody>
          <a:bodyPr wrap="square" lIns="0" tIns="0" rIns="0" bIns="0" anchor="ctr" anchorCtr="0">
            <a:noAutofit/>
          </a:bodyPr>
          <a:lstStyle>
            <a:lvl1pPr marL="12700" indent="-12700" algn="l">
              <a:buNone/>
              <a:tabLst/>
              <a:defRPr sz="1800"/>
            </a:lvl1pPr>
          </a:lstStyle>
          <a:p>
            <a:pPr algn="l"/>
            <a:r>
              <a:rPr lang="en-US" noProof="0"/>
              <a:t>Click to add agenda item 4 </a:t>
            </a:r>
          </a:p>
        </p:txBody>
      </p:sp>
      <p:sp>
        <p:nvSpPr>
          <p:cNvPr id="14" name="Agenda line 4 Placeholder">
            <a:extLst>
              <a:ext uri="{FF2B5EF4-FFF2-40B4-BE49-F238E27FC236}">
                <a16:creationId xmlns:a16="http://schemas.microsoft.com/office/drawing/2014/main" id="{294815D1-A6FC-7FA3-10FF-2B021C27896E}"/>
              </a:ext>
              <a:ext uri="{C183D7F6-B498-43B3-948B-1728B52AA6E4}">
                <adec:decorative xmlns:adec="http://schemas.microsoft.com/office/drawing/2017/decorative" val="1"/>
              </a:ext>
            </a:extLst>
          </p:cNvPr>
          <p:cNvSpPr>
            <a:spLocks noGrp="1"/>
          </p:cNvSpPr>
          <p:nvPr>
            <p:ph sz="quarter" idx="42" hasCustomPrompt="1"/>
          </p:nvPr>
        </p:nvSpPr>
        <p:spPr>
          <a:xfrm>
            <a:off x="1536192" y="4535424"/>
            <a:ext cx="5328000" cy="9144"/>
          </a:xfrm>
          <a:prstGeom prst="rect">
            <a:avLst/>
          </a:prstGeom>
          <a:solidFill>
            <a:srgbClr val="CCCCCC"/>
          </a:solidFill>
        </p:spPr>
        <p:txBody>
          <a:bodyPr/>
          <a:lstStyle>
            <a:lvl1pPr marL="0" indent="0">
              <a:buNone/>
              <a:defRPr sz="100">
                <a:solidFill>
                  <a:schemeClr val="tx1"/>
                </a:solidFill>
              </a:defRPr>
            </a:lvl1pPr>
          </a:lstStyle>
          <a:p>
            <a:pPr lvl="0"/>
            <a:r>
              <a:rPr lang="en-US" noProof="0"/>
              <a:t>.</a:t>
            </a:r>
          </a:p>
        </p:txBody>
      </p:sp>
      <p:sp>
        <p:nvSpPr>
          <p:cNvPr id="19" name="Agenda item 5">
            <a:extLst>
              <a:ext uri="{FF2B5EF4-FFF2-40B4-BE49-F238E27FC236}">
                <a16:creationId xmlns:a16="http://schemas.microsoft.com/office/drawing/2014/main" id="{9BC64A6F-E796-8052-BDC4-C41A84E890AC}"/>
              </a:ext>
              <a:ext uri="{C183D7F6-B498-43B3-948B-1728B52AA6E4}">
                <adec:decorative xmlns:adec="http://schemas.microsoft.com/office/drawing/2017/decorative" val="1"/>
              </a:ext>
            </a:extLst>
          </p:cNvPr>
          <p:cNvSpPr>
            <a:spLocks noGrp="1"/>
          </p:cNvSpPr>
          <p:nvPr>
            <p:ph type="body" sz="quarter" idx="22" hasCustomPrompt="1"/>
          </p:nvPr>
        </p:nvSpPr>
        <p:spPr>
          <a:xfrm>
            <a:off x="768096" y="4751334"/>
            <a:ext cx="566928" cy="567790"/>
          </a:xfrm>
          <a:prstGeom prst="rect">
            <a:avLst/>
          </a:prstGeom>
          <a:solidFill>
            <a:srgbClr val="CCCCCC"/>
          </a:solidFill>
          <a:ln>
            <a:solidFill>
              <a:srgbClr val="CCCCCC"/>
            </a:solidFill>
          </a:ln>
        </p:spPr>
        <p:txBody>
          <a:bodyPr wrap="square" lIns="0" tIns="0" rIns="0" bIns="0" anchor="ctr">
            <a:noAutofit/>
          </a:bodyPr>
          <a:lstStyle>
            <a:lvl1pPr marL="0" marR="0" indent="0" algn="ctr" defTabSz="914400" rtl="0" eaLnBrk="1" fontAlgn="auto" latinLnBrk="0" hangingPunct="1">
              <a:lnSpc>
                <a:spcPct val="100000"/>
              </a:lnSpc>
              <a:spcBef>
                <a:spcPts val="0"/>
              </a:spcBef>
              <a:spcAft>
                <a:spcPts val="0"/>
              </a:spcAft>
              <a:buClrTx/>
              <a:buSzTx/>
              <a:buFontTx/>
              <a:buNone/>
              <a:tabLst/>
              <a:defRPr sz="2400">
                <a:solidFill>
                  <a:schemeClr val="tx1"/>
                </a:solidFill>
                <a:latin typeface="+mj-lt"/>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noProof="0"/>
              <a:t>X</a:t>
            </a:r>
          </a:p>
        </p:txBody>
      </p:sp>
      <p:sp>
        <p:nvSpPr>
          <p:cNvPr id="36" name="Agenda item 5 description">
            <a:extLst>
              <a:ext uri="{FF2B5EF4-FFF2-40B4-BE49-F238E27FC236}">
                <a16:creationId xmlns:a16="http://schemas.microsoft.com/office/drawing/2014/main" id="{2A36E3F2-5923-CCBC-97A9-3E586E1CF53B}"/>
              </a:ext>
              <a:ext uri="{C183D7F6-B498-43B3-948B-1728B52AA6E4}">
                <adec:decorative xmlns:adec="http://schemas.microsoft.com/office/drawing/2017/decorative" val="0"/>
              </a:ext>
            </a:extLst>
          </p:cNvPr>
          <p:cNvSpPr>
            <a:spLocks noGrp="1"/>
          </p:cNvSpPr>
          <p:nvPr>
            <p:ph type="body" sz="quarter" idx="30" hasCustomPrompt="1"/>
          </p:nvPr>
        </p:nvSpPr>
        <p:spPr>
          <a:xfrm>
            <a:off x="1531220" y="4751334"/>
            <a:ext cx="5324694" cy="566928"/>
          </a:xfrm>
          <a:prstGeom prst="rect">
            <a:avLst/>
          </a:prstGeom>
          <a:ln>
            <a:noFill/>
          </a:ln>
        </p:spPr>
        <p:txBody>
          <a:bodyPr wrap="square" lIns="0" tIns="0" rIns="0" bIns="0" anchor="ctr" anchorCtr="0">
            <a:noAutofit/>
          </a:bodyPr>
          <a:lstStyle>
            <a:lvl1pPr marL="12700" indent="-12700" algn="l">
              <a:buNone/>
              <a:tabLst/>
              <a:defRPr sz="1800"/>
            </a:lvl1pPr>
          </a:lstStyle>
          <a:p>
            <a:pPr algn="l"/>
            <a:r>
              <a:rPr lang="en-US" noProof="0"/>
              <a:t>Click to add agenda item 5</a:t>
            </a:r>
          </a:p>
        </p:txBody>
      </p:sp>
      <p:sp>
        <p:nvSpPr>
          <p:cNvPr id="16" name="Agenda line 5 Placeholder">
            <a:extLst>
              <a:ext uri="{FF2B5EF4-FFF2-40B4-BE49-F238E27FC236}">
                <a16:creationId xmlns:a16="http://schemas.microsoft.com/office/drawing/2014/main" id="{5BC826FD-42D6-F330-42BD-1B51308F53DA}"/>
              </a:ext>
              <a:ext uri="{C183D7F6-B498-43B3-948B-1728B52AA6E4}">
                <adec:decorative xmlns:adec="http://schemas.microsoft.com/office/drawing/2017/decorative" val="1"/>
              </a:ext>
            </a:extLst>
          </p:cNvPr>
          <p:cNvSpPr>
            <a:spLocks noGrp="1"/>
          </p:cNvSpPr>
          <p:nvPr>
            <p:ph sz="quarter" idx="43" hasCustomPrompt="1"/>
          </p:nvPr>
        </p:nvSpPr>
        <p:spPr>
          <a:xfrm>
            <a:off x="1536192" y="5312664"/>
            <a:ext cx="5328000" cy="9144"/>
          </a:xfrm>
          <a:prstGeom prst="rect">
            <a:avLst/>
          </a:prstGeom>
          <a:solidFill>
            <a:srgbClr val="CCCCCC"/>
          </a:solidFill>
        </p:spPr>
        <p:txBody>
          <a:bodyPr/>
          <a:lstStyle>
            <a:lvl1pPr marL="0" indent="0">
              <a:buNone/>
              <a:defRPr sz="100">
                <a:solidFill>
                  <a:schemeClr val="tx1"/>
                </a:solidFill>
              </a:defRPr>
            </a:lvl1pPr>
          </a:lstStyle>
          <a:p>
            <a:pPr lvl="0"/>
            <a:r>
              <a:rPr lang="en-US" noProof="0"/>
              <a:t>.</a:t>
            </a:r>
          </a:p>
        </p:txBody>
      </p:sp>
      <p:sp>
        <p:nvSpPr>
          <p:cNvPr id="21" name="Agenda item 6">
            <a:extLst>
              <a:ext uri="{FF2B5EF4-FFF2-40B4-BE49-F238E27FC236}">
                <a16:creationId xmlns:a16="http://schemas.microsoft.com/office/drawing/2014/main" id="{1B9398C7-9BFD-530A-AAD5-5DB929ACE1DB}"/>
              </a:ext>
              <a:ext uri="{C183D7F6-B498-43B3-948B-1728B52AA6E4}">
                <adec:decorative xmlns:adec="http://schemas.microsoft.com/office/drawing/2017/decorative" val="1"/>
              </a:ext>
            </a:extLst>
          </p:cNvPr>
          <p:cNvSpPr>
            <a:spLocks noGrp="1"/>
          </p:cNvSpPr>
          <p:nvPr>
            <p:ph type="body" sz="quarter" idx="24" hasCustomPrompt="1"/>
          </p:nvPr>
        </p:nvSpPr>
        <p:spPr>
          <a:xfrm>
            <a:off x="768096" y="5525036"/>
            <a:ext cx="566928" cy="567790"/>
          </a:xfrm>
          <a:prstGeom prst="rect">
            <a:avLst/>
          </a:prstGeom>
          <a:solidFill>
            <a:srgbClr val="CCCCCC"/>
          </a:solidFill>
          <a:ln>
            <a:solidFill>
              <a:srgbClr val="CCCCCC"/>
            </a:solidFill>
          </a:ln>
        </p:spPr>
        <p:txBody>
          <a:bodyPr wrap="square" lIns="0" tIns="0" rIns="0" bIns="0" anchor="ctr">
            <a:noAutofit/>
          </a:bodyPr>
          <a:lstStyle>
            <a:lvl1pPr marL="0" marR="0" indent="0" algn="ctr" defTabSz="914400" rtl="0" eaLnBrk="1" fontAlgn="auto" latinLnBrk="0" hangingPunct="1">
              <a:lnSpc>
                <a:spcPct val="100000"/>
              </a:lnSpc>
              <a:spcBef>
                <a:spcPts val="0"/>
              </a:spcBef>
              <a:spcAft>
                <a:spcPts val="0"/>
              </a:spcAft>
              <a:buClrTx/>
              <a:buSzTx/>
              <a:buFontTx/>
              <a:buNone/>
              <a:tabLst/>
              <a:defRPr sz="2400">
                <a:solidFill>
                  <a:schemeClr val="tx1"/>
                </a:solidFill>
                <a:latin typeface="+mj-lt"/>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noProof="0"/>
              <a:t>X</a:t>
            </a:r>
          </a:p>
        </p:txBody>
      </p:sp>
      <p:sp>
        <p:nvSpPr>
          <p:cNvPr id="37" name="Agenda item 6 description">
            <a:extLst>
              <a:ext uri="{FF2B5EF4-FFF2-40B4-BE49-F238E27FC236}">
                <a16:creationId xmlns:a16="http://schemas.microsoft.com/office/drawing/2014/main" id="{7D7BE22F-DA85-C34B-5FFD-B711790E06D2}"/>
              </a:ext>
              <a:ext uri="{C183D7F6-B498-43B3-948B-1728B52AA6E4}">
                <adec:decorative xmlns:adec="http://schemas.microsoft.com/office/drawing/2017/decorative" val="0"/>
              </a:ext>
            </a:extLst>
          </p:cNvPr>
          <p:cNvSpPr>
            <a:spLocks noGrp="1"/>
          </p:cNvSpPr>
          <p:nvPr>
            <p:ph type="body" sz="quarter" idx="31" hasCustomPrompt="1"/>
          </p:nvPr>
        </p:nvSpPr>
        <p:spPr>
          <a:xfrm>
            <a:off x="1531220" y="5525036"/>
            <a:ext cx="5324694" cy="566928"/>
          </a:xfrm>
          <a:prstGeom prst="rect">
            <a:avLst/>
          </a:prstGeom>
          <a:ln>
            <a:noFill/>
          </a:ln>
        </p:spPr>
        <p:txBody>
          <a:bodyPr wrap="square" lIns="0" tIns="0" rIns="0" bIns="0" anchor="ctr" anchorCtr="0">
            <a:noAutofit/>
          </a:bodyPr>
          <a:lstStyle>
            <a:lvl1pPr marL="12700" indent="-12700" algn="l">
              <a:buNone/>
              <a:tabLst/>
              <a:defRPr sz="1800"/>
            </a:lvl1pPr>
          </a:lstStyle>
          <a:p>
            <a:pPr algn="l"/>
            <a:r>
              <a:rPr lang="en-US" noProof="0"/>
              <a:t>Click to add agenda item 6</a:t>
            </a:r>
          </a:p>
        </p:txBody>
      </p:sp>
      <p:sp>
        <p:nvSpPr>
          <p:cNvPr id="11" name="Agenda line 6 Placeholder">
            <a:extLst>
              <a:ext uri="{FF2B5EF4-FFF2-40B4-BE49-F238E27FC236}">
                <a16:creationId xmlns:a16="http://schemas.microsoft.com/office/drawing/2014/main" id="{69551B19-5FB8-119B-B488-08BCF0E6B506}"/>
              </a:ext>
              <a:ext uri="{C183D7F6-B498-43B3-948B-1728B52AA6E4}">
                <adec:decorative xmlns:adec="http://schemas.microsoft.com/office/drawing/2017/decorative" val="1"/>
              </a:ext>
            </a:extLst>
          </p:cNvPr>
          <p:cNvSpPr>
            <a:spLocks noGrp="1"/>
          </p:cNvSpPr>
          <p:nvPr>
            <p:ph sz="quarter" idx="41" hasCustomPrompt="1"/>
          </p:nvPr>
        </p:nvSpPr>
        <p:spPr>
          <a:xfrm>
            <a:off x="1536192" y="6080759"/>
            <a:ext cx="5328000" cy="9144"/>
          </a:xfrm>
          <a:prstGeom prst="rect">
            <a:avLst/>
          </a:prstGeom>
          <a:solidFill>
            <a:srgbClr val="CCCCCC"/>
          </a:solidFill>
          <a:ln>
            <a:noFill/>
          </a:ln>
        </p:spPr>
        <p:txBody>
          <a:bodyPr/>
          <a:lstStyle>
            <a:lvl1pPr marL="0" indent="0">
              <a:buNone/>
              <a:defRPr sz="100">
                <a:solidFill>
                  <a:schemeClr val="tx1"/>
                </a:solidFill>
              </a:defRPr>
            </a:lvl1pPr>
          </a:lstStyle>
          <a:p>
            <a:pPr lvl="0"/>
            <a:r>
              <a:rPr lang="en-US" noProof="0"/>
              <a:t>.</a:t>
            </a:r>
          </a:p>
        </p:txBody>
      </p:sp>
      <p:sp>
        <p:nvSpPr>
          <p:cNvPr id="10" name="Picture Placeholder 20">
            <a:extLst>
              <a:ext uri="{FF2B5EF4-FFF2-40B4-BE49-F238E27FC236}">
                <a16:creationId xmlns:a16="http://schemas.microsoft.com/office/drawing/2014/main" id="{248D24D7-EC9C-F974-7D82-7F4B6F87926D}"/>
              </a:ext>
              <a:ext uri="{C183D7F6-B498-43B3-948B-1728B52AA6E4}">
                <adec:decorative xmlns:adec="http://schemas.microsoft.com/office/drawing/2017/decorative" val="1"/>
              </a:ext>
            </a:extLst>
          </p:cNvPr>
          <p:cNvSpPr>
            <a:spLocks noGrp="1"/>
          </p:cNvSpPr>
          <p:nvPr>
            <p:ph type="pic" sz="quarter" idx="14" hasCustomPrompt="1"/>
          </p:nvPr>
        </p:nvSpPr>
        <p:spPr>
          <a:xfrm>
            <a:off x="7620000" y="765176"/>
            <a:ext cx="3805238" cy="5327650"/>
          </a:xfrm>
          <a:prstGeom prst="rect">
            <a:avLst/>
          </a:prstGeom>
        </p:spPr>
        <p:txBody>
          <a:bodyPr lIns="0" tIns="0" rIns="0" bIns="0">
            <a:noAutofit/>
          </a:bodyPr>
          <a:lstStyle>
            <a:lvl1pPr marL="0" indent="0">
              <a:spcBef>
                <a:spcPts val="500"/>
              </a:spcBef>
              <a:buNone/>
              <a:defRPr lang="en-GB" sz="1800" kern="1200" baseline="0" noProof="0" dirty="0" smtClean="0">
                <a:solidFill>
                  <a:schemeClr val="tx1"/>
                </a:solidFill>
                <a:latin typeface="Arial" pitchFamily="34" charset="0"/>
                <a:ea typeface="+mn-ea"/>
                <a:cs typeface="+mn-cs"/>
                <a:sym typeface="Wingdings" panose="05000000000000000000" pitchFamily="2" charset="2"/>
              </a:defRPr>
            </a:lvl1pPr>
          </a:lstStyle>
          <a:p>
            <a:r>
              <a:rPr lang="en-US" noProof="0"/>
              <a:t>Click icon to add image. Images are available to download from the Brand Source image librarybrand.cgi.com</a:t>
            </a:r>
          </a:p>
        </p:txBody>
      </p:sp>
      <p:sp>
        <p:nvSpPr>
          <p:cNvPr id="2" name="Footer Placeholder 1">
            <a:extLst>
              <a:ext uri="{FF2B5EF4-FFF2-40B4-BE49-F238E27FC236}">
                <a16:creationId xmlns:a16="http://schemas.microsoft.com/office/drawing/2014/main" id="{11E23B5B-86A5-9929-E075-CFDE6B46C894}"/>
              </a:ext>
              <a:ext uri="{C183D7F6-B498-43B3-948B-1728B52AA6E4}">
                <adec:decorative xmlns:adec="http://schemas.microsoft.com/office/drawing/2017/decorative" val="1"/>
              </a:ext>
            </a:extLst>
          </p:cNvPr>
          <p:cNvSpPr>
            <a:spLocks noGrp="1"/>
          </p:cNvSpPr>
          <p:nvPr>
            <p:ph type="ftr" sz="quarter" idx="45"/>
          </p:nvPr>
        </p:nvSpPr>
        <p:spPr/>
        <p:txBody>
          <a:bodyPr/>
          <a:lstStyle/>
          <a:p>
            <a:endParaRPr lang="en-US" noProof="0"/>
          </a:p>
        </p:txBody>
      </p:sp>
      <p:sp>
        <p:nvSpPr>
          <p:cNvPr id="4" name="Slide Number Placeholder 3">
            <a:extLst>
              <a:ext uri="{FF2B5EF4-FFF2-40B4-BE49-F238E27FC236}">
                <a16:creationId xmlns:a16="http://schemas.microsoft.com/office/drawing/2014/main" id="{8C7834B6-7F1E-DDCB-2FF1-903263236C2C}"/>
              </a:ext>
              <a:ext uri="{C183D7F6-B498-43B3-948B-1728B52AA6E4}">
                <adec:decorative xmlns:adec="http://schemas.microsoft.com/office/drawing/2017/decorative" val="1"/>
              </a:ext>
            </a:extLst>
          </p:cNvPr>
          <p:cNvSpPr>
            <a:spLocks noGrp="1"/>
          </p:cNvSpPr>
          <p:nvPr>
            <p:ph type="sldNum" sz="quarter" idx="11"/>
          </p:nvPr>
        </p:nvSpPr>
        <p:spPr/>
        <p:txBody>
          <a:bodyPr/>
          <a:lstStyle/>
          <a:p>
            <a:fld id="{525A3C56-E491-49B2-93F3-63532DF516BC}" type="slidenum">
              <a:rPr lang="en-US" noProof="0" smtClean="0"/>
              <a:pPr/>
              <a:t>‹n°›</a:t>
            </a:fld>
            <a:endParaRPr lang="en-US" noProof="0"/>
          </a:p>
        </p:txBody>
      </p:sp>
    </p:spTree>
    <p:extLst>
      <p:ext uri="{BB962C8B-B14F-4D97-AF65-F5344CB8AC3E}">
        <p14:creationId xmlns:p14="http://schemas.microsoft.com/office/powerpoint/2010/main" val="1704483212"/>
      </p:ext>
    </p:extLst>
  </p:cSld>
  <p:clrMapOvr>
    <a:masterClrMapping/>
  </p:clrMapOv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Agenda slide – Layout 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714A61-5FF4-45DD-DAC3-987C6FEDD01B}"/>
              </a:ext>
            </a:extLst>
          </p:cNvPr>
          <p:cNvSpPr>
            <a:spLocks noGrp="1"/>
          </p:cNvSpPr>
          <p:nvPr>
            <p:ph type="title" hasCustomPrompt="1"/>
          </p:nvPr>
        </p:nvSpPr>
        <p:spPr>
          <a:xfrm>
            <a:off x="4583114" y="682514"/>
            <a:ext cx="6842124" cy="532765"/>
          </a:xfrm>
        </p:spPr>
        <p:txBody>
          <a:bodyPr/>
          <a:lstStyle/>
          <a:p>
            <a:r>
              <a:rPr lang="en-US"/>
              <a:t>Agenda slide layout 5 - click to add title</a:t>
            </a:r>
          </a:p>
        </p:txBody>
      </p:sp>
      <p:sp>
        <p:nvSpPr>
          <p:cNvPr id="9" name="Content Placeholder 20">
            <a:extLst>
              <a:ext uri="{FF2B5EF4-FFF2-40B4-BE49-F238E27FC236}">
                <a16:creationId xmlns:a16="http://schemas.microsoft.com/office/drawing/2014/main" id="{F3FE636F-7D6F-A556-CB63-5058ECC92133}"/>
              </a:ext>
            </a:extLst>
          </p:cNvPr>
          <p:cNvSpPr>
            <a:spLocks noGrp="1"/>
          </p:cNvSpPr>
          <p:nvPr>
            <p:ph sz="quarter" idx="17" hasCustomPrompt="1"/>
          </p:nvPr>
        </p:nvSpPr>
        <p:spPr>
          <a:xfrm>
            <a:off x="4583114" y="1656522"/>
            <a:ext cx="6842124" cy="4436304"/>
          </a:xfrm>
          <a:prstGeom prst="rect">
            <a:avLst/>
          </a:prstGeom>
          <a:noFill/>
        </p:spPr>
        <p:txBody>
          <a:bodyPr lIns="0" tIns="0" rIns="0" bIns="0">
            <a:noAutofit/>
          </a:bodyPr>
          <a:lstStyle>
            <a:lvl1pPr marL="0" indent="0">
              <a:lnSpc>
                <a:spcPct val="150000"/>
              </a:lnSpc>
              <a:spcBef>
                <a:spcPts val="500"/>
              </a:spcBef>
              <a:buClr>
                <a:schemeClr val="tx1"/>
              </a:buClr>
              <a:buSzPct val="110000"/>
              <a:buFont typeface="Arial" pitchFamily="34" charset="0"/>
              <a:buNone/>
              <a:tabLst>
                <a:tab pos="2005013" algn="l"/>
              </a:tabLst>
              <a:defRPr sz="2000">
                <a:solidFill>
                  <a:schemeClr val="tx1"/>
                </a:solidFill>
                <a:latin typeface="+mn-lt"/>
              </a:defRPr>
            </a:lvl1pPr>
            <a:lvl2pPr marL="263525" indent="-263525">
              <a:spcBef>
                <a:spcPts val="500"/>
              </a:spcBef>
              <a:buClr>
                <a:schemeClr val="tx1"/>
              </a:buClr>
              <a:buSzPct val="110000"/>
              <a:buFont typeface="Arial" pitchFamily="34" charset="0"/>
              <a:buChar char="•"/>
              <a:defRPr sz="2000" baseline="0">
                <a:solidFill>
                  <a:schemeClr val="tx1"/>
                </a:solidFill>
                <a:latin typeface="Arial" pitchFamily="34" charset="0"/>
              </a:defRPr>
            </a:lvl2pPr>
            <a:lvl3pPr marL="536575" indent="-273050">
              <a:spcBef>
                <a:spcPts val="500"/>
              </a:spcBef>
              <a:buClr>
                <a:schemeClr val="tx1"/>
              </a:buClr>
              <a:buSzPct val="100000"/>
              <a:buFont typeface="Calibri" panose="020F0502020204030204" pitchFamily="34" charset="0"/>
              <a:buChar char="–"/>
              <a:defRPr sz="1800">
                <a:solidFill>
                  <a:schemeClr val="tx1"/>
                </a:solidFill>
                <a:latin typeface="Arial" pitchFamily="34" charset="0"/>
              </a:defRPr>
            </a:lvl3pPr>
            <a:lvl4pPr marL="811213" indent="-274638">
              <a:spcBef>
                <a:spcPts val="500"/>
              </a:spcBef>
              <a:buClr>
                <a:schemeClr val="tx1"/>
              </a:buClr>
              <a:buSzPct val="110000"/>
              <a:buFont typeface="Wingdings" pitchFamily="2" charset="2"/>
              <a:buChar char="§"/>
              <a:defRPr sz="1600">
                <a:solidFill>
                  <a:schemeClr val="tx1"/>
                </a:solidFill>
                <a:latin typeface="Arial" pitchFamily="34" charset="0"/>
              </a:defRPr>
            </a:lvl4pPr>
            <a:lvl5pPr marL="1074738" indent="-263525">
              <a:spcBef>
                <a:spcPts val="500"/>
              </a:spcBef>
              <a:buClr>
                <a:schemeClr val="tx1"/>
              </a:buClr>
              <a:buSzPct val="110000"/>
              <a:buFont typeface="Courier New" panose="02070309020205020404" pitchFamily="49" charset="0"/>
              <a:buChar char="o"/>
              <a:defRPr sz="1400">
                <a:solidFill>
                  <a:schemeClr val="tx1"/>
                </a:solidFill>
                <a:latin typeface="Arial" pitchFamily="34" charset="0"/>
              </a:defRPr>
            </a:lvl5pPr>
            <a:lvl6pPr marL="1136650" indent="-215900">
              <a:spcBef>
                <a:spcPts val="500"/>
              </a:spcBef>
              <a:buClr>
                <a:schemeClr val="tx1">
                  <a:lumMod val="60000"/>
                  <a:lumOff val="40000"/>
                </a:schemeClr>
              </a:buClr>
              <a:buFont typeface="Verdana" pitchFamily="34" charset="0"/>
              <a:buChar char="•"/>
              <a:defRPr sz="1400" baseline="0">
                <a:solidFill>
                  <a:schemeClr val="tx1"/>
                </a:solidFill>
              </a:defRPr>
            </a:lvl6pPr>
            <a:lvl7pPr marL="1343025" indent="-228600">
              <a:spcBef>
                <a:spcPts val="500"/>
              </a:spcBef>
              <a:buClr>
                <a:schemeClr val="tx1">
                  <a:lumMod val="60000"/>
                  <a:lumOff val="40000"/>
                </a:schemeClr>
              </a:buClr>
              <a:buFont typeface="Verdana" pitchFamily="34" charset="0"/>
              <a:buChar char="•"/>
              <a:defRPr sz="1400" baseline="0">
                <a:solidFill>
                  <a:schemeClr val="tx1"/>
                </a:solidFill>
              </a:defRPr>
            </a:lvl7pPr>
          </a:lstStyle>
          <a:p>
            <a:pPr marL="0" indent="0" algn="l" rtl="0" eaLnBrk="1" fontAlgn="ctr" latinLnBrk="0" hangingPunct="1">
              <a:spcBef>
                <a:spcPts val="0"/>
              </a:spcBef>
              <a:spcAft>
                <a:spcPts val="0"/>
              </a:spcAft>
            </a:pPr>
            <a:r>
              <a:rPr lang="en-US" sz="2000" b="0" i="0" u="none" strike="noStrike" kern="1200" noProof="0">
                <a:solidFill>
                  <a:srgbClr val="000000"/>
                </a:solidFill>
                <a:effectLst/>
                <a:latin typeface="Arial" panose="020B0604020202020204" pitchFamily="34" charset="0"/>
                <a:ea typeface="Arial" panose="020B0604020202020204" pitchFamily="34" charset="0"/>
                <a:cs typeface="Arial" panose="020B0604020202020204" pitchFamily="34" charset="0"/>
              </a:rPr>
              <a:t>00.00</a:t>
            </a:r>
            <a:r>
              <a:rPr lang="en-US" sz="2000" b="0" i="0" u="none" strike="noStrike" kern="1200" baseline="0" noProof="0">
                <a:solidFill>
                  <a:srgbClr val="000000"/>
                </a:solidFill>
                <a:effectLst/>
                <a:latin typeface="Arial" panose="020B0604020202020204" pitchFamily="34" charset="0"/>
                <a:ea typeface="Arial" panose="020B0604020202020204" pitchFamily="34" charset="0"/>
                <a:cs typeface="Arial" panose="020B0604020202020204" pitchFamily="34" charset="0"/>
              </a:rPr>
              <a:t> </a:t>
            </a:r>
            <a:r>
              <a:rPr lang="en-US" sz="2000" b="0" i="0" u="none" strike="noStrike" kern="1200" noProof="0">
                <a:solidFill>
                  <a:srgbClr val="000000"/>
                </a:solidFill>
                <a:effectLst/>
                <a:latin typeface="Arial" panose="020B0604020202020204" pitchFamily="34" charset="0"/>
                <a:ea typeface="Arial" panose="020B0604020202020204" pitchFamily="34" charset="0"/>
                <a:cs typeface="Arial" panose="020B0604020202020204" pitchFamily="34" charset="0"/>
              </a:rPr>
              <a:t>– 00.00 	Agenda item 1</a:t>
            </a:r>
            <a:endParaRPr lang="en-US" sz="2000" b="0" i="0" u="none" strike="noStrike" noProof="0">
              <a:effectLst/>
              <a:latin typeface="Arial" panose="020B0604020202020204" pitchFamily="34" charset="0"/>
            </a:endParaRPr>
          </a:p>
          <a:p>
            <a:pPr marL="0" indent="0" algn="l" rtl="0" eaLnBrk="1" fontAlgn="ctr" latinLnBrk="0" hangingPunct="1">
              <a:spcBef>
                <a:spcPts val="0"/>
              </a:spcBef>
              <a:spcAft>
                <a:spcPts val="0"/>
              </a:spcAft>
            </a:pPr>
            <a:r>
              <a:rPr lang="en-US" sz="2000" b="0" i="0" u="none" strike="noStrike" kern="1200" noProof="0">
                <a:solidFill>
                  <a:srgbClr val="000000"/>
                </a:solidFill>
                <a:effectLst/>
                <a:latin typeface="Arial" panose="020B0604020202020204" pitchFamily="34" charset="0"/>
                <a:ea typeface="Arial" panose="020B0604020202020204" pitchFamily="34" charset="0"/>
                <a:cs typeface="Arial" panose="020B0604020202020204" pitchFamily="34" charset="0"/>
              </a:rPr>
              <a:t>00.00</a:t>
            </a:r>
            <a:r>
              <a:rPr lang="en-US" sz="2000" b="0" i="0" u="none" strike="noStrike" kern="1200" baseline="0" noProof="0">
                <a:solidFill>
                  <a:srgbClr val="000000"/>
                </a:solidFill>
                <a:effectLst/>
                <a:latin typeface="Arial" panose="020B0604020202020204" pitchFamily="34" charset="0"/>
                <a:ea typeface="Arial" panose="020B0604020202020204" pitchFamily="34" charset="0"/>
                <a:cs typeface="Arial" panose="020B0604020202020204" pitchFamily="34" charset="0"/>
              </a:rPr>
              <a:t> </a:t>
            </a:r>
            <a:r>
              <a:rPr lang="en-US" sz="2000" b="0" i="0" u="none" strike="noStrike" kern="1200" noProof="0">
                <a:solidFill>
                  <a:srgbClr val="000000"/>
                </a:solidFill>
                <a:effectLst/>
                <a:latin typeface="Arial" panose="020B0604020202020204" pitchFamily="34" charset="0"/>
                <a:ea typeface="Arial" panose="020B0604020202020204" pitchFamily="34" charset="0"/>
                <a:cs typeface="Arial" panose="020B0604020202020204" pitchFamily="34" charset="0"/>
              </a:rPr>
              <a:t>– 00.00 	Agenda item 2</a:t>
            </a:r>
            <a:endParaRPr lang="en-US" sz="2000" b="0" i="0" u="none" strike="noStrike" noProof="0">
              <a:effectLst/>
              <a:latin typeface="Arial" panose="020B0604020202020204" pitchFamily="34" charset="0"/>
            </a:endParaRPr>
          </a:p>
          <a:p>
            <a:pPr marL="0" indent="0" algn="l" rtl="0" eaLnBrk="1" fontAlgn="ctr" latinLnBrk="0" hangingPunct="1">
              <a:spcBef>
                <a:spcPts val="0"/>
              </a:spcBef>
              <a:spcAft>
                <a:spcPts val="0"/>
              </a:spcAft>
            </a:pPr>
            <a:r>
              <a:rPr lang="en-US" sz="2000" b="0" i="0" u="none" strike="noStrike" kern="1200" noProof="0">
                <a:solidFill>
                  <a:srgbClr val="000000"/>
                </a:solidFill>
                <a:effectLst/>
                <a:latin typeface="Arial" panose="020B0604020202020204" pitchFamily="34" charset="0"/>
                <a:ea typeface="Arial" panose="020B0604020202020204" pitchFamily="34" charset="0"/>
                <a:cs typeface="Arial" panose="020B0604020202020204" pitchFamily="34" charset="0"/>
              </a:rPr>
              <a:t>00.00</a:t>
            </a:r>
            <a:r>
              <a:rPr lang="en-US" sz="2000" b="0" i="0" u="none" strike="noStrike" kern="1200" baseline="0" noProof="0">
                <a:solidFill>
                  <a:srgbClr val="000000"/>
                </a:solidFill>
                <a:effectLst/>
                <a:latin typeface="Arial" panose="020B0604020202020204" pitchFamily="34" charset="0"/>
                <a:ea typeface="Arial" panose="020B0604020202020204" pitchFamily="34" charset="0"/>
                <a:cs typeface="Arial" panose="020B0604020202020204" pitchFamily="34" charset="0"/>
              </a:rPr>
              <a:t> </a:t>
            </a:r>
            <a:r>
              <a:rPr lang="en-US" sz="2000" b="0" i="0" u="none" strike="noStrike" kern="1200" noProof="0">
                <a:solidFill>
                  <a:srgbClr val="000000"/>
                </a:solidFill>
                <a:effectLst/>
                <a:latin typeface="Arial" panose="020B0604020202020204" pitchFamily="34" charset="0"/>
                <a:ea typeface="Arial" panose="020B0604020202020204" pitchFamily="34" charset="0"/>
                <a:cs typeface="Arial" panose="020B0604020202020204" pitchFamily="34" charset="0"/>
              </a:rPr>
              <a:t>– 00.00 	Agenda item 3</a:t>
            </a:r>
            <a:endParaRPr lang="en-US" sz="2000" b="0" i="0" u="none" strike="noStrike" noProof="0">
              <a:effectLst/>
              <a:latin typeface="Arial" panose="020B0604020202020204" pitchFamily="34" charset="0"/>
            </a:endParaRPr>
          </a:p>
          <a:p>
            <a:pPr marL="0" indent="0" algn="l" rtl="0" eaLnBrk="1" fontAlgn="ctr" latinLnBrk="0" hangingPunct="1">
              <a:spcBef>
                <a:spcPts val="0"/>
              </a:spcBef>
              <a:spcAft>
                <a:spcPts val="0"/>
              </a:spcAft>
            </a:pPr>
            <a:r>
              <a:rPr lang="en-US" sz="2000" b="0" i="0" u="none" strike="noStrike" kern="1200" noProof="0">
                <a:solidFill>
                  <a:srgbClr val="000000"/>
                </a:solidFill>
                <a:effectLst/>
                <a:latin typeface="Arial" panose="020B0604020202020204" pitchFamily="34" charset="0"/>
                <a:ea typeface="Arial" panose="020B0604020202020204" pitchFamily="34" charset="0"/>
                <a:cs typeface="Arial" panose="020B0604020202020204" pitchFamily="34" charset="0"/>
              </a:rPr>
              <a:t>00.00</a:t>
            </a:r>
            <a:r>
              <a:rPr lang="en-US" sz="2000" b="0" i="0" u="none" strike="noStrike" kern="1200" baseline="0" noProof="0">
                <a:solidFill>
                  <a:srgbClr val="000000"/>
                </a:solidFill>
                <a:effectLst/>
                <a:latin typeface="Arial" panose="020B0604020202020204" pitchFamily="34" charset="0"/>
                <a:ea typeface="Arial" panose="020B0604020202020204" pitchFamily="34" charset="0"/>
                <a:cs typeface="Arial" panose="020B0604020202020204" pitchFamily="34" charset="0"/>
              </a:rPr>
              <a:t> </a:t>
            </a:r>
            <a:r>
              <a:rPr lang="en-US" sz="2000" b="0" i="0" u="none" strike="noStrike" kern="1200" noProof="0">
                <a:solidFill>
                  <a:srgbClr val="000000"/>
                </a:solidFill>
                <a:effectLst/>
                <a:latin typeface="Arial" panose="020B0604020202020204" pitchFamily="34" charset="0"/>
                <a:ea typeface="Arial" panose="020B0604020202020204" pitchFamily="34" charset="0"/>
                <a:cs typeface="Arial" panose="020B0604020202020204" pitchFamily="34" charset="0"/>
              </a:rPr>
              <a:t>– 00.00 	Agenda item 4</a:t>
            </a:r>
            <a:endParaRPr lang="en-US" sz="2000" b="0" i="0" u="none" strike="noStrike" noProof="0">
              <a:effectLst/>
              <a:latin typeface="Arial" panose="020B0604020202020204" pitchFamily="34" charset="0"/>
            </a:endParaRPr>
          </a:p>
          <a:p>
            <a:pPr marL="0" indent="0" algn="l" rtl="0" eaLnBrk="1" fontAlgn="ctr" latinLnBrk="0" hangingPunct="1">
              <a:spcBef>
                <a:spcPts val="0"/>
              </a:spcBef>
              <a:spcAft>
                <a:spcPts val="0"/>
              </a:spcAft>
            </a:pPr>
            <a:r>
              <a:rPr lang="en-US" sz="2000" b="0" i="0" u="none" strike="noStrike" kern="1200" noProof="0">
                <a:solidFill>
                  <a:srgbClr val="000000"/>
                </a:solidFill>
                <a:effectLst/>
                <a:latin typeface="Arial" panose="020B0604020202020204" pitchFamily="34" charset="0"/>
                <a:ea typeface="Arial" panose="020B0604020202020204" pitchFamily="34" charset="0"/>
                <a:cs typeface="Arial" panose="020B0604020202020204" pitchFamily="34" charset="0"/>
              </a:rPr>
              <a:t>00.00</a:t>
            </a:r>
            <a:r>
              <a:rPr lang="en-US" sz="2000" b="0" i="0" u="none" strike="noStrike" kern="1200" baseline="0" noProof="0">
                <a:solidFill>
                  <a:srgbClr val="000000"/>
                </a:solidFill>
                <a:effectLst/>
                <a:latin typeface="Arial" panose="020B0604020202020204" pitchFamily="34" charset="0"/>
                <a:ea typeface="Arial" panose="020B0604020202020204" pitchFamily="34" charset="0"/>
                <a:cs typeface="Arial" panose="020B0604020202020204" pitchFamily="34" charset="0"/>
              </a:rPr>
              <a:t> </a:t>
            </a:r>
            <a:r>
              <a:rPr lang="en-US" sz="2000" b="0" i="0" u="none" strike="noStrike" kern="1200" noProof="0">
                <a:solidFill>
                  <a:srgbClr val="000000"/>
                </a:solidFill>
                <a:effectLst/>
                <a:latin typeface="Arial" panose="020B0604020202020204" pitchFamily="34" charset="0"/>
                <a:ea typeface="Arial" panose="020B0604020202020204" pitchFamily="34" charset="0"/>
                <a:cs typeface="Arial" panose="020B0604020202020204" pitchFamily="34" charset="0"/>
              </a:rPr>
              <a:t>– 00.00 	Agenda item 5</a:t>
            </a:r>
            <a:endParaRPr lang="en-US" sz="2000" b="0" i="0" u="none" strike="noStrike" noProof="0">
              <a:effectLst/>
              <a:latin typeface="Arial" panose="020B0604020202020204" pitchFamily="34" charset="0"/>
            </a:endParaRPr>
          </a:p>
          <a:p>
            <a:pPr marL="0" indent="0" algn="l" rtl="0" eaLnBrk="1" fontAlgn="ctr" latinLnBrk="0" hangingPunct="1">
              <a:spcBef>
                <a:spcPts val="0"/>
              </a:spcBef>
              <a:spcAft>
                <a:spcPts val="0"/>
              </a:spcAft>
            </a:pPr>
            <a:r>
              <a:rPr lang="en-US" sz="2000" b="0" i="0" u="none" strike="noStrike" kern="1200" noProof="0">
                <a:solidFill>
                  <a:srgbClr val="000000"/>
                </a:solidFill>
                <a:effectLst/>
                <a:latin typeface="Arial" panose="020B0604020202020204" pitchFamily="34" charset="0"/>
                <a:ea typeface="Arial" panose="020B0604020202020204" pitchFamily="34" charset="0"/>
                <a:cs typeface="Arial" panose="020B0604020202020204" pitchFamily="34" charset="0"/>
              </a:rPr>
              <a:t>00.00</a:t>
            </a:r>
            <a:r>
              <a:rPr lang="en-US" sz="2000" b="0" i="0" u="none" strike="noStrike" kern="1200" baseline="0" noProof="0">
                <a:solidFill>
                  <a:srgbClr val="000000"/>
                </a:solidFill>
                <a:effectLst/>
                <a:latin typeface="Arial" panose="020B0604020202020204" pitchFamily="34" charset="0"/>
                <a:ea typeface="Arial" panose="020B0604020202020204" pitchFamily="34" charset="0"/>
                <a:cs typeface="Arial" panose="020B0604020202020204" pitchFamily="34" charset="0"/>
              </a:rPr>
              <a:t> </a:t>
            </a:r>
            <a:r>
              <a:rPr lang="en-US" sz="2000" b="0" i="0" u="none" strike="noStrike" kern="1200" noProof="0">
                <a:solidFill>
                  <a:srgbClr val="000000"/>
                </a:solidFill>
                <a:effectLst/>
                <a:latin typeface="Arial" panose="020B0604020202020204" pitchFamily="34" charset="0"/>
                <a:ea typeface="Arial" panose="020B0604020202020204" pitchFamily="34" charset="0"/>
                <a:cs typeface="Arial" panose="020B0604020202020204" pitchFamily="34" charset="0"/>
              </a:rPr>
              <a:t>– 00.00 	Agenda item 6</a:t>
            </a:r>
            <a:endParaRPr lang="en-US" sz="2000" b="0" i="0" u="none" strike="noStrike" noProof="0">
              <a:effectLst/>
              <a:latin typeface="Arial" panose="020B0604020202020204" pitchFamily="34" charset="0"/>
            </a:endParaRPr>
          </a:p>
          <a:p>
            <a:pPr marL="0" indent="0" algn="l" rtl="0" eaLnBrk="1" fontAlgn="ctr" latinLnBrk="0" hangingPunct="1">
              <a:spcBef>
                <a:spcPts val="0"/>
              </a:spcBef>
              <a:spcAft>
                <a:spcPts val="0"/>
              </a:spcAft>
            </a:pPr>
            <a:r>
              <a:rPr lang="en-US" sz="2000" b="0" i="0" u="none" strike="noStrike" kern="1200" noProof="0">
                <a:solidFill>
                  <a:srgbClr val="000000"/>
                </a:solidFill>
                <a:effectLst/>
                <a:latin typeface="Arial" panose="020B0604020202020204" pitchFamily="34" charset="0"/>
                <a:ea typeface="Arial" panose="020B0604020202020204" pitchFamily="34" charset="0"/>
                <a:cs typeface="Arial" panose="020B0604020202020204" pitchFamily="34" charset="0"/>
              </a:rPr>
              <a:t>00.00</a:t>
            </a:r>
            <a:r>
              <a:rPr lang="en-US" sz="2000" b="0" i="0" u="none" strike="noStrike" kern="1200" baseline="0" noProof="0">
                <a:solidFill>
                  <a:srgbClr val="000000"/>
                </a:solidFill>
                <a:effectLst/>
                <a:latin typeface="Arial" panose="020B0604020202020204" pitchFamily="34" charset="0"/>
                <a:ea typeface="Arial" panose="020B0604020202020204" pitchFamily="34" charset="0"/>
                <a:cs typeface="Arial" panose="020B0604020202020204" pitchFamily="34" charset="0"/>
              </a:rPr>
              <a:t> </a:t>
            </a:r>
            <a:r>
              <a:rPr lang="en-US" sz="2000" b="0" i="0" u="none" strike="noStrike" kern="1200" noProof="0">
                <a:solidFill>
                  <a:srgbClr val="000000"/>
                </a:solidFill>
                <a:effectLst/>
                <a:latin typeface="Arial" panose="020B0604020202020204" pitchFamily="34" charset="0"/>
                <a:ea typeface="Arial" panose="020B0604020202020204" pitchFamily="34" charset="0"/>
                <a:cs typeface="Arial" panose="020B0604020202020204" pitchFamily="34" charset="0"/>
              </a:rPr>
              <a:t>– 00.00	Agenda item 7</a:t>
            </a:r>
            <a:endParaRPr lang="en-US" sz="2000" b="0" i="0" u="none" strike="noStrike" noProof="0">
              <a:effectLst/>
              <a:latin typeface="Arial" panose="020B0604020202020204" pitchFamily="34" charset="0"/>
            </a:endParaRPr>
          </a:p>
          <a:p>
            <a:pPr marL="0" indent="0" algn="l" rtl="0" eaLnBrk="1" fontAlgn="ctr" latinLnBrk="0" hangingPunct="1">
              <a:spcBef>
                <a:spcPts val="0"/>
              </a:spcBef>
              <a:spcAft>
                <a:spcPts val="0"/>
              </a:spcAft>
            </a:pPr>
            <a:r>
              <a:rPr lang="en-US" sz="2000" b="0" i="0" u="none" strike="noStrike" kern="1200" noProof="0">
                <a:solidFill>
                  <a:srgbClr val="000000"/>
                </a:solidFill>
                <a:effectLst/>
                <a:latin typeface="Arial" panose="020B0604020202020204" pitchFamily="34" charset="0"/>
                <a:ea typeface="Arial" panose="020B0604020202020204" pitchFamily="34" charset="0"/>
                <a:cs typeface="Arial" panose="020B0604020202020204" pitchFamily="34" charset="0"/>
              </a:rPr>
              <a:t>00.00</a:t>
            </a:r>
            <a:r>
              <a:rPr lang="en-US" sz="2000" b="0" i="0" u="none" strike="noStrike" kern="1200" baseline="0" noProof="0">
                <a:solidFill>
                  <a:srgbClr val="000000"/>
                </a:solidFill>
                <a:effectLst/>
                <a:latin typeface="Arial" panose="020B0604020202020204" pitchFamily="34" charset="0"/>
                <a:ea typeface="Arial" panose="020B0604020202020204" pitchFamily="34" charset="0"/>
                <a:cs typeface="Arial" panose="020B0604020202020204" pitchFamily="34" charset="0"/>
              </a:rPr>
              <a:t> </a:t>
            </a:r>
            <a:r>
              <a:rPr lang="en-US" sz="2000" b="0" i="0" u="none" strike="noStrike" kern="1200" noProof="0">
                <a:solidFill>
                  <a:srgbClr val="000000"/>
                </a:solidFill>
                <a:effectLst/>
                <a:latin typeface="Arial" panose="020B0604020202020204" pitchFamily="34" charset="0"/>
                <a:ea typeface="Arial" panose="020B0604020202020204" pitchFamily="34" charset="0"/>
                <a:cs typeface="Arial" panose="020B0604020202020204" pitchFamily="34" charset="0"/>
              </a:rPr>
              <a:t>– 00.00	Agenda item 8</a:t>
            </a:r>
            <a:endParaRPr lang="en-US" sz="2000" b="0" i="0" u="none" strike="noStrike" noProof="0">
              <a:effectLst/>
              <a:latin typeface="Arial" panose="020B0604020202020204" pitchFamily="34" charset="0"/>
            </a:endParaRPr>
          </a:p>
        </p:txBody>
      </p:sp>
      <p:sp>
        <p:nvSpPr>
          <p:cNvPr id="8" name="Picture Placeholder 20">
            <a:extLst>
              <a:ext uri="{FF2B5EF4-FFF2-40B4-BE49-F238E27FC236}">
                <a16:creationId xmlns:a16="http://schemas.microsoft.com/office/drawing/2014/main" id="{E413754F-2B72-0B3F-616B-8E40CF51EF4C}"/>
              </a:ext>
              <a:ext uri="{C183D7F6-B498-43B3-948B-1728B52AA6E4}">
                <adec:decorative xmlns:adec="http://schemas.microsoft.com/office/drawing/2017/decorative" val="1"/>
              </a:ext>
            </a:extLst>
          </p:cNvPr>
          <p:cNvSpPr>
            <a:spLocks noGrp="1"/>
          </p:cNvSpPr>
          <p:nvPr>
            <p:ph type="pic" sz="quarter" idx="14" hasCustomPrompt="1"/>
          </p:nvPr>
        </p:nvSpPr>
        <p:spPr>
          <a:xfrm>
            <a:off x="791689" y="765176"/>
            <a:ext cx="3000849" cy="5327650"/>
          </a:xfrm>
          <a:prstGeom prst="rect">
            <a:avLst/>
          </a:prstGeom>
        </p:spPr>
        <p:txBody>
          <a:bodyPr lIns="0" tIns="0" rIns="0" bIns="0">
            <a:noAutofit/>
          </a:bodyPr>
          <a:lstStyle>
            <a:lvl1pPr marL="0" indent="0">
              <a:spcBef>
                <a:spcPts val="500"/>
              </a:spcBef>
              <a:buNone/>
              <a:defRPr lang="en-GB" sz="1800" kern="1200" baseline="0" noProof="0" dirty="0" smtClean="0">
                <a:solidFill>
                  <a:schemeClr val="tx1"/>
                </a:solidFill>
                <a:latin typeface="Arial" pitchFamily="34" charset="0"/>
                <a:ea typeface="+mn-ea"/>
                <a:cs typeface="+mn-cs"/>
                <a:sym typeface="Wingdings" panose="05000000000000000000" pitchFamily="2" charset="2"/>
              </a:defRPr>
            </a:lvl1pPr>
          </a:lstStyle>
          <a:p>
            <a:r>
              <a:rPr lang="en-US" noProof="0"/>
              <a:t>Click icon to add image. Images are available to download from the Brand Source image library  brand.cgi.com</a:t>
            </a:r>
          </a:p>
        </p:txBody>
      </p:sp>
      <p:sp>
        <p:nvSpPr>
          <p:cNvPr id="3" name="Footer Placeholder 2">
            <a:extLst>
              <a:ext uri="{FF2B5EF4-FFF2-40B4-BE49-F238E27FC236}">
                <a16:creationId xmlns:a16="http://schemas.microsoft.com/office/drawing/2014/main" id="{0950AFE0-3AA7-9C01-557E-34036BE2B914}"/>
              </a:ext>
              <a:ext uri="{C183D7F6-B498-43B3-948B-1728B52AA6E4}">
                <adec:decorative xmlns:adec="http://schemas.microsoft.com/office/drawing/2017/decorative" val="1"/>
              </a:ext>
            </a:extLst>
          </p:cNvPr>
          <p:cNvSpPr>
            <a:spLocks noGrp="1"/>
          </p:cNvSpPr>
          <p:nvPr>
            <p:ph type="ftr" sz="quarter" idx="19"/>
          </p:nvPr>
        </p:nvSpPr>
        <p:spPr>
          <a:xfrm>
            <a:off x="4038600" y="6967728"/>
            <a:ext cx="4114800" cy="137160"/>
          </a:xfrm>
        </p:spPr>
        <p:txBody>
          <a:bodyPr/>
          <a:lstStyle/>
          <a:p>
            <a:endParaRPr lang="en-US" noProof="0"/>
          </a:p>
        </p:txBody>
      </p:sp>
      <p:sp>
        <p:nvSpPr>
          <p:cNvPr id="7" name="Slide Number Placeholder">
            <a:extLst>
              <a:ext uri="{FF2B5EF4-FFF2-40B4-BE49-F238E27FC236}">
                <a16:creationId xmlns:a16="http://schemas.microsoft.com/office/drawing/2014/main" id="{72679693-BA13-5E4E-91BE-1606A75B027B}"/>
              </a:ext>
              <a:ext uri="{C183D7F6-B498-43B3-948B-1728B52AA6E4}">
                <adec:decorative xmlns:adec="http://schemas.microsoft.com/office/drawing/2017/decorative" val="1"/>
              </a:ext>
            </a:extLst>
          </p:cNvPr>
          <p:cNvSpPr>
            <a:spLocks noGrp="1"/>
          </p:cNvSpPr>
          <p:nvPr>
            <p:ph type="sldNum" sz="quarter" idx="4"/>
          </p:nvPr>
        </p:nvSpPr>
        <p:spPr>
          <a:xfrm>
            <a:off x="11163034" y="6967728"/>
            <a:ext cx="261660" cy="137160"/>
          </a:xfrm>
          <a:prstGeom prst="rect">
            <a:avLst/>
          </a:prstGeom>
        </p:spPr>
        <p:txBody>
          <a:bodyPr wrap="square" lIns="0" tIns="0" rIns="0" bIns="0" anchor="ctr" anchorCtr="0">
            <a:noAutofit/>
          </a:bodyPr>
          <a:lstStyle>
            <a:lvl1pPr algn="r">
              <a:defRPr lang="en-GB" sz="900" kern="1200" noProof="0" smtClean="0">
                <a:solidFill>
                  <a:srgbClr val="E6E6E6"/>
                </a:solidFill>
                <a:latin typeface="+mn-lt"/>
                <a:ea typeface="+mn-ea"/>
                <a:cs typeface="Arial" pitchFamily="34" charset="0"/>
              </a:defRPr>
            </a:lvl1pPr>
          </a:lstStyle>
          <a:p>
            <a:fld id="{525A3C56-E491-49B2-93F3-63532DF516BC}" type="slidenum">
              <a:rPr lang="en-US" noProof="0" smtClean="0"/>
              <a:pPr/>
              <a:t>‹n°›</a:t>
            </a:fld>
            <a:endParaRPr lang="en-US" noProof="0"/>
          </a:p>
        </p:txBody>
      </p:sp>
    </p:spTree>
    <p:extLst>
      <p:ext uri="{BB962C8B-B14F-4D97-AF65-F5344CB8AC3E}">
        <p14:creationId xmlns:p14="http://schemas.microsoft.com/office/powerpoint/2010/main" val="907581607"/>
      </p:ext>
    </p:extLst>
  </p:cSld>
  <p:clrMapOvr>
    <a:masterClrMapping/>
  </p:clrMapOvr>
  <p:transition/>
  <p:extLst>
    <p:ext uri="{DCECCB84-F9BA-43D5-87BE-67443E8EF086}">
      <p15:sldGuideLst xmlns:p15="http://schemas.microsoft.com/office/powerpoint/2012/main"/>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Read Only 2">
    <p:bg>
      <p:bgPr>
        <a:solidFill>
          <a:schemeClr val="tx1"/>
        </a:solidFill>
        <a:effectLst/>
      </p:bgPr>
    </p:bg>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8539E471-216A-F16D-9EED-678F84B8F90D}"/>
              </a:ext>
              <a:ext uri="{C183D7F6-B498-43B3-948B-1728B52AA6E4}">
                <adec:decorative xmlns:adec="http://schemas.microsoft.com/office/drawing/2017/decorative" val="1"/>
              </a:ext>
            </a:extLst>
          </p:cNvPr>
          <p:cNvSpPr>
            <a:spLocks noGrp="1"/>
          </p:cNvSpPr>
          <p:nvPr>
            <p:ph type="ftr" sz="quarter" idx="13"/>
          </p:nvPr>
        </p:nvSpPr>
        <p:spPr/>
        <p:txBody>
          <a:bodyPr/>
          <a:lstStyle/>
          <a:p>
            <a:endParaRPr lang="en-US" noProof="0"/>
          </a:p>
        </p:txBody>
      </p:sp>
      <p:sp>
        <p:nvSpPr>
          <p:cNvPr id="8" name="Slide Number Placeholder 7">
            <a:extLst>
              <a:ext uri="{FF2B5EF4-FFF2-40B4-BE49-F238E27FC236}">
                <a16:creationId xmlns:a16="http://schemas.microsoft.com/office/drawing/2014/main" id="{F005B678-1769-99EA-ECF6-E729115A540D}"/>
              </a:ext>
              <a:ext uri="{C183D7F6-B498-43B3-948B-1728B52AA6E4}">
                <adec:decorative xmlns:adec="http://schemas.microsoft.com/office/drawing/2017/decorative" val="1"/>
              </a:ext>
            </a:extLst>
          </p:cNvPr>
          <p:cNvSpPr>
            <a:spLocks noGrp="1"/>
          </p:cNvSpPr>
          <p:nvPr>
            <p:ph type="sldNum" sz="quarter" idx="12"/>
          </p:nvPr>
        </p:nvSpPr>
        <p:spPr/>
        <p:txBody>
          <a:bodyPr/>
          <a:lstStyle/>
          <a:p>
            <a:fld id="{525A3C56-E491-49B2-93F3-63532DF516BC}" type="slidenum">
              <a:rPr lang="en-US" noProof="0" smtClean="0"/>
              <a:pPr/>
              <a:t>‹n°›</a:t>
            </a:fld>
            <a:endParaRPr lang="en-US" noProof="0"/>
          </a:p>
        </p:txBody>
      </p:sp>
      <p:sp>
        <p:nvSpPr>
          <p:cNvPr id="4" name="TextBox 3">
            <a:extLst>
              <a:ext uri="{FF2B5EF4-FFF2-40B4-BE49-F238E27FC236}">
                <a16:creationId xmlns:a16="http://schemas.microsoft.com/office/drawing/2014/main" id="{BCED8B9F-977E-4292-9524-3F0A97972769}"/>
              </a:ext>
            </a:extLst>
          </p:cNvPr>
          <p:cNvSpPr txBox="1"/>
          <p:nvPr userDrawn="1"/>
        </p:nvSpPr>
        <p:spPr>
          <a:xfrm>
            <a:off x="0" y="0"/>
            <a:ext cx="12192000" cy="6858000"/>
          </a:xfrm>
          <a:prstGeom prst="rect">
            <a:avLst/>
          </a:prstGeom>
          <a:solidFill>
            <a:srgbClr val="333333"/>
          </a:solidFill>
        </p:spPr>
        <p:txBody>
          <a:bodyPr vert="horz" wrap="square" lIns="0" tIns="0" rIns="0" bIns="0" rtlCol="0" anchor="ctr" anchorCtr="0">
            <a:normAutofit/>
          </a:bodyPr>
          <a:lstStyle/>
          <a:p>
            <a:pPr algn="ctr"/>
            <a:r>
              <a:rPr lang="en-US" sz="16600" noProof="0">
                <a:solidFill>
                  <a:schemeClr val="bg1"/>
                </a:solidFill>
              </a:rPr>
              <a:t>Content</a:t>
            </a:r>
            <a:br>
              <a:rPr lang="en-US" sz="16600" noProof="0">
                <a:solidFill>
                  <a:schemeClr val="bg1"/>
                </a:solidFill>
              </a:rPr>
            </a:br>
            <a:r>
              <a:rPr lang="en-US" sz="16600" noProof="0">
                <a:solidFill>
                  <a:schemeClr val="bg1"/>
                </a:solidFill>
              </a:rPr>
              <a:t>layouts</a:t>
            </a:r>
            <a:endParaRPr lang="en-US" sz="16600">
              <a:solidFill>
                <a:schemeClr val="bg1"/>
              </a:solidFill>
            </a:endParaRPr>
          </a:p>
        </p:txBody>
      </p:sp>
    </p:spTree>
    <p:extLst>
      <p:ext uri="{BB962C8B-B14F-4D97-AF65-F5344CB8AC3E}">
        <p14:creationId xmlns:p14="http://schemas.microsoft.com/office/powerpoint/2010/main" val="3096695318"/>
      </p:ext>
    </p:extLst>
  </p:cSld>
  <p:clrMapOvr>
    <a:masterClrMapping/>
  </p:clrMapOvr>
  <p:transition/>
  <p:extLst>
    <p:ext uri="{DCECCB84-F9BA-43D5-87BE-67443E8EF086}">
      <p15:sldGuideLst xmlns:p15="http://schemas.microsoft.com/office/powerpoint/2012/main"/>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re et contenu">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9D62D33-9FEA-F269-5FD5-7B5DB87AA0AE}"/>
              </a:ext>
            </a:extLst>
          </p:cNvPr>
          <p:cNvSpPr>
            <a:spLocks noGrp="1"/>
          </p:cNvSpPr>
          <p:nvPr>
            <p:ph type="title" hasCustomPrompt="1"/>
          </p:nvPr>
        </p:nvSpPr>
        <p:spPr/>
        <p:txBody>
          <a:bodyPr/>
          <a:lstStyle/>
          <a:p>
            <a:r>
              <a:rPr lang="en-US"/>
              <a:t>Standard content slide – click to add title</a:t>
            </a:r>
          </a:p>
        </p:txBody>
      </p:sp>
      <p:sp>
        <p:nvSpPr>
          <p:cNvPr id="5" name="Content Placeholder 20">
            <a:extLst>
              <a:ext uri="{FF2B5EF4-FFF2-40B4-BE49-F238E27FC236}">
                <a16:creationId xmlns:a16="http://schemas.microsoft.com/office/drawing/2014/main" id="{6A54173B-8497-A140-8F24-1AF3E1B758D8}"/>
              </a:ext>
            </a:extLst>
          </p:cNvPr>
          <p:cNvSpPr>
            <a:spLocks noGrp="1"/>
          </p:cNvSpPr>
          <p:nvPr>
            <p:ph sz="quarter" idx="17" hasCustomPrompt="1"/>
          </p:nvPr>
        </p:nvSpPr>
        <p:spPr>
          <a:xfrm>
            <a:off x="766763" y="1527176"/>
            <a:ext cx="10658475" cy="4565650"/>
          </a:xfrm>
          <a:prstGeom prst="rect">
            <a:avLst/>
          </a:prstGeom>
        </p:spPr>
        <p:txBody>
          <a:bodyPr lIns="0" tIns="0" rIns="0" bIns="0">
            <a:noAutofit/>
          </a:bodyPr>
          <a:lstStyle>
            <a:lvl1pPr marL="0" indent="0">
              <a:spcBef>
                <a:spcPts val="500"/>
              </a:spcBef>
              <a:buClr>
                <a:schemeClr val="tx1"/>
              </a:buClr>
              <a:buSzPct val="110000"/>
              <a:buFont typeface="Arial" pitchFamily="34" charset="0"/>
              <a:buNone/>
              <a:defRPr sz="2000">
                <a:solidFill>
                  <a:schemeClr val="tx1"/>
                </a:solidFill>
                <a:latin typeface="+mn-lt"/>
              </a:defRPr>
            </a:lvl1pPr>
            <a:lvl2pPr marL="263525" indent="-263525">
              <a:spcBef>
                <a:spcPts val="500"/>
              </a:spcBef>
              <a:buClr>
                <a:schemeClr val="tx1"/>
              </a:buClr>
              <a:buSzPct val="110000"/>
              <a:buFont typeface="Arial" pitchFamily="34" charset="0"/>
              <a:buChar char="•"/>
              <a:defRPr sz="2000" baseline="0">
                <a:solidFill>
                  <a:schemeClr val="tx1"/>
                </a:solidFill>
                <a:latin typeface="Arial" pitchFamily="34" charset="0"/>
              </a:defRPr>
            </a:lvl2pPr>
            <a:lvl3pPr marL="536575" indent="-273050">
              <a:spcBef>
                <a:spcPts val="500"/>
              </a:spcBef>
              <a:buClr>
                <a:schemeClr val="tx1"/>
              </a:buClr>
              <a:buSzTx/>
              <a:buFont typeface="Calibri" panose="020F0502020204030204" pitchFamily="34" charset="0"/>
              <a:buChar char="–"/>
              <a:defRPr sz="1800">
                <a:solidFill>
                  <a:schemeClr val="tx1"/>
                </a:solidFill>
                <a:latin typeface="Arial" pitchFamily="34" charset="0"/>
              </a:defRPr>
            </a:lvl3pPr>
            <a:lvl4pPr marL="811213" indent="-274638">
              <a:spcBef>
                <a:spcPts val="500"/>
              </a:spcBef>
              <a:buClr>
                <a:schemeClr val="tx1"/>
              </a:buClr>
              <a:buSzPct val="100000"/>
              <a:buFont typeface="Wingdings" pitchFamily="2" charset="2"/>
              <a:buChar char="§"/>
              <a:defRPr sz="1600">
                <a:solidFill>
                  <a:schemeClr val="tx1"/>
                </a:solidFill>
                <a:latin typeface="Arial" pitchFamily="34" charset="0"/>
              </a:defRPr>
            </a:lvl4pPr>
            <a:lvl5pPr marL="1074738" indent="-263525">
              <a:spcBef>
                <a:spcPts val="500"/>
              </a:spcBef>
              <a:buClr>
                <a:schemeClr val="tx1"/>
              </a:buClr>
              <a:buSzPct val="100000"/>
              <a:buFont typeface="Courier New" panose="02070309020205020404" pitchFamily="49" charset="0"/>
              <a:buChar char="o"/>
              <a:defRPr sz="1400">
                <a:solidFill>
                  <a:schemeClr val="tx1"/>
                </a:solidFill>
                <a:latin typeface="Arial" pitchFamily="34" charset="0"/>
              </a:defRPr>
            </a:lvl5pPr>
            <a:lvl6pPr marL="1136650" indent="-215900">
              <a:spcBef>
                <a:spcPts val="500"/>
              </a:spcBef>
              <a:buClr>
                <a:schemeClr val="accent1"/>
              </a:buClr>
              <a:buFont typeface="Verdana" pitchFamily="34" charset="0"/>
              <a:buChar char="•"/>
              <a:defRPr sz="1400" baseline="0">
                <a:solidFill>
                  <a:schemeClr val="tx1"/>
                </a:solidFill>
              </a:defRPr>
            </a:lvl6pPr>
            <a:lvl7pPr marL="1343025" indent="-228600">
              <a:spcBef>
                <a:spcPts val="500"/>
              </a:spcBef>
              <a:buClr>
                <a:schemeClr val="tx1">
                  <a:lumMod val="60000"/>
                  <a:lumOff val="40000"/>
                </a:schemeClr>
              </a:buClr>
              <a:buFont typeface="Verdana" pitchFamily="34" charset="0"/>
              <a:buChar char="•"/>
              <a:defRPr sz="1400" baseline="0">
                <a:solidFill>
                  <a:schemeClr val="tx1"/>
                </a:solidFill>
              </a:defRPr>
            </a:lvl7pPr>
          </a:lstStyle>
          <a:p>
            <a:pPr lvl="0"/>
            <a:r>
              <a:rPr lang="en-US" noProof="0"/>
              <a:t>Click to add text or select an icon to insert associated content (i.e., table, chart, picture or video). Images and video are available to download from brand.cgi.com.</a:t>
            </a:r>
          </a:p>
          <a:p>
            <a:pPr lvl="0"/>
            <a:endParaRPr lang="en-US" noProof="0"/>
          </a:p>
        </p:txBody>
      </p:sp>
      <p:sp>
        <p:nvSpPr>
          <p:cNvPr id="6" name="Footer Placeholder 5">
            <a:extLst>
              <a:ext uri="{FF2B5EF4-FFF2-40B4-BE49-F238E27FC236}">
                <a16:creationId xmlns:a16="http://schemas.microsoft.com/office/drawing/2014/main" id="{3D76CFA5-EB83-A561-2284-3D83107B5542}"/>
              </a:ext>
              <a:ext uri="{C183D7F6-B498-43B3-948B-1728B52AA6E4}">
                <adec:decorative xmlns:adec="http://schemas.microsoft.com/office/drawing/2017/decorative" val="1"/>
              </a:ext>
            </a:extLst>
          </p:cNvPr>
          <p:cNvSpPr>
            <a:spLocks noGrp="1"/>
          </p:cNvSpPr>
          <p:nvPr>
            <p:ph type="ftr" sz="quarter" idx="20"/>
          </p:nvPr>
        </p:nvSpPr>
        <p:spPr>
          <a:xfrm>
            <a:off x="4038600" y="6965950"/>
            <a:ext cx="4114800" cy="137160"/>
          </a:xfrm>
        </p:spPr>
        <p:txBody>
          <a:bodyPr/>
          <a:lstStyle/>
          <a:p>
            <a:endParaRPr lang="en-US" noProof="0"/>
          </a:p>
        </p:txBody>
      </p:sp>
      <p:sp>
        <p:nvSpPr>
          <p:cNvPr id="2" name="Slide Number Placeholder 2">
            <a:extLst>
              <a:ext uri="{FF2B5EF4-FFF2-40B4-BE49-F238E27FC236}">
                <a16:creationId xmlns:a16="http://schemas.microsoft.com/office/drawing/2014/main" id="{A9D43B2A-0634-FFFC-5993-893162DDF73C}"/>
              </a:ext>
              <a:ext uri="{C183D7F6-B498-43B3-948B-1728B52AA6E4}">
                <adec:decorative xmlns:adec="http://schemas.microsoft.com/office/drawing/2017/decorative" val="1"/>
              </a:ext>
            </a:extLst>
          </p:cNvPr>
          <p:cNvSpPr>
            <a:spLocks noGrp="1"/>
          </p:cNvSpPr>
          <p:nvPr>
            <p:ph type="sldNum" sz="quarter" idx="10"/>
          </p:nvPr>
        </p:nvSpPr>
        <p:spPr>
          <a:xfrm>
            <a:off x="11163034" y="6965950"/>
            <a:ext cx="261660" cy="137160"/>
          </a:xfrm>
        </p:spPr>
        <p:txBody>
          <a:bodyPr>
            <a:noAutofit/>
          </a:bodyPr>
          <a:lstStyle/>
          <a:p>
            <a:fld id="{525A3C56-E491-49B2-93F3-63532DF516BC}" type="slidenum">
              <a:rPr lang="en-US" noProof="0" smtClean="0"/>
              <a:pPr/>
              <a:t>‹n°›</a:t>
            </a:fld>
            <a:endParaRPr lang="en-US" noProof="0"/>
          </a:p>
        </p:txBody>
      </p:sp>
    </p:spTree>
    <p:extLst>
      <p:ext uri="{BB962C8B-B14F-4D97-AF65-F5344CB8AC3E}">
        <p14:creationId xmlns:p14="http://schemas.microsoft.com/office/powerpoint/2010/main" val="1492242005"/>
      </p:ext>
    </p:extLst>
  </p:cSld>
  <p:clrMapOvr>
    <a:masterClrMapping/>
  </p:clrMapOvr>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Content + footer">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50D54BB2-D6CB-0180-A851-A5A81129AE1E}"/>
              </a:ext>
            </a:extLst>
          </p:cNvPr>
          <p:cNvSpPr>
            <a:spLocks noGrp="1"/>
          </p:cNvSpPr>
          <p:nvPr>
            <p:ph type="title" hasCustomPrompt="1"/>
          </p:nvPr>
        </p:nvSpPr>
        <p:spPr/>
        <p:txBody>
          <a:bodyPr/>
          <a:lstStyle/>
          <a:p>
            <a:r>
              <a:rPr lang="en-US"/>
              <a:t>Content slide with footer – click to add title</a:t>
            </a:r>
          </a:p>
        </p:txBody>
      </p:sp>
      <p:sp>
        <p:nvSpPr>
          <p:cNvPr id="11" name="Content Placeholder 20">
            <a:extLst>
              <a:ext uri="{FF2B5EF4-FFF2-40B4-BE49-F238E27FC236}">
                <a16:creationId xmlns:a16="http://schemas.microsoft.com/office/drawing/2014/main" id="{664288B6-E25D-149D-CA4E-3AC4D89126D2}"/>
              </a:ext>
            </a:extLst>
          </p:cNvPr>
          <p:cNvSpPr>
            <a:spLocks noGrp="1"/>
          </p:cNvSpPr>
          <p:nvPr>
            <p:ph sz="quarter" idx="17" hasCustomPrompt="1"/>
          </p:nvPr>
        </p:nvSpPr>
        <p:spPr>
          <a:xfrm>
            <a:off x="766763" y="1527047"/>
            <a:ext cx="10658475" cy="3520440"/>
          </a:xfrm>
          <a:prstGeom prst="rect">
            <a:avLst/>
          </a:prstGeom>
        </p:spPr>
        <p:txBody>
          <a:bodyPr lIns="0" tIns="0" rIns="0" bIns="0">
            <a:noAutofit/>
          </a:bodyPr>
          <a:lstStyle>
            <a:lvl1pPr marL="0" indent="0">
              <a:spcBef>
                <a:spcPts val="500"/>
              </a:spcBef>
              <a:buClr>
                <a:schemeClr val="tx1"/>
              </a:buClr>
              <a:buSzPct val="110000"/>
              <a:buFont typeface="Arial" pitchFamily="34" charset="0"/>
              <a:buNone/>
              <a:defRPr sz="2000">
                <a:solidFill>
                  <a:schemeClr val="tx1"/>
                </a:solidFill>
                <a:latin typeface="Arial" pitchFamily="34" charset="0"/>
              </a:defRPr>
            </a:lvl1pPr>
            <a:lvl2pPr marL="263525" indent="-263525">
              <a:spcBef>
                <a:spcPts val="500"/>
              </a:spcBef>
              <a:buClr>
                <a:schemeClr val="tx1"/>
              </a:buClr>
              <a:buSzPct val="110000"/>
              <a:buFont typeface="Arial" pitchFamily="34" charset="0"/>
              <a:buChar char="•"/>
              <a:defRPr sz="2000" baseline="0">
                <a:solidFill>
                  <a:schemeClr val="tx1"/>
                </a:solidFill>
                <a:latin typeface="Arial" pitchFamily="34" charset="0"/>
              </a:defRPr>
            </a:lvl2pPr>
            <a:lvl3pPr marL="536575" indent="-273050">
              <a:spcBef>
                <a:spcPts val="500"/>
              </a:spcBef>
              <a:buClr>
                <a:schemeClr val="tx1"/>
              </a:buClr>
              <a:buSzTx/>
              <a:buFont typeface="Calibri" panose="020F0502020204030204" pitchFamily="34" charset="0"/>
              <a:buChar char="–"/>
              <a:defRPr sz="1800">
                <a:solidFill>
                  <a:schemeClr val="tx1"/>
                </a:solidFill>
                <a:latin typeface="Arial" pitchFamily="34" charset="0"/>
              </a:defRPr>
            </a:lvl3pPr>
            <a:lvl4pPr marL="811213" indent="-274638">
              <a:spcBef>
                <a:spcPts val="500"/>
              </a:spcBef>
              <a:buClr>
                <a:schemeClr val="tx1"/>
              </a:buClr>
              <a:buSzPct val="100000"/>
              <a:buFont typeface="Wingdings" pitchFamily="2" charset="2"/>
              <a:buChar char="§"/>
              <a:defRPr sz="1600">
                <a:solidFill>
                  <a:schemeClr val="tx1"/>
                </a:solidFill>
                <a:latin typeface="Arial" pitchFamily="34" charset="0"/>
              </a:defRPr>
            </a:lvl4pPr>
            <a:lvl5pPr marL="1074738" indent="-263525">
              <a:spcBef>
                <a:spcPts val="500"/>
              </a:spcBef>
              <a:buClr>
                <a:schemeClr val="tx1"/>
              </a:buClr>
              <a:buSzPct val="100000"/>
              <a:buFont typeface="Courier New" panose="02070309020205020404" pitchFamily="49" charset="0"/>
              <a:buChar char="o"/>
              <a:defRPr sz="1400">
                <a:solidFill>
                  <a:schemeClr val="tx1"/>
                </a:solidFill>
                <a:latin typeface="Arial" pitchFamily="34" charset="0"/>
              </a:defRPr>
            </a:lvl5pPr>
            <a:lvl6pPr marL="1136650" indent="-215900">
              <a:spcBef>
                <a:spcPts val="500"/>
              </a:spcBef>
              <a:buClr>
                <a:schemeClr val="accent1"/>
              </a:buClr>
              <a:buFont typeface="Verdana" pitchFamily="34" charset="0"/>
              <a:buChar char="•"/>
              <a:defRPr sz="1400" baseline="0">
                <a:solidFill>
                  <a:schemeClr val="tx1"/>
                </a:solidFill>
              </a:defRPr>
            </a:lvl6pPr>
            <a:lvl7pPr marL="1343025" indent="-228600">
              <a:spcBef>
                <a:spcPts val="500"/>
              </a:spcBef>
              <a:buClr>
                <a:schemeClr val="tx1">
                  <a:lumMod val="60000"/>
                  <a:lumOff val="40000"/>
                </a:schemeClr>
              </a:buClr>
              <a:buFont typeface="Verdana" pitchFamily="34" charset="0"/>
              <a:buChar char="•"/>
              <a:defRPr sz="1400" baseline="0">
                <a:solidFill>
                  <a:schemeClr val="tx1"/>
                </a:solidFill>
              </a:defRPr>
            </a:lvl7pPr>
          </a:lstStyle>
          <a:p>
            <a:pPr lvl="0"/>
            <a:r>
              <a:rPr lang="en-US" noProof="0"/>
              <a:t>Click to add text or select an icon to insert associated content (i.e., table, chart, picture or video). Images and video are available to download from brand.cgi.com.</a:t>
            </a:r>
          </a:p>
          <a:p>
            <a:pPr lvl="0"/>
            <a:endParaRPr lang="en-US" noProof="0"/>
          </a:p>
        </p:txBody>
      </p:sp>
      <p:sp>
        <p:nvSpPr>
          <p:cNvPr id="10" name="Text Placeholder 9">
            <a:extLst>
              <a:ext uri="{FF2B5EF4-FFF2-40B4-BE49-F238E27FC236}">
                <a16:creationId xmlns:a16="http://schemas.microsoft.com/office/drawing/2014/main" id="{E70BE596-BF62-6182-8D96-2B94A0B6D54A}"/>
              </a:ext>
            </a:extLst>
          </p:cNvPr>
          <p:cNvSpPr>
            <a:spLocks noGrp="1"/>
          </p:cNvSpPr>
          <p:nvPr>
            <p:ph type="body" sz="quarter" idx="19"/>
          </p:nvPr>
        </p:nvSpPr>
        <p:spPr>
          <a:xfrm>
            <a:off x="768096" y="5349240"/>
            <a:ext cx="10661904" cy="740664"/>
          </a:xfrm>
          <a:prstGeom prst="rect">
            <a:avLst/>
          </a:prstGeom>
        </p:spPr>
        <p:txBody>
          <a:bodyPr lIns="0" tIns="0" rIns="0" bIns="0"/>
          <a:lstStyle>
            <a:lvl1pPr marL="0" indent="0">
              <a:buNone/>
              <a:defRPr sz="1800" b="0"/>
            </a:lvl1pPr>
            <a:lvl2pPr marL="457200" indent="0">
              <a:buNone/>
              <a:defRPr sz="1800"/>
            </a:lvl2pPr>
            <a:lvl3pPr>
              <a:defRPr sz="1800"/>
            </a:lvl3pPr>
            <a:lvl4pPr>
              <a:defRPr sz="1800"/>
            </a:lvl4pPr>
            <a:lvl5pPr>
              <a:defRPr sz="1800"/>
            </a:lvl5pPr>
          </a:lstStyle>
          <a:p>
            <a:pPr lvl="0"/>
            <a:r>
              <a:rPr lang="fr-CA" noProof="0"/>
              <a:t>Cliquez pour modifier les styles du texte du masque</a:t>
            </a:r>
          </a:p>
        </p:txBody>
      </p:sp>
      <p:sp>
        <p:nvSpPr>
          <p:cNvPr id="2" name="Footer Placeholder 1">
            <a:extLst>
              <a:ext uri="{FF2B5EF4-FFF2-40B4-BE49-F238E27FC236}">
                <a16:creationId xmlns:a16="http://schemas.microsoft.com/office/drawing/2014/main" id="{AE37A9F4-ACBC-2D14-03AD-EF4062476585}"/>
              </a:ext>
              <a:ext uri="{C183D7F6-B498-43B3-948B-1728B52AA6E4}">
                <adec:decorative xmlns:adec="http://schemas.microsoft.com/office/drawing/2017/decorative" val="1"/>
              </a:ext>
            </a:extLst>
          </p:cNvPr>
          <p:cNvSpPr>
            <a:spLocks noGrp="1"/>
          </p:cNvSpPr>
          <p:nvPr>
            <p:ph type="ftr" sz="quarter" idx="23"/>
          </p:nvPr>
        </p:nvSpPr>
        <p:spPr/>
        <p:txBody>
          <a:bodyPr/>
          <a:lstStyle/>
          <a:p>
            <a:endParaRPr lang="en-US" noProof="0"/>
          </a:p>
        </p:txBody>
      </p:sp>
      <p:sp>
        <p:nvSpPr>
          <p:cNvPr id="9" name="Slide Number Placeholder 8">
            <a:extLst>
              <a:ext uri="{FF2B5EF4-FFF2-40B4-BE49-F238E27FC236}">
                <a16:creationId xmlns:a16="http://schemas.microsoft.com/office/drawing/2014/main" id="{B30F9A04-27DF-54AE-C277-3B57C1FF6E6C}"/>
              </a:ext>
              <a:ext uri="{C183D7F6-B498-43B3-948B-1728B52AA6E4}">
                <adec:decorative xmlns:adec="http://schemas.microsoft.com/office/drawing/2017/decorative" val="1"/>
              </a:ext>
            </a:extLst>
          </p:cNvPr>
          <p:cNvSpPr>
            <a:spLocks noGrp="1"/>
          </p:cNvSpPr>
          <p:nvPr>
            <p:ph type="sldNum" sz="quarter" idx="22"/>
          </p:nvPr>
        </p:nvSpPr>
        <p:spPr/>
        <p:txBody>
          <a:bodyPr/>
          <a:lstStyle/>
          <a:p>
            <a:fld id="{525A3C56-E491-49B2-93F3-63532DF516BC}" type="slidenum">
              <a:rPr lang="en-US" noProof="0" smtClean="0"/>
              <a:pPr/>
              <a:t>‹n°›</a:t>
            </a:fld>
            <a:endParaRPr lang="en-US" noProof="0"/>
          </a:p>
        </p:txBody>
      </p:sp>
    </p:spTree>
    <p:extLst>
      <p:ext uri="{BB962C8B-B14F-4D97-AF65-F5344CB8AC3E}">
        <p14:creationId xmlns:p14="http://schemas.microsoft.com/office/powerpoint/2010/main" val="2249155167"/>
      </p:ext>
    </p:extLst>
  </p:cSld>
  <p:clrMapOvr>
    <a:masterClrMapping/>
  </p:clrMapOvr>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itle + lower subtitle/heading">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FDE9C16F-4BA6-5D28-1408-BCF6059A4050}"/>
              </a:ext>
            </a:extLst>
          </p:cNvPr>
          <p:cNvSpPr>
            <a:spLocks noGrp="1"/>
          </p:cNvSpPr>
          <p:nvPr>
            <p:ph type="title" hasCustomPrompt="1"/>
          </p:nvPr>
        </p:nvSpPr>
        <p:spPr/>
        <p:txBody>
          <a:bodyPr/>
          <a:lstStyle/>
          <a:p>
            <a:r>
              <a:rPr lang="en-US"/>
              <a:t>Content slide with lower subtitle/heading – click to add title</a:t>
            </a:r>
          </a:p>
        </p:txBody>
      </p:sp>
      <p:sp>
        <p:nvSpPr>
          <p:cNvPr id="4" name="Subtitle Placeholder 14">
            <a:extLst>
              <a:ext uri="{FF2B5EF4-FFF2-40B4-BE49-F238E27FC236}">
                <a16:creationId xmlns:a16="http://schemas.microsoft.com/office/drawing/2014/main" id="{9950F591-6698-174F-81A5-43CD769B1073}"/>
              </a:ext>
            </a:extLst>
          </p:cNvPr>
          <p:cNvSpPr>
            <a:spLocks noGrp="1"/>
          </p:cNvSpPr>
          <p:nvPr>
            <p:ph idx="1" hasCustomPrompt="1"/>
          </p:nvPr>
        </p:nvSpPr>
        <p:spPr>
          <a:xfrm>
            <a:off x="766763" y="1212865"/>
            <a:ext cx="10658475" cy="823059"/>
          </a:xfrm>
          <a:prstGeom prst="rect">
            <a:avLst/>
          </a:prstGeom>
        </p:spPr>
        <p:txBody>
          <a:bodyPr lIns="0" tIns="0" rIns="0" bIns="0">
            <a:noAutofit/>
          </a:bodyPr>
          <a:lstStyle>
            <a:lvl1pPr marL="0" indent="0">
              <a:spcBef>
                <a:spcPts val="600"/>
              </a:spcBef>
              <a:buSzPct val="120000"/>
              <a:buFont typeface="Arial" pitchFamily="34" charset="0"/>
              <a:buNone/>
              <a:defRPr sz="2000" baseline="0">
                <a:solidFill>
                  <a:schemeClr val="tx1"/>
                </a:solidFill>
                <a:latin typeface="+mn-lt"/>
              </a:defRPr>
            </a:lvl1pPr>
            <a:lvl2pPr marL="273050" indent="-265113">
              <a:spcBef>
                <a:spcPts val="600"/>
              </a:spcBef>
              <a:buClr>
                <a:schemeClr val="tx2"/>
              </a:buClr>
              <a:buSzPct val="120000"/>
              <a:buFont typeface="Verdana" pitchFamily="34" charset="0"/>
              <a:buChar char="•"/>
              <a:defRPr sz="1600">
                <a:solidFill>
                  <a:schemeClr val="tx1"/>
                </a:solidFill>
              </a:defRPr>
            </a:lvl2pPr>
            <a:lvl3pPr marL="631825" indent="-216000">
              <a:spcBef>
                <a:spcPts val="600"/>
              </a:spcBef>
              <a:buFont typeface="Verdana" pitchFamily="34" charset="0"/>
              <a:buChar char="−"/>
              <a:defRPr sz="1600">
                <a:solidFill>
                  <a:schemeClr val="tx1"/>
                </a:solidFill>
              </a:defRPr>
            </a:lvl3pPr>
            <a:lvl4pPr marL="804863" indent="-216000">
              <a:spcBef>
                <a:spcPts val="600"/>
              </a:spcBef>
              <a:buFont typeface="Verdana" pitchFamily="34" charset="0"/>
              <a:buChar char="−"/>
              <a:defRPr sz="1400">
                <a:solidFill>
                  <a:schemeClr val="tx1"/>
                </a:solidFill>
              </a:defRPr>
            </a:lvl4pPr>
            <a:lvl5pPr marL="977900" indent="-216000">
              <a:spcBef>
                <a:spcPts val="600"/>
              </a:spcBef>
              <a:buFont typeface="Arial" pitchFamily="34" charset="0"/>
              <a:buChar char="-"/>
              <a:defRPr sz="1400">
                <a:solidFill>
                  <a:schemeClr val="tx1"/>
                </a:solidFill>
              </a:defRPr>
            </a:lvl5pPr>
            <a:lvl6pPr marL="871538" indent="-174625">
              <a:spcBef>
                <a:spcPts val="600"/>
              </a:spcBef>
              <a:defRPr sz="1400"/>
            </a:lvl6pPr>
            <a:lvl7pPr marL="1168400" indent="-216000">
              <a:spcBef>
                <a:spcPts val="600"/>
              </a:spcBef>
              <a:defRPr sz="1400">
                <a:solidFill>
                  <a:schemeClr val="tx1"/>
                </a:solidFill>
              </a:defRPr>
            </a:lvl7pPr>
          </a:lstStyle>
          <a:p>
            <a:pPr lvl="0"/>
            <a:r>
              <a:rPr lang="en-US" noProof="0"/>
              <a:t>Click to add subtitle (align top) or content heading (align bottom)</a:t>
            </a:r>
          </a:p>
        </p:txBody>
      </p:sp>
      <p:sp>
        <p:nvSpPr>
          <p:cNvPr id="8" name="Content Placeholder 20">
            <a:extLst>
              <a:ext uri="{FF2B5EF4-FFF2-40B4-BE49-F238E27FC236}">
                <a16:creationId xmlns:a16="http://schemas.microsoft.com/office/drawing/2014/main" id="{52F090BE-320E-CCD3-7735-A8BD8CFEC4F9}"/>
              </a:ext>
            </a:extLst>
          </p:cNvPr>
          <p:cNvSpPr>
            <a:spLocks noGrp="1"/>
          </p:cNvSpPr>
          <p:nvPr>
            <p:ph sz="quarter" idx="17" hasCustomPrompt="1"/>
          </p:nvPr>
        </p:nvSpPr>
        <p:spPr>
          <a:xfrm>
            <a:off x="766763" y="2052242"/>
            <a:ext cx="10658475" cy="4040584"/>
          </a:xfrm>
          <a:prstGeom prst="rect">
            <a:avLst/>
          </a:prstGeom>
        </p:spPr>
        <p:txBody>
          <a:bodyPr lIns="0" tIns="0" rIns="0" bIns="0">
            <a:noAutofit/>
          </a:bodyPr>
          <a:lstStyle>
            <a:lvl1pPr marL="0" indent="0">
              <a:spcBef>
                <a:spcPts val="500"/>
              </a:spcBef>
              <a:buClr>
                <a:schemeClr val="tx1"/>
              </a:buClr>
              <a:buSzPct val="110000"/>
              <a:buFont typeface="Arial" pitchFamily="34" charset="0"/>
              <a:buNone/>
              <a:defRPr sz="2000">
                <a:solidFill>
                  <a:schemeClr val="tx1"/>
                </a:solidFill>
                <a:latin typeface="+mn-lt"/>
              </a:defRPr>
            </a:lvl1pPr>
            <a:lvl2pPr marL="263525" indent="-263525">
              <a:spcBef>
                <a:spcPts val="500"/>
              </a:spcBef>
              <a:buClr>
                <a:schemeClr val="tx1"/>
              </a:buClr>
              <a:buSzPct val="110000"/>
              <a:buFont typeface="Arial" pitchFamily="34" charset="0"/>
              <a:buChar char="•"/>
              <a:defRPr sz="2000" baseline="0">
                <a:solidFill>
                  <a:schemeClr val="tx1"/>
                </a:solidFill>
                <a:latin typeface="Arial" pitchFamily="34" charset="0"/>
              </a:defRPr>
            </a:lvl2pPr>
            <a:lvl3pPr marL="536575" indent="-273050">
              <a:spcBef>
                <a:spcPts val="500"/>
              </a:spcBef>
              <a:buClr>
                <a:schemeClr val="tx1"/>
              </a:buClr>
              <a:buSzTx/>
              <a:buFont typeface="Calibri" panose="020F0502020204030204" pitchFamily="34" charset="0"/>
              <a:buChar char="–"/>
              <a:defRPr sz="1800">
                <a:solidFill>
                  <a:schemeClr val="tx1"/>
                </a:solidFill>
                <a:latin typeface="Arial" pitchFamily="34" charset="0"/>
              </a:defRPr>
            </a:lvl3pPr>
            <a:lvl4pPr marL="811213" indent="-274638">
              <a:spcBef>
                <a:spcPts val="500"/>
              </a:spcBef>
              <a:buClr>
                <a:schemeClr val="tx1"/>
              </a:buClr>
              <a:buSzPct val="100000"/>
              <a:buFont typeface="Wingdings" pitchFamily="2" charset="2"/>
              <a:buChar char="§"/>
              <a:defRPr sz="1600">
                <a:solidFill>
                  <a:schemeClr val="tx1"/>
                </a:solidFill>
                <a:latin typeface="Arial" pitchFamily="34" charset="0"/>
              </a:defRPr>
            </a:lvl4pPr>
            <a:lvl5pPr marL="1074738" indent="-263525">
              <a:spcBef>
                <a:spcPts val="500"/>
              </a:spcBef>
              <a:buClr>
                <a:schemeClr val="tx1"/>
              </a:buClr>
              <a:buSzPct val="100000"/>
              <a:buFont typeface="Courier New" panose="02070309020205020404" pitchFamily="49" charset="0"/>
              <a:buChar char="o"/>
              <a:defRPr sz="1400">
                <a:solidFill>
                  <a:schemeClr val="tx1"/>
                </a:solidFill>
                <a:latin typeface="Arial" pitchFamily="34" charset="0"/>
              </a:defRPr>
            </a:lvl5pPr>
            <a:lvl6pPr marL="1136650" indent="-215900">
              <a:spcBef>
                <a:spcPts val="500"/>
              </a:spcBef>
              <a:buClr>
                <a:schemeClr val="accent1"/>
              </a:buClr>
              <a:buFont typeface="Verdana" pitchFamily="34" charset="0"/>
              <a:buChar char="•"/>
              <a:defRPr sz="1400" baseline="0">
                <a:solidFill>
                  <a:schemeClr val="tx1"/>
                </a:solidFill>
              </a:defRPr>
            </a:lvl6pPr>
            <a:lvl7pPr marL="1343025" indent="-228600">
              <a:spcBef>
                <a:spcPts val="500"/>
              </a:spcBef>
              <a:buClr>
                <a:schemeClr val="tx1">
                  <a:lumMod val="60000"/>
                  <a:lumOff val="40000"/>
                </a:schemeClr>
              </a:buClr>
              <a:buFont typeface="Verdana" pitchFamily="34" charset="0"/>
              <a:buChar char="•"/>
              <a:defRPr sz="1400" baseline="0">
                <a:solidFill>
                  <a:schemeClr val="tx1"/>
                </a:solidFill>
              </a:defRPr>
            </a:lvl7pPr>
          </a:lstStyle>
          <a:p>
            <a:pPr lvl="0"/>
            <a:r>
              <a:rPr lang="en-US" noProof="0"/>
              <a:t>Click to add text or select an icon to insert associated content (i.e., table, chart, picture or video). Images and video are available to download from brand.cgi.com.</a:t>
            </a:r>
          </a:p>
          <a:p>
            <a:pPr lvl="0"/>
            <a:endParaRPr lang="en-US" noProof="0"/>
          </a:p>
        </p:txBody>
      </p:sp>
      <p:sp>
        <p:nvSpPr>
          <p:cNvPr id="2" name="Footer Placeholder 1">
            <a:extLst>
              <a:ext uri="{FF2B5EF4-FFF2-40B4-BE49-F238E27FC236}">
                <a16:creationId xmlns:a16="http://schemas.microsoft.com/office/drawing/2014/main" id="{B0EA9CA5-1476-F2C7-DB96-5E3787A7DB20}"/>
              </a:ext>
              <a:ext uri="{C183D7F6-B498-43B3-948B-1728B52AA6E4}">
                <adec:decorative xmlns:adec="http://schemas.microsoft.com/office/drawing/2017/decorative" val="1"/>
              </a:ext>
            </a:extLst>
          </p:cNvPr>
          <p:cNvSpPr>
            <a:spLocks noGrp="1"/>
          </p:cNvSpPr>
          <p:nvPr>
            <p:ph type="ftr" sz="quarter" idx="21"/>
          </p:nvPr>
        </p:nvSpPr>
        <p:spPr/>
        <p:txBody>
          <a:bodyPr/>
          <a:lstStyle/>
          <a:p>
            <a:endParaRPr lang="en-US" noProof="0"/>
          </a:p>
        </p:txBody>
      </p:sp>
      <p:sp>
        <p:nvSpPr>
          <p:cNvPr id="12" name="Slide Number Placeholder 11">
            <a:extLst>
              <a:ext uri="{FF2B5EF4-FFF2-40B4-BE49-F238E27FC236}">
                <a16:creationId xmlns:a16="http://schemas.microsoft.com/office/drawing/2014/main" id="{A056D98B-D0D7-47C9-A401-01F5D11D1E96}"/>
              </a:ext>
              <a:ext uri="{C183D7F6-B498-43B3-948B-1728B52AA6E4}">
                <adec:decorative xmlns:adec="http://schemas.microsoft.com/office/drawing/2017/decorative" val="1"/>
              </a:ext>
            </a:extLst>
          </p:cNvPr>
          <p:cNvSpPr>
            <a:spLocks noGrp="1"/>
          </p:cNvSpPr>
          <p:nvPr>
            <p:ph type="sldNum" sz="quarter" idx="20"/>
          </p:nvPr>
        </p:nvSpPr>
        <p:spPr/>
        <p:txBody>
          <a:bodyPr/>
          <a:lstStyle/>
          <a:p>
            <a:fld id="{525A3C56-E491-49B2-93F3-63532DF516BC}" type="slidenum">
              <a:rPr lang="en-US" noProof="0" smtClean="0"/>
              <a:pPr/>
              <a:t>‹n°›</a:t>
            </a:fld>
            <a:endParaRPr lang="en-US" noProof="0"/>
          </a:p>
        </p:txBody>
      </p:sp>
    </p:spTree>
    <p:extLst>
      <p:ext uri="{BB962C8B-B14F-4D97-AF65-F5344CB8AC3E}">
        <p14:creationId xmlns:p14="http://schemas.microsoft.com/office/powerpoint/2010/main" val="2213173008"/>
      </p:ext>
    </p:extLst>
  </p:cSld>
  <p:clrMapOvr>
    <a:masterClrMapping/>
  </p:clrMapOvr>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itle + top subtitle">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C28F1887-46C2-764B-CD62-2CCAA108C5CC}"/>
              </a:ext>
            </a:extLst>
          </p:cNvPr>
          <p:cNvSpPr>
            <a:spLocks noGrp="1"/>
          </p:cNvSpPr>
          <p:nvPr>
            <p:ph type="title" hasCustomPrompt="1"/>
          </p:nvPr>
        </p:nvSpPr>
        <p:spPr/>
        <p:txBody>
          <a:bodyPr/>
          <a:lstStyle/>
          <a:p>
            <a:r>
              <a:rPr lang="en-US"/>
              <a:t>Content slide with top subtitle – click to add title</a:t>
            </a:r>
          </a:p>
        </p:txBody>
      </p:sp>
      <p:sp>
        <p:nvSpPr>
          <p:cNvPr id="15" name="Subtitle Placeholder 14">
            <a:extLst>
              <a:ext uri="{FF2B5EF4-FFF2-40B4-BE49-F238E27FC236}">
                <a16:creationId xmlns:a16="http://schemas.microsoft.com/office/drawing/2014/main" id="{1D337854-DE91-4D89-3C23-0C741A938573}"/>
              </a:ext>
            </a:extLst>
          </p:cNvPr>
          <p:cNvSpPr>
            <a:spLocks noGrp="1"/>
          </p:cNvSpPr>
          <p:nvPr>
            <p:ph type="body" sz="quarter" idx="19" hasCustomPrompt="1"/>
          </p:nvPr>
        </p:nvSpPr>
        <p:spPr>
          <a:xfrm>
            <a:off x="768096" y="493776"/>
            <a:ext cx="10661904" cy="192024"/>
          </a:xfrm>
          <a:prstGeom prst="rect">
            <a:avLst/>
          </a:prstGeom>
        </p:spPr>
        <p:txBody>
          <a:bodyPr lIns="0" tIns="0" rIns="0" bIns="0"/>
          <a:lstStyle>
            <a:lvl1pPr marL="0" indent="0">
              <a:buNone/>
              <a:defRPr sz="1200" cap="all" baseline="0"/>
            </a:lvl1pPr>
            <a:lvl2pPr marL="457200" indent="0">
              <a:buNone/>
              <a:defRPr/>
            </a:lvl2pPr>
          </a:lstStyle>
          <a:p>
            <a:pPr lvl="0"/>
            <a:r>
              <a:rPr lang="en-US" noProof="0"/>
              <a:t>CLICK TO ADD TOP SUBTITLE</a:t>
            </a:r>
          </a:p>
        </p:txBody>
      </p:sp>
      <p:sp>
        <p:nvSpPr>
          <p:cNvPr id="11" name="Content Placeholder 20">
            <a:extLst>
              <a:ext uri="{FF2B5EF4-FFF2-40B4-BE49-F238E27FC236}">
                <a16:creationId xmlns:a16="http://schemas.microsoft.com/office/drawing/2014/main" id="{33B0D3A4-3C87-C873-6889-FBD03968C92A}"/>
              </a:ext>
            </a:extLst>
          </p:cNvPr>
          <p:cNvSpPr>
            <a:spLocks noGrp="1"/>
          </p:cNvSpPr>
          <p:nvPr>
            <p:ph sz="quarter" idx="17" hasCustomPrompt="1"/>
          </p:nvPr>
        </p:nvSpPr>
        <p:spPr>
          <a:xfrm>
            <a:off x="766763" y="1527176"/>
            <a:ext cx="10658475" cy="4565650"/>
          </a:xfrm>
          <a:prstGeom prst="rect">
            <a:avLst/>
          </a:prstGeom>
        </p:spPr>
        <p:txBody>
          <a:bodyPr lIns="0" tIns="0" rIns="0" bIns="0">
            <a:noAutofit/>
          </a:bodyPr>
          <a:lstStyle>
            <a:lvl1pPr marL="0" indent="0">
              <a:spcBef>
                <a:spcPts val="500"/>
              </a:spcBef>
              <a:buClr>
                <a:schemeClr val="tx1"/>
              </a:buClr>
              <a:buSzPct val="110000"/>
              <a:buFont typeface="Arial" pitchFamily="34" charset="0"/>
              <a:buNone/>
              <a:defRPr sz="2000">
                <a:solidFill>
                  <a:schemeClr val="tx1"/>
                </a:solidFill>
                <a:latin typeface="+mn-lt"/>
              </a:defRPr>
            </a:lvl1pPr>
            <a:lvl2pPr marL="263525" indent="-263525">
              <a:spcBef>
                <a:spcPts val="500"/>
              </a:spcBef>
              <a:buClr>
                <a:schemeClr val="tx1"/>
              </a:buClr>
              <a:buSzPct val="110000"/>
              <a:buFont typeface="Arial" pitchFamily="34" charset="0"/>
              <a:buChar char="•"/>
              <a:defRPr sz="2000" baseline="0">
                <a:solidFill>
                  <a:schemeClr val="tx1"/>
                </a:solidFill>
                <a:latin typeface="Arial" pitchFamily="34" charset="0"/>
              </a:defRPr>
            </a:lvl2pPr>
            <a:lvl3pPr marL="536575" indent="-273050">
              <a:spcBef>
                <a:spcPts val="500"/>
              </a:spcBef>
              <a:buClr>
                <a:schemeClr val="tx1"/>
              </a:buClr>
              <a:buSzTx/>
              <a:buFont typeface="Calibri" panose="020F0502020204030204" pitchFamily="34" charset="0"/>
              <a:buChar char="–"/>
              <a:defRPr sz="1800">
                <a:solidFill>
                  <a:schemeClr val="tx1"/>
                </a:solidFill>
                <a:latin typeface="Arial" pitchFamily="34" charset="0"/>
              </a:defRPr>
            </a:lvl3pPr>
            <a:lvl4pPr marL="811213" indent="-274638">
              <a:spcBef>
                <a:spcPts val="500"/>
              </a:spcBef>
              <a:buClr>
                <a:schemeClr val="tx1"/>
              </a:buClr>
              <a:buSzPct val="100000"/>
              <a:buFont typeface="Wingdings" pitchFamily="2" charset="2"/>
              <a:buChar char="§"/>
              <a:defRPr sz="1600">
                <a:solidFill>
                  <a:schemeClr val="tx1"/>
                </a:solidFill>
                <a:latin typeface="Arial" pitchFamily="34" charset="0"/>
              </a:defRPr>
            </a:lvl4pPr>
            <a:lvl5pPr marL="1074738" indent="-263525">
              <a:spcBef>
                <a:spcPts val="500"/>
              </a:spcBef>
              <a:buClr>
                <a:schemeClr val="tx1"/>
              </a:buClr>
              <a:buSzPct val="100000"/>
              <a:buFont typeface="Courier New" panose="02070309020205020404" pitchFamily="49" charset="0"/>
              <a:buChar char="o"/>
              <a:defRPr sz="1400">
                <a:solidFill>
                  <a:schemeClr val="tx1"/>
                </a:solidFill>
                <a:latin typeface="Arial" pitchFamily="34" charset="0"/>
              </a:defRPr>
            </a:lvl5pPr>
            <a:lvl6pPr marL="1136650" indent="-215900">
              <a:spcBef>
                <a:spcPts val="500"/>
              </a:spcBef>
              <a:buClr>
                <a:schemeClr val="accent1"/>
              </a:buClr>
              <a:buFont typeface="Verdana" pitchFamily="34" charset="0"/>
              <a:buChar char="•"/>
              <a:defRPr sz="1400" baseline="0">
                <a:solidFill>
                  <a:schemeClr val="tx1"/>
                </a:solidFill>
              </a:defRPr>
            </a:lvl6pPr>
            <a:lvl7pPr marL="1343025" indent="-228600">
              <a:spcBef>
                <a:spcPts val="500"/>
              </a:spcBef>
              <a:buClr>
                <a:schemeClr val="tx1">
                  <a:lumMod val="60000"/>
                  <a:lumOff val="40000"/>
                </a:schemeClr>
              </a:buClr>
              <a:buFont typeface="Verdana" pitchFamily="34" charset="0"/>
              <a:buChar char="•"/>
              <a:defRPr sz="1400" baseline="0">
                <a:solidFill>
                  <a:schemeClr val="tx1"/>
                </a:solidFill>
              </a:defRPr>
            </a:lvl7pPr>
          </a:lstStyle>
          <a:p>
            <a:pPr lvl="0"/>
            <a:r>
              <a:rPr lang="en-US" noProof="0"/>
              <a:t>Click to add text or select an icon to insert associated content (i.e., table, chart, picture or video). Images and video are available to download from brand.cgi.com.</a:t>
            </a:r>
          </a:p>
          <a:p>
            <a:pPr lvl="0"/>
            <a:endParaRPr lang="en-US" noProof="0"/>
          </a:p>
        </p:txBody>
      </p:sp>
      <p:sp>
        <p:nvSpPr>
          <p:cNvPr id="2" name="Footer Placeholder 1">
            <a:extLst>
              <a:ext uri="{FF2B5EF4-FFF2-40B4-BE49-F238E27FC236}">
                <a16:creationId xmlns:a16="http://schemas.microsoft.com/office/drawing/2014/main" id="{E4F101EB-7095-792F-88CB-65BC1D48000C}"/>
              </a:ext>
              <a:ext uri="{C183D7F6-B498-43B3-948B-1728B52AA6E4}">
                <adec:decorative xmlns:adec="http://schemas.microsoft.com/office/drawing/2017/decorative" val="1"/>
              </a:ext>
            </a:extLst>
          </p:cNvPr>
          <p:cNvSpPr>
            <a:spLocks noGrp="1"/>
          </p:cNvSpPr>
          <p:nvPr>
            <p:ph type="ftr" sz="quarter" idx="23"/>
          </p:nvPr>
        </p:nvSpPr>
        <p:spPr/>
        <p:txBody>
          <a:bodyPr/>
          <a:lstStyle/>
          <a:p>
            <a:endParaRPr lang="en-US" noProof="0"/>
          </a:p>
        </p:txBody>
      </p:sp>
      <p:sp>
        <p:nvSpPr>
          <p:cNvPr id="8" name="Slide Number Placeholder 7">
            <a:extLst>
              <a:ext uri="{FF2B5EF4-FFF2-40B4-BE49-F238E27FC236}">
                <a16:creationId xmlns:a16="http://schemas.microsoft.com/office/drawing/2014/main" id="{AE3ADF45-7908-D034-459A-34D6592F8C9B}"/>
              </a:ext>
              <a:ext uri="{C183D7F6-B498-43B3-948B-1728B52AA6E4}">
                <adec:decorative xmlns:adec="http://schemas.microsoft.com/office/drawing/2017/decorative" val="1"/>
              </a:ext>
            </a:extLst>
          </p:cNvPr>
          <p:cNvSpPr>
            <a:spLocks noGrp="1"/>
          </p:cNvSpPr>
          <p:nvPr>
            <p:ph type="sldNum" sz="quarter" idx="22"/>
          </p:nvPr>
        </p:nvSpPr>
        <p:spPr/>
        <p:txBody>
          <a:bodyPr/>
          <a:lstStyle/>
          <a:p>
            <a:fld id="{525A3C56-E491-49B2-93F3-63532DF516BC}" type="slidenum">
              <a:rPr lang="en-US" noProof="0" smtClean="0"/>
              <a:pPr/>
              <a:t>‹n°›</a:t>
            </a:fld>
            <a:endParaRPr lang="en-US" noProof="0"/>
          </a:p>
        </p:txBody>
      </p:sp>
    </p:spTree>
    <p:extLst>
      <p:ext uri="{BB962C8B-B14F-4D97-AF65-F5344CB8AC3E}">
        <p14:creationId xmlns:p14="http://schemas.microsoft.com/office/powerpoint/2010/main" val="4143875649"/>
      </p:ext>
    </p:extLst>
  </p:cSld>
  <p:clrMapOvr>
    <a:masterClrMapping/>
  </p:clrMapOvr>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Content + right side image">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9305D69-9C61-BDCE-2371-631ABA70F137}"/>
              </a:ext>
            </a:extLst>
          </p:cNvPr>
          <p:cNvSpPr>
            <a:spLocks noGrp="1"/>
          </p:cNvSpPr>
          <p:nvPr>
            <p:ph type="title" hasCustomPrompt="1"/>
          </p:nvPr>
        </p:nvSpPr>
        <p:spPr/>
        <p:txBody>
          <a:bodyPr/>
          <a:lstStyle/>
          <a:p>
            <a:r>
              <a:rPr lang="en-US"/>
              <a:t>Content slide with right side image – click to add title </a:t>
            </a:r>
          </a:p>
        </p:txBody>
      </p:sp>
      <p:sp>
        <p:nvSpPr>
          <p:cNvPr id="4" name="Content Placeholder 20">
            <a:extLst>
              <a:ext uri="{FF2B5EF4-FFF2-40B4-BE49-F238E27FC236}">
                <a16:creationId xmlns:a16="http://schemas.microsoft.com/office/drawing/2014/main" id="{FC187CB4-59E4-E948-8C18-9F705140F8E7}"/>
              </a:ext>
            </a:extLst>
          </p:cNvPr>
          <p:cNvSpPr>
            <a:spLocks noGrp="1"/>
          </p:cNvSpPr>
          <p:nvPr>
            <p:ph sz="quarter" idx="17" hasCustomPrompt="1"/>
          </p:nvPr>
        </p:nvSpPr>
        <p:spPr>
          <a:xfrm>
            <a:off x="766763" y="1527176"/>
            <a:ext cx="7615237" cy="4565650"/>
          </a:xfrm>
          <a:prstGeom prst="rect">
            <a:avLst/>
          </a:prstGeom>
        </p:spPr>
        <p:txBody>
          <a:bodyPr lIns="0" tIns="0" rIns="0" bIns="0">
            <a:noAutofit/>
          </a:bodyPr>
          <a:lstStyle>
            <a:lvl1pPr marL="0" indent="0">
              <a:spcBef>
                <a:spcPts val="500"/>
              </a:spcBef>
              <a:buClr>
                <a:schemeClr val="tx1"/>
              </a:buClr>
              <a:buSzPct val="110000"/>
              <a:buFont typeface="Arial" pitchFamily="34" charset="0"/>
              <a:buNone/>
              <a:defRPr sz="2000">
                <a:solidFill>
                  <a:schemeClr val="tx1"/>
                </a:solidFill>
                <a:latin typeface="+mn-lt"/>
              </a:defRPr>
            </a:lvl1pPr>
            <a:lvl2pPr marL="263525" indent="-263525">
              <a:spcBef>
                <a:spcPts val="500"/>
              </a:spcBef>
              <a:buClr>
                <a:schemeClr val="tx1"/>
              </a:buClr>
              <a:buSzPct val="110000"/>
              <a:buFont typeface="Arial" pitchFamily="34" charset="0"/>
              <a:buChar char="•"/>
              <a:defRPr sz="2000" baseline="0">
                <a:solidFill>
                  <a:schemeClr val="tx1"/>
                </a:solidFill>
                <a:latin typeface="Arial" pitchFamily="34" charset="0"/>
              </a:defRPr>
            </a:lvl2pPr>
            <a:lvl3pPr marL="536575" indent="-273050">
              <a:spcBef>
                <a:spcPts val="500"/>
              </a:spcBef>
              <a:buClr>
                <a:schemeClr val="tx1"/>
              </a:buClr>
              <a:buSzTx/>
              <a:buFont typeface="Calibri" panose="020F0502020204030204" pitchFamily="34" charset="0"/>
              <a:buChar char="–"/>
              <a:defRPr sz="1800">
                <a:solidFill>
                  <a:schemeClr val="tx1"/>
                </a:solidFill>
                <a:latin typeface="Arial" pitchFamily="34" charset="0"/>
              </a:defRPr>
            </a:lvl3pPr>
            <a:lvl4pPr marL="811213" indent="-274638">
              <a:spcBef>
                <a:spcPts val="500"/>
              </a:spcBef>
              <a:buClr>
                <a:schemeClr val="tx1"/>
              </a:buClr>
              <a:buSzPct val="110000"/>
              <a:buFont typeface="Wingdings" pitchFamily="2" charset="2"/>
              <a:buChar char="§"/>
              <a:defRPr sz="1600">
                <a:solidFill>
                  <a:schemeClr val="tx1"/>
                </a:solidFill>
                <a:latin typeface="Arial" pitchFamily="34" charset="0"/>
              </a:defRPr>
            </a:lvl4pPr>
            <a:lvl5pPr marL="1074738" indent="-263525">
              <a:spcBef>
                <a:spcPts val="500"/>
              </a:spcBef>
              <a:buClr>
                <a:schemeClr val="tx1"/>
              </a:buClr>
              <a:buSzPct val="110000"/>
              <a:buFont typeface="Courier New" panose="02070309020205020404" pitchFamily="49" charset="0"/>
              <a:buChar char="o"/>
              <a:defRPr sz="1400">
                <a:solidFill>
                  <a:schemeClr val="tx1"/>
                </a:solidFill>
                <a:latin typeface="Arial" pitchFamily="34" charset="0"/>
              </a:defRPr>
            </a:lvl5pPr>
            <a:lvl6pPr marL="1136650" indent="-215900">
              <a:spcBef>
                <a:spcPts val="500"/>
              </a:spcBef>
              <a:buClr>
                <a:schemeClr val="tx1">
                  <a:lumMod val="60000"/>
                  <a:lumOff val="40000"/>
                </a:schemeClr>
              </a:buClr>
              <a:buFont typeface="Verdana" pitchFamily="34" charset="0"/>
              <a:buChar char="•"/>
              <a:defRPr sz="1400" baseline="0">
                <a:solidFill>
                  <a:schemeClr val="tx1"/>
                </a:solidFill>
              </a:defRPr>
            </a:lvl6pPr>
            <a:lvl7pPr marL="1343025" indent="-228600">
              <a:spcBef>
                <a:spcPts val="500"/>
              </a:spcBef>
              <a:buClr>
                <a:schemeClr val="tx1">
                  <a:lumMod val="60000"/>
                  <a:lumOff val="40000"/>
                </a:schemeClr>
              </a:buClr>
              <a:buFont typeface="Verdana" pitchFamily="34" charset="0"/>
              <a:buChar char="•"/>
              <a:defRPr sz="1400" baseline="0">
                <a:solidFill>
                  <a:schemeClr val="tx1"/>
                </a:solidFill>
              </a:defRPr>
            </a:lvl7pPr>
          </a:lstStyle>
          <a:p>
            <a:pPr marL="0" marR="0" lvl="0" indent="0" algn="l" defTabSz="914400" rtl="0" eaLnBrk="1" fontAlgn="auto" latinLnBrk="0" hangingPunct="1">
              <a:lnSpc>
                <a:spcPct val="100000"/>
              </a:lnSpc>
              <a:spcBef>
                <a:spcPts val="500"/>
              </a:spcBef>
              <a:spcAft>
                <a:spcPts val="0"/>
              </a:spcAft>
              <a:buClr>
                <a:schemeClr val="tx1"/>
              </a:buClr>
              <a:buSzPct val="110000"/>
              <a:buFont typeface="Arial" pitchFamily="34" charset="0"/>
              <a:buNone/>
              <a:tabLst/>
              <a:defRPr/>
            </a:pPr>
            <a:r>
              <a:rPr lang="en-US" noProof="0"/>
              <a:t>Click to add text or select an icon to insert associated content (i.e., table, chart, picture or video). Images and video are available to download from brand.cgi.com.</a:t>
            </a:r>
          </a:p>
          <a:p>
            <a:pPr lvl="0"/>
            <a:endParaRPr lang="en-US" noProof="0"/>
          </a:p>
        </p:txBody>
      </p:sp>
      <p:sp>
        <p:nvSpPr>
          <p:cNvPr id="6" name="Picture Placeholder 11" descr="Image placeholder. Click icon to add image. Images are available to download from the Brand Source image library.">
            <a:extLst>
              <a:ext uri="{FF2B5EF4-FFF2-40B4-BE49-F238E27FC236}">
                <a16:creationId xmlns:a16="http://schemas.microsoft.com/office/drawing/2014/main" id="{2D34D49C-F4FA-B74B-BB7F-2282D9134435}"/>
              </a:ext>
              <a:ext uri="{C183D7F6-B498-43B3-948B-1728B52AA6E4}">
                <adec:decorative xmlns:adec="http://schemas.microsoft.com/office/drawing/2017/decorative" val="0"/>
              </a:ext>
            </a:extLst>
          </p:cNvPr>
          <p:cNvSpPr>
            <a:spLocks noGrp="1"/>
          </p:cNvSpPr>
          <p:nvPr>
            <p:ph type="pic" sz="quarter" idx="23" hasCustomPrompt="1"/>
          </p:nvPr>
        </p:nvSpPr>
        <p:spPr>
          <a:xfrm>
            <a:off x="9144000" y="1527176"/>
            <a:ext cx="2281239" cy="4565650"/>
          </a:xfrm>
          <a:prstGeom prst="rect">
            <a:avLst/>
          </a:prstGeom>
        </p:spPr>
        <p:txBody>
          <a:bodyPr lIns="0" tIns="0" rIns="0" bIns="0">
            <a:noAutofit/>
          </a:bodyPr>
          <a:lstStyle>
            <a:lvl1pPr marL="0" indent="0">
              <a:buFont typeface="Arial" pitchFamily="34" charset="0"/>
              <a:buNone/>
              <a:defRPr lang="en-AU" sz="1600" kern="1200" smtClean="0">
                <a:solidFill>
                  <a:schemeClr val="tx1"/>
                </a:solidFill>
                <a:latin typeface="+mn-lt"/>
                <a:ea typeface="+mn-ea"/>
                <a:cs typeface="+mn-cs"/>
                <a:sym typeface="Wingdings" panose="05000000000000000000" pitchFamily="2" charset="2"/>
              </a:defRPr>
            </a:lvl1pPr>
          </a:lstStyle>
          <a:p>
            <a:r>
              <a:rPr lang="en-US" noProof="0"/>
              <a:t>Click icon to add image. Images are available to download from the Brand Source image library  brand.cgi.com</a:t>
            </a:r>
          </a:p>
        </p:txBody>
      </p:sp>
      <p:sp>
        <p:nvSpPr>
          <p:cNvPr id="2" name="Footer Placeholder 1">
            <a:extLst>
              <a:ext uri="{FF2B5EF4-FFF2-40B4-BE49-F238E27FC236}">
                <a16:creationId xmlns:a16="http://schemas.microsoft.com/office/drawing/2014/main" id="{DAAD9D05-F87F-396A-A6CA-39A648D56F50}"/>
              </a:ext>
              <a:ext uri="{C183D7F6-B498-43B3-948B-1728B52AA6E4}">
                <adec:decorative xmlns:adec="http://schemas.microsoft.com/office/drawing/2017/decorative" val="1"/>
              </a:ext>
            </a:extLst>
          </p:cNvPr>
          <p:cNvSpPr>
            <a:spLocks noGrp="1"/>
          </p:cNvSpPr>
          <p:nvPr>
            <p:ph type="ftr" sz="quarter" idx="27"/>
          </p:nvPr>
        </p:nvSpPr>
        <p:spPr/>
        <p:txBody>
          <a:bodyPr/>
          <a:lstStyle/>
          <a:p>
            <a:endParaRPr lang="en-US" noProof="0"/>
          </a:p>
        </p:txBody>
      </p:sp>
      <p:sp>
        <p:nvSpPr>
          <p:cNvPr id="10" name="Slide Number Placeholder 9">
            <a:extLst>
              <a:ext uri="{FF2B5EF4-FFF2-40B4-BE49-F238E27FC236}">
                <a16:creationId xmlns:a16="http://schemas.microsoft.com/office/drawing/2014/main" id="{1FB2DA29-866C-745A-01A0-4C6BBD5028AA}"/>
              </a:ext>
              <a:ext uri="{C183D7F6-B498-43B3-948B-1728B52AA6E4}">
                <adec:decorative xmlns:adec="http://schemas.microsoft.com/office/drawing/2017/decorative" val="1"/>
              </a:ext>
            </a:extLst>
          </p:cNvPr>
          <p:cNvSpPr>
            <a:spLocks noGrp="1"/>
          </p:cNvSpPr>
          <p:nvPr>
            <p:ph type="sldNum" sz="quarter" idx="26"/>
          </p:nvPr>
        </p:nvSpPr>
        <p:spPr/>
        <p:txBody>
          <a:bodyPr/>
          <a:lstStyle/>
          <a:p>
            <a:fld id="{525A3C56-E491-49B2-93F3-63532DF516BC}" type="slidenum">
              <a:rPr lang="en-US" noProof="0" smtClean="0"/>
              <a:pPr/>
              <a:t>‹n°›</a:t>
            </a:fld>
            <a:endParaRPr lang="en-US" noProof="0"/>
          </a:p>
        </p:txBody>
      </p:sp>
    </p:spTree>
    <p:extLst>
      <p:ext uri="{BB962C8B-B14F-4D97-AF65-F5344CB8AC3E}">
        <p14:creationId xmlns:p14="http://schemas.microsoft.com/office/powerpoint/2010/main" val="3648439721"/>
      </p:ext>
    </p:extLst>
  </p:cSld>
  <p:clrMapOvr>
    <a:masterClrMapping/>
  </p:clrMapOvr>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Content+preset gradient A G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26CF8DE-4B31-0E22-8123-B7645F0C30D6}"/>
              </a:ext>
            </a:extLst>
          </p:cNvPr>
          <p:cNvSpPr>
            <a:spLocks noGrp="1"/>
          </p:cNvSpPr>
          <p:nvPr>
            <p:ph type="title" hasCustomPrompt="1"/>
          </p:nvPr>
        </p:nvSpPr>
        <p:spPr>
          <a:xfrm>
            <a:off x="766763" y="682514"/>
            <a:ext cx="6089904" cy="532765"/>
          </a:xfrm>
        </p:spPr>
        <p:txBody>
          <a:bodyPr/>
          <a:lstStyle/>
          <a:p>
            <a:r>
              <a:rPr lang="en-US" noProof="0"/>
              <a:t>Content slide + preset graphic device</a:t>
            </a:r>
          </a:p>
        </p:txBody>
      </p:sp>
      <p:sp>
        <p:nvSpPr>
          <p:cNvPr id="13" name="Content Placeholder 20">
            <a:extLst>
              <a:ext uri="{FF2B5EF4-FFF2-40B4-BE49-F238E27FC236}">
                <a16:creationId xmlns:a16="http://schemas.microsoft.com/office/drawing/2014/main" id="{724BBC96-0D1F-2C4D-B3B5-A7EE6A8D87D1}"/>
              </a:ext>
            </a:extLst>
          </p:cNvPr>
          <p:cNvSpPr>
            <a:spLocks noGrp="1"/>
          </p:cNvSpPr>
          <p:nvPr>
            <p:ph sz="quarter" idx="18" hasCustomPrompt="1"/>
          </p:nvPr>
        </p:nvSpPr>
        <p:spPr>
          <a:xfrm>
            <a:off x="766763" y="1527176"/>
            <a:ext cx="6091237" cy="4565650"/>
          </a:xfrm>
          <a:prstGeom prst="rect">
            <a:avLst/>
          </a:prstGeom>
        </p:spPr>
        <p:txBody>
          <a:bodyPr lIns="0" tIns="0" rIns="0" bIns="0">
            <a:noAutofit/>
          </a:bodyPr>
          <a:lstStyle>
            <a:lvl1pPr marL="0" indent="0">
              <a:spcBef>
                <a:spcPct val="0"/>
              </a:spcBef>
              <a:buClrTx/>
              <a:buSzTx/>
              <a:buFont typeface="Arial" pitchFamily="34" charset="0"/>
              <a:buNone/>
              <a:defRPr sz="2000">
                <a:solidFill>
                  <a:schemeClr val="tx1"/>
                </a:solidFill>
                <a:latin typeface="+mn-lt"/>
              </a:defRPr>
            </a:lvl1pPr>
            <a:lvl2pPr marL="263525" indent="-263525">
              <a:spcBef>
                <a:spcPts val="500"/>
              </a:spcBef>
              <a:buClrTx/>
              <a:buSzTx/>
              <a:buFont typeface="Arial" pitchFamily="34" charset="0"/>
              <a:buChar char="•"/>
              <a:defRPr sz="2000" baseline="0">
                <a:solidFill>
                  <a:schemeClr val="tx1"/>
                </a:solidFill>
                <a:latin typeface="Arial" pitchFamily="34" charset="0"/>
              </a:defRPr>
            </a:lvl2pPr>
            <a:lvl3pPr marL="536575" indent="-273050">
              <a:spcBef>
                <a:spcPts val="500"/>
              </a:spcBef>
              <a:buClrTx/>
              <a:buSzTx/>
              <a:buFont typeface="Calibri" panose="020F0502020204030204" pitchFamily="34" charset="0"/>
              <a:buChar char="–"/>
              <a:defRPr sz="1800">
                <a:solidFill>
                  <a:schemeClr val="tx1"/>
                </a:solidFill>
                <a:latin typeface="Arial" pitchFamily="34" charset="0"/>
              </a:defRPr>
            </a:lvl3pPr>
            <a:lvl4pPr marL="811213" indent="-279400">
              <a:spcBef>
                <a:spcPts val="500"/>
              </a:spcBef>
              <a:buClrTx/>
              <a:buSzTx/>
              <a:buFont typeface="Wingdings" pitchFamily="2" charset="2"/>
              <a:buChar char="§"/>
              <a:defRPr sz="1600">
                <a:solidFill>
                  <a:schemeClr val="tx1"/>
                </a:solidFill>
                <a:latin typeface="Arial" pitchFamily="34" charset="0"/>
              </a:defRPr>
            </a:lvl4pPr>
            <a:lvl5pPr marL="1074738" indent="-263525">
              <a:spcBef>
                <a:spcPts val="500"/>
              </a:spcBef>
              <a:buClrTx/>
              <a:buSzTx/>
              <a:buFont typeface="Courier New" panose="02070309020205020404" pitchFamily="49" charset="0"/>
              <a:buChar char="o"/>
              <a:defRPr sz="1400">
                <a:solidFill>
                  <a:schemeClr val="tx1"/>
                </a:solidFill>
                <a:latin typeface="Arial" pitchFamily="34" charset="0"/>
              </a:defRPr>
            </a:lvl5pPr>
            <a:lvl6pPr marL="1136650" indent="-215900">
              <a:spcBef>
                <a:spcPts val="500"/>
              </a:spcBef>
              <a:buClr>
                <a:schemeClr val="accent1"/>
              </a:buClr>
              <a:buFont typeface="Verdana" pitchFamily="34" charset="0"/>
              <a:buChar char="•"/>
              <a:defRPr sz="1400" baseline="0">
                <a:solidFill>
                  <a:schemeClr val="tx1"/>
                </a:solidFill>
              </a:defRPr>
            </a:lvl6pPr>
            <a:lvl7pPr marL="1343025" indent="-228600">
              <a:spcBef>
                <a:spcPts val="500"/>
              </a:spcBef>
              <a:buClr>
                <a:schemeClr val="tx1">
                  <a:lumMod val="60000"/>
                  <a:lumOff val="40000"/>
                </a:schemeClr>
              </a:buClr>
              <a:buFont typeface="Verdana" pitchFamily="34" charset="0"/>
              <a:buChar char="•"/>
              <a:defRPr sz="1400" baseline="0">
                <a:solidFill>
                  <a:schemeClr val="tx1"/>
                </a:solidFill>
              </a:defRPr>
            </a:lvl7pPr>
          </a:lstStyle>
          <a:p>
            <a:pPr marL="0" marR="0" lvl="0" indent="0" algn="l" defTabSz="914400" rtl="0" eaLnBrk="1" fontAlgn="auto" latinLnBrk="0" hangingPunct="1">
              <a:lnSpc>
                <a:spcPct val="100000"/>
              </a:lnSpc>
              <a:spcBef>
                <a:spcPct val="0"/>
              </a:spcBef>
              <a:spcAft>
                <a:spcPts val="0"/>
              </a:spcAft>
              <a:buClrTx/>
              <a:buSzTx/>
              <a:buFont typeface="Arial" pitchFamily="34" charset="0"/>
              <a:buNone/>
              <a:tabLst/>
              <a:defRPr/>
            </a:pPr>
            <a:r>
              <a:rPr lang="en-US" noProof="0"/>
              <a:t>Click to add text or select an icon to insert associated content (i.e., table, chart, picture or video). Images and video are available to download from brand.cgi.com.</a:t>
            </a:r>
          </a:p>
        </p:txBody>
      </p:sp>
      <p:sp>
        <p:nvSpPr>
          <p:cNvPr id="11" name="Freeform 6" descr="CGI cornerstone">
            <a:extLst>
              <a:ext uri="{FF2B5EF4-FFF2-40B4-BE49-F238E27FC236}">
                <a16:creationId xmlns:a16="http://schemas.microsoft.com/office/drawing/2014/main" id="{E92206DE-17C9-E04C-89B5-21C279EE24F8}"/>
              </a:ext>
              <a:ext uri="{C183D7F6-B498-43B3-948B-1728B52AA6E4}">
                <adec:decorative xmlns:adec="http://schemas.microsoft.com/office/drawing/2017/decorative" val="0"/>
              </a:ext>
            </a:extLst>
          </p:cNvPr>
          <p:cNvSpPr>
            <a:spLocks noChangeAspect="1"/>
          </p:cNvSpPr>
          <p:nvPr userDrawn="1"/>
        </p:nvSpPr>
        <p:spPr bwMode="auto">
          <a:xfrm rot="16200000" flipH="1">
            <a:off x="8373178" y="773997"/>
            <a:ext cx="3060882" cy="3043238"/>
          </a:xfrm>
          <a:custGeom>
            <a:avLst/>
            <a:gdLst>
              <a:gd name="T0" fmla="*/ 0 w 4337"/>
              <a:gd name="T1" fmla="*/ 0 h 4312"/>
              <a:gd name="T2" fmla="*/ 0 w 4337"/>
              <a:gd name="T3" fmla="*/ 4312 h 4312"/>
              <a:gd name="T4" fmla="*/ 4337 w 4337"/>
              <a:gd name="T5" fmla="*/ 4312 h 4312"/>
              <a:gd name="T6" fmla="*/ 4337 w 4337"/>
              <a:gd name="T7" fmla="*/ 2586 h 4312"/>
              <a:gd name="T8" fmla="*/ 1736 w 4337"/>
              <a:gd name="T9" fmla="*/ 2586 h 4312"/>
              <a:gd name="T10" fmla="*/ 1736 w 4337"/>
              <a:gd name="T11" fmla="*/ 0 h 4312"/>
              <a:gd name="T12" fmla="*/ 0 w 4337"/>
              <a:gd name="T13" fmla="*/ 0 h 4312"/>
            </a:gdLst>
            <a:ahLst/>
            <a:cxnLst>
              <a:cxn ang="0">
                <a:pos x="T0" y="T1"/>
              </a:cxn>
              <a:cxn ang="0">
                <a:pos x="T2" y="T3"/>
              </a:cxn>
              <a:cxn ang="0">
                <a:pos x="T4" y="T5"/>
              </a:cxn>
              <a:cxn ang="0">
                <a:pos x="T6" y="T7"/>
              </a:cxn>
              <a:cxn ang="0">
                <a:pos x="T8" y="T9"/>
              </a:cxn>
              <a:cxn ang="0">
                <a:pos x="T10" y="T11"/>
              </a:cxn>
              <a:cxn ang="0">
                <a:pos x="T12" y="T13"/>
              </a:cxn>
            </a:cxnLst>
            <a:rect l="0" t="0" r="r" b="b"/>
            <a:pathLst>
              <a:path w="4337" h="4312">
                <a:moveTo>
                  <a:pt x="0" y="0"/>
                </a:moveTo>
                <a:lnTo>
                  <a:pt x="0" y="4312"/>
                </a:lnTo>
                <a:lnTo>
                  <a:pt x="4337" y="4312"/>
                </a:lnTo>
                <a:lnTo>
                  <a:pt x="4337" y="2586"/>
                </a:lnTo>
                <a:lnTo>
                  <a:pt x="1736" y="2586"/>
                </a:lnTo>
                <a:lnTo>
                  <a:pt x="1736" y="0"/>
                </a:lnTo>
                <a:lnTo>
                  <a:pt x="0" y="0"/>
                </a:lnTo>
                <a:close/>
              </a:path>
            </a:pathLst>
          </a:custGeom>
          <a:gradFill flip="none" rotWithShape="1">
            <a:gsLst>
              <a:gs pos="60000">
                <a:srgbClr val="A82465"/>
              </a:gs>
              <a:gs pos="0">
                <a:srgbClr val="E31937"/>
              </a:gs>
              <a:gs pos="100000">
                <a:srgbClr val="5236AB"/>
              </a:gs>
            </a:gsLst>
            <a:lin ang="0" scaled="0"/>
          </a:gradFill>
          <a:ln w="9525" algn="ctr">
            <a:noFill/>
            <a:miter lim="800000"/>
          </a:ln>
          <a:effectLst/>
        </p:spPr>
        <p:txBody>
          <a:bodyPr lIns="63500" tIns="0" rIns="64800" bIns="0" rtlCol="0" anchor="ctr">
            <a:noAutofit/>
          </a:bodyPr>
          <a:lstStyle/>
          <a:p>
            <a:pPr lvl="0" algn="ctr">
              <a:spcBef>
                <a:spcPct val="0"/>
              </a:spcBef>
              <a:buClrTx/>
              <a:buSzPct val="90000"/>
            </a:pPr>
            <a:endParaRPr lang="en-US" sz="1600" b="1" noProof="0">
              <a:solidFill>
                <a:schemeClr val="bg1"/>
              </a:solidFill>
              <a:cs typeface="Arial" pitchFamily="34" charset="0"/>
            </a:endParaRPr>
          </a:p>
        </p:txBody>
      </p:sp>
      <p:sp>
        <p:nvSpPr>
          <p:cNvPr id="2" name="Footer Placeholder 1">
            <a:extLst>
              <a:ext uri="{FF2B5EF4-FFF2-40B4-BE49-F238E27FC236}">
                <a16:creationId xmlns:a16="http://schemas.microsoft.com/office/drawing/2014/main" id="{2FD034D2-7903-2113-FE42-5B6F2BEFCB7E}"/>
              </a:ext>
              <a:ext uri="{C183D7F6-B498-43B3-948B-1728B52AA6E4}">
                <adec:decorative xmlns:adec="http://schemas.microsoft.com/office/drawing/2017/decorative" val="1"/>
              </a:ext>
            </a:extLst>
          </p:cNvPr>
          <p:cNvSpPr>
            <a:spLocks noGrp="1"/>
          </p:cNvSpPr>
          <p:nvPr>
            <p:ph type="ftr" sz="quarter" idx="22"/>
          </p:nvPr>
        </p:nvSpPr>
        <p:spPr/>
        <p:txBody>
          <a:bodyPr/>
          <a:lstStyle/>
          <a:p>
            <a:endParaRPr lang="en-US" noProof="0"/>
          </a:p>
        </p:txBody>
      </p:sp>
      <p:sp>
        <p:nvSpPr>
          <p:cNvPr id="7" name="Slide Number Placeholder 6">
            <a:extLst>
              <a:ext uri="{FF2B5EF4-FFF2-40B4-BE49-F238E27FC236}">
                <a16:creationId xmlns:a16="http://schemas.microsoft.com/office/drawing/2014/main" id="{C6E9A10A-9E04-DE05-5267-749EDA193B40}"/>
              </a:ext>
              <a:ext uri="{C183D7F6-B498-43B3-948B-1728B52AA6E4}">
                <adec:decorative xmlns:adec="http://schemas.microsoft.com/office/drawing/2017/decorative" val="1"/>
              </a:ext>
            </a:extLst>
          </p:cNvPr>
          <p:cNvSpPr>
            <a:spLocks noGrp="1"/>
          </p:cNvSpPr>
          <p:nvPr>
            <p:ph type="sldNum" sz="quarter" idx="21"/>
          </p:nvPr>
        </p:nvSpPr>
        <p:spPr/>
        <p:txBody>
          <a:bodyPr/>
          <a:lstStyle/>
          <a:p>
            <a:fld id="{525A3C56-E491-49B2-93F3-63532DF516BC}" type="slidenum">
              <a:rPr lang="en-US" noProof="0" smtClean="0"/>
              <a:pPr/>
              <a:t>‹n°›</a:t>
            </a:fld>
            <a:endParaRPr lang="en-US" noProof="0"/>
          </a:p>
        </p:txBody>
      </p:sp>
    </p:spTree>
    <p:extLst>
      <p:ext uri="{BB962C8B-B14F-4D97-AF65-F5344CB8AC3E}">
        <p14:creationId xmlns:p14="http://schemas.microsoft.com/office/powerpoint/2010/main" val="1673903015"/>
      </p:ext>
    </p:extLst>
  </p:cSld>
  <p:clrMapOvr>
    <a:masterClrMapping/>
  </p:clrMapOvr>
  <p:transition/>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Content+preset gradient B G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C4BBE2AB-74DF-7C6B-5DDE-0697A5E3E445}"/>
              </a:ext>
            </a:extLst>
          </p:cNvPr>
          <p:cNvSpPr>
            <a:spLocks noGrp="1"/>
          </p:cNvSpPr>
          <p:nvPr>
            <p:ph type="title" hasCustomPrompt="1"/>
          </p:nvPr>
        </p:nvSpPr>
        <p:spPr>
          <a:xfrm>
            <a:off x="766763" y="682514"/>
            <a:ext cx="6089904" cy="532765"/>
          </a:xfrm>
        </p:spPr>
        <p:txBody>
          <a:bodyPr/>
          <a:lstStyle/>
          <a:p>
            <a:r>
              <a:rPr lang="en-US" noProof="0"/>
              <a:t>Content slide + preset graphic device</a:t>
            </a:r>
          </a:p>
        </p:txBody>
      </p:sp>
      <p:sp>
        <p:nvSpPr>
          <p:cNvPr id="13" name="Content Placeholder 20">
            <a:extLst>
              <a:ext uri="{FF2B5EF4-FFF2-40B4-BE49-F238E27FC236}">
                <a16:creationId xmlns:a16="http://schemas.microsoft.com/office/drawing/2014/main" id="{724BBC96-0D1F-2C4D-B3B5-A7EE6A8D87D1}"/>
              </a:ext>
            </a:extLst>
          </p:cNvPr>
          <p:cNvSpPr>
            <a:spLocks noGrp="1"/>
          </p:cNvSpPr>
          <p:nvPr>
            <p:ph sz="quarter" idx="18" hasCustomPrompt="1"/>
          </p:nvPr>
        </p:nvSpPr>
        <p:spPr>
          <a:xfrm>
            <a:off x="766763" y="1527176"/>
            <a:ext cx="6091237" cy="4565650"/>
          </a:xfrm>
          <a:prstGeom prst="rect">
            <a:avLst/>
          </a:prstGeom>
        </p:spPr>
        <p:txBody>
          <a:bodyPr lIns="0" tIns="0" rIns="0" bIns="0">
            <a:noAutofit/>
          </a:bodyPr>
          <a:lstStyle>
            <a:lvl1pPr marL="0" indent="0">
              <a:spcBef>
                <a:spcPct val="0"/>
              </a:spcBef>
              <a:buClrTx/>
              <a:buSzTx/>
              <a:buFont typeface="Arial" pitchFamily="34" charset="0"/>
              <a:buNone/>
              <a:defRPr sz="2000">
                <a:solidFill>
                  <a:schemeClr val="tx1"/>
                </a:solidFill>
                <a:latin typeface="+mn-lt"/>
              </a:defRPr>
            </a:lvl1pPr>
            <a:lvl2pPr marL="263525" indent="-263525">
              <a:spcBef>
                <a:spcPts val="500"/>
              </a:spcBef>
              <a:buClrTx/>
              <a:buSzTx/>
              <a:buFont typeface="Arial" pitchFamily="34" charset="0"/>
              <a:buChar char="•"/>
              <a:defRPr sz="2000" baseline="0">
                <a:solidFill>
                  <a:schemeClr val="tx1"/>
                </a:solidFill>
                <a:latin typeface="Arial" pitchFamily="34" charset="0"/>
              </a:defRPr>
            </a:lvl2pPr>
            <a:lvl3pPr marL="536575" indent="-273050">
              <a:spcBef>
                <a:spcPts val="500"/>
              </a:spcBef>
              <a:buClrTx/>
              <a:buSzTx/>
              <a:buFont typeface="Calibri" panose="020F0502020204030204" pitchFamily="34" charset="0"/>
              <a:buChar char="–"/>
              <a:defRPr sz="1800">
                <a:solidFill>
                  <a:schemeClr val="tx1"/>
                </a:solidFill>
                <a:latin typeface="Arial" pitchFamily="34" charset="0"/>
              </a:defRPr>
            </a:lvl3pPr>
            <a:lvl4pPr marL="811213" indent="-279400">
              <a:spcBef>
                <a:spcPts val="500"/>
              </a:spcBef>
              <a:buClrTx/>
              <a:buSzTx/>
              <a:buFont typeface="Wingdings" pitchFamily="2" charset="2"/>
              <a:buChar char="§"/>
              <a:defRPr sz="1600">
                <a:solidFill>
                  <a:schemeClr val="tx1"/>
                </a:solidFill>
                <a:latin typeface="Arial" pitchFamily="34" charset="0"/>
              </a:defRPr>
            </a:lvl4pPr>
            <a:lvl5pPr marL="1074738" indent="-263525">
              <a:spcBef>
                <a:spcPts val="500"/>
              </a:spcBef>
              <a:buClrTx/>
              <a:buSzTx/>
              <a:buFont typeface="Courier New" panose="02070309020205020404" pitchFamily="49" charset="0"/>
              <a:buChar char="o"/>
              <a:defRPr sz="1400">
                <a:solidFill>
                  <a:schemeClr val="tx1"/>
                </a:solidFill>
                <a:latin typeface="Arial" pitchFamily="34" charset="0"/>
              </a:defRPr>
            </a:lvl5pPr>
            <a:lvl6pPr marL="1136650" indent="-215900">
              <a:spcBef>
                <a:spcPts val="500"/>
              </a:spcBef>
              <a:buClr>
                <a:schemeClr val="accent1"/>
              </a:buClr>
              <a:buFont typeface="Verdana" pitchFamily="34" charset="0"/>
              <a:buChar char="•"/>
              <a:defRPr sz="1400" baseline="0">
                <a:solidFill>
                  <a:schemeClr val="tx1"/>
                </a:solidFill>
              </a:defRPr>
            </a:lvl6pPr>
            <a:lvl7pPr marL="1343025" indent="-228600">
              <a:spcBef>
                <a:spcPts val="500"/>
              </a:spcBef>
              <a:buClr>
                <a:schemeClr val="tx1">
                  <a:lumMod val="60000"/>
                  <a:lumOff val="40000"/>
                </a:schemeClr>
              </a:buClr>
              <a:buFont typeface="Verdana" pitchFamily="34" charset="0"/>
              <a:buChar char="•"/>
              <a:defRPr sz="1400" baseline="0">
                <a:solidFill>
                  <a:schemeClr val="tx1"/>
                </a:solidFill>
              </a:defRPr>
            </a:lvl7pPr>
          </a:lstStyle>
          <a:p>
            <a:pPr marL="0" marR="0" lvl="0" indent="0" algn="l" defTabSz="914400" rtl="0" eaLnBrk="1" fontAlgn="auto" latinLnBrk="0" hangingPunct="1">
              <a:lnSpc>
                <a:spcPct val="100000"/>
              </a:lnSpc>
              <a:spcBef>
                <a:spcPct val="0"/>
              </a:spcBef>
              <a:spcAft>
                <a:spcPts val="0"/>
              </a:spcAft>
              <a:buClrTx/>
              <a:buSzTx/>
              <a:buFont typeface="Arial" pitchFamily="34" charset="0"/>
              <a:buNone/>
              <a:tabLst/>
              <a:defRPr/>
            </a:pPr>
            <a:r>
              <a:rPr lang="en-US" noProof="0"/>
              <a:t>Click to add text or select an icon to insert associated content (i.e., table, chart, picture or video). Images and video are available to download from brand.cgi.com.</a:t>
            </a:r>
          </a:p>
        </p:txBody>
      </p:sp>
      <p:sp>
        <p:nvSpPr>
          <p:cNvPr id="5" name="Freeform 6" descr="CGI cornerstone">
            <a:extLst>
              <a:ext uri="{FF2B5EF4-FFF2-40B4-BE49-F238E27FC236}">
                <a16:creationId xmlns:a16="http://schemas.microsoft.com/office/drawing/2014/main" id="{64B10321-E484-92E9-2D6D-8479B617BD37}"/>
              </a:ext>
              <a:ext uri="{C183D7F6-B498-43B3-948B-1728B52AA6E4}">
                <adec:decorative xmlns:adec="http://schemas.microsoft.com/office/drawing/2017/decorative" val="0"/>
              </a:ext>
            </a:extLst>
          </p:cNvPr>
          <p:cNvSpPr>
            <a:spLocks noChangeAspect="1"/>
          </p:cNvSpPr>
          <p:nvPr userDrawn="1"/>
        </p:nvSpPr>
        <p:spPr bwMode="auto">
          <a:xfrm rot="16200000" flipH="1">
            <a:off x="8375904" y="777240"/>
            <a:ext cx="3060882" cy="3043238"/>
          </a:xfrm>
          <a:custGeom>
            <a:avLst/>
            <a:gdLst>
              <a:gd name="T0" fmla="*/ 0 w 4337"/>
              <a:gd name="T1" fmla="*/ 0 h 4312"/>
              <a:gd name="T2" fmla="*/ 0 w 4337"/>
              <a:gd name="T3" fmla="*/ 4312 h 4312"/>
              <a:gd name="T4" fmla="*/ 4337 w 4337"/>
              <a:gd name="T5" fmla="*/ 4312 h 4312"/>
              <a:gd name="T6" fmla="*/ 4337 w 4337"/>
              <a:gd name="T7" fmla="*/ 2586 h 4312"/>
              <a:gd name="T8" fmla="*/ 1736 w 4337"/>
              <a:gd name="T9" fmla="*/ 2586 h 4312"/>
              <a:gd name="T10" fmla="*/ 1736 w 4337"/>
              <a:gd name="T11" fmla="*/ 0 h 4312"/>
              <a:gd name="T12" fmla="*/ 0 w 4337"/>
              <a:gd name="T13" fmla="*/ 0 h 4312"/>
            </a:gdLst>
            <a:ahLst/>
            <a:cxnLst>
              <a:cxn ang="0">
                <a:pos x="T0" y="T1"/>
              </a:cxn>
              <a:cxn ang="0">
                <a:pos x="T2" y="T3"/>
              </a:cxn>
              <a:cxn ang="0">
                <a:pos x="T4" y="T5"/>
              </a:cxn>
              <a:cxn ang="0">
                <a:pos x="T6" y="T7"/>
              </a:cxn>
              <a:cxn ang="0">
                <a:pos x="T8" y="T9"/>
              </a:cxn>
              <a:cxn ang="0">
                <a:pos x="T10" y="T11"/>
              </a:cxn>
              <a:cxn ang="0">
                <a:pos x="T12" y="T13"/>
              </a:cxn>
            </a:cxnLst>
            <a:rect l="0" t="0" r="r" b="b"/>
            <a:pathLst>
              <a:path w="4337" h="4312">
                <a:moveTo>
                  <a:pt x="0" y="0"/>
                </a:moveTo>
                <a:lnTo>
                  <a:pt x="0" y="4312"/>
                </a:lnTo>
                <a:lnTo>
                  <a:pt x="4337" y="4312"/>
                </a:lnTo>
                <a:lnTo>
                  <a:pt x="4337" y="2586"/>
                </a:lnTo>
                <a:lnTo>
                  <a:pt x="1736" y="2586"/>
                </a:lnTo>
                <a:lnTo>
                  <a:pt x="1736" y="0"/>
                </a:lnTo>
                <a:lnTo>
                  <a:pt x="0" y="0"/>
                </a:lnTo>
                <a:close/>
              </a:path>
            </a:pathLst>
          </a:custGeom>
          <a:gradFill>
            <a:gsLst>
              <a:gs pos="0">
                <a:srgbClr val="FFCDD2"/>
              </a:gs>
              <a:gs pos="33000">
                <a:srgbClr val="FF6A00"/>
              </a:gs>
              <a:gs pos="66000">
                <a:srgbClr val="E31937"/>
              </a:gs>
              <a:gs pos="100000">
                <a:srgbClr val="991F3D"/>
              </a:gs>
            </a:gsLst>
            <a:lin ang="10800000" scaled="0"/>
          </a:gradFill>
        </p:spPr>
        <p:txBody>
          <a:bodyPr vert="horz" wrap="square" lIns="0" tIns="0" rIns="0" bIns="0" rtlCol="0" anchor="t" anchorCtr="0">
            <a:normAutofit/>
          </a:bodyPr>
          <a:lstStyle/>
          <a:p>
            <a:pPr lvl="0"/>
            <a:endParaRPr lang="en-US" noProof="0"/>
          </a:p>
        </p:txBody>
      </p:sp>
      <p:sp>
        <p:nvSpPr>
          <p:cNvPr id="2" name="Footer Placeholder 1">
            <a:extLst>
              <a:ext uri="{FF2B5EF4-FFF2-40B4-BE49-F238E27FC236}">
                <a16:creationId xmlns:a16="http://schemas.microsoft.com/office/drawing/2014/main" id="{EEB43DFA-7A0F-803C-0600-FDAD97E1DCD2}"/>
              </a:ext>
              <a:ext uri="{C183D7F6-B498-43B3-948B-1728B52AA6E4}">
                <adec:decorative xmlns:adec="http://schemas.microsoft.com/office/drawing/2017/decorative" val="1"/>
              </a:ext>
            </a:extLst>
          </p:cNvPr>
          <p:cNvSpPr>
            <a:spLocks noGrp="1"/>
          </p:cNvSpPr>
          <p:nvPr>
            <p:ph type="ftr" sz="quarter" idx="22"/>
          </p:nvPr>
        </p:nvSpPr>
        <p:spPr/>
        <p:txBody>
          <a:bodyPr/>
          <a:lstStyle/>
          <a:p>
            <a:endParaRPr lang="en-US" noProof="0"/>
          </a:p>
        </p:txBody>
      </p:sp>
      <p:sp>
        <p:nvSpPr>
          <p:cNvPr id="8" name="Slide Number Placeholder 7">
            <a:extLst>
              <a:ext uri="{FF2B5EF4-FFF2-40B4-BE49-F238E27FC236}">
                <a16:creationId xmlns:a16="http://schemas.microsoft.com/office/drawing/2014/main" id="{A4C90010-93A7-4D95-4D42-49AA0D544B5D}"/>
              </a:ext>
              <a:ext uri="{C183D7F6-B498-43B3-948B-1728B52AA6E4}">
                <adec:decorative xmlns:adec="http://schemas.microsoft.com/office/drawing/2017/decorative" val="1"/>
              </a:ext>
            </a:extLst>
          </p:cNvPr>
          <p:cNvSpPr>
            <a:spLocks noGrp="1"/>
          </p:cNvSpPr>
          <p:nvPr>
            <p:ph type="sldNum" sz="quarter" idx="21"/>
          </p:nvPr>
        </p:nvSpPr>
        <p:spPr/>
        <p:txBody>
          <a:bodyPr/>
          <a:lstStyle/>
          <a:p>
            <a:fld id="{525A3C56-E491-49B2-93F3-63532DF516BC}" type="slidenum">
              <a:rPr lang="en-US" noProof="0" smtClean="0"/>
              <a:pPr/>
              <a:t>‹n°›</a:t>
            </a:fld>
            <a:endParaRPr lang="en-US" noProof="0"/>
          </a:p>
        </p:txBody>
      </p:sp>
    </p:spTree>
    <p:extLst>
      <p:ext uri="{BB962C8B-B14F-4D97-AF65-F5344CB8AC3E}">
        <p14:creationId xmlns:p14="http://schemas.microsoft.com/office/powerpoint/2010/main" val="1411619896"/>
      </p:ext>
    </p:extLst>
  </p:cSld>
  <p:clrMapOvr>
    <a:masterClrMapping/>
  </p:clrMapOvr>
  <p:transition/>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itle and content two">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6516CAE9-EB95-AB28-DFD4-48E5F06DA62D}"/>
              </a:ext>
            </a:extLst>
          </p:cNvPr>
          <p:cNvSpPr>
            <a:spLocks noGrp="1"/>
          </p:cNvSpPr>
          <p:nvPr>
            <p:ph type="title" hasCustomPrompt="1"/>
          </p:nvPr>
        </p:nvSpPr>
        <p:spPr/>
        <p:txBody>
          <a:bodyPr/>
          <a:lstStyle/>
          <a:p>
            <a:r>
              <a:rPr lang="en-US"/>
              <a:t>Content slide with two content columns – click to add title</a:t>
            </a:r>
          </a:p>
        </p:txBody>
      </p:sp>
      <p:sp>
        <p:nvSpPr>
          <p:cNvPr id="4" name="Content Placeholder 20">
            <a:extLst>
              <a:ext uri="{FF2B5EF4-FFF2-40B4-BE49-F238E27FC236}">
                <a16:creationId xmlns:a16="http://schemas.microsoft.com/office/drawing/2014/main" id="{1098010A-37B8-1543-B650-F410D9020BD1}"/>
              </a:ext>
            </a:extLst>
          </p:cNvPr>
          <p:cNvSpPr>
            <a:spLocks noGrp="1"/>
          </p:cNvSpPr>
          <p:nvPr>
            <p:ph sz="quarter" idx="17" hasCustomPrompt="1"/>
          </p:nvPr>
        </p:nvSpPr>
        <p:spPr>
          <a:xfrm>
            <a:off x="766764" y="1527175"/>
            <a:ext cx="4948236" cy="4565650"/>
          </a:xfrm>
          <a:prstGeom prst="rect">
            <a:avLst/>
          </a:prstGeom>
        </p:spPr>
        <p:txBody>
          <a:bodyPr lIns="0" tIns="0" rIns="0" bIns="0">
            <a:noAutofit/>
          </a:bodyPr>
          <a:lstStyle>
            <a:lvl1pPr marL="0" indent="0">
              <a:spcBef>
                <a:spcPts val="500"/>
              </a:spcBef>
              <a:buClr>
                <a:schemeClr val="tx1"/>
              </a:buClr>
              <a:buSzPct val="110000"/>
              <a:buFont typeface="Arial" pitchFamily="34" charset="0"/>
              <a:buNone/>
              <a:defRPr sz="2000">
                <a:solidFill>
                  <a:schemeClr val="tx1"/>
                </a:solidFill>
                <a:latin typeface="+mn-lt"/>
              </a:defRPr>
            </a:lvl1pPr>
            <a:lvl2pPr marL="263525" indent="-263525">
              <a:spcBef>
                <a:spcPts val="500"/>
              </a:spcBef>
              <a:buClr>
                <a:schemeClr val="tx1"/>
              </a:buClr>
              <a:buSzPct val="110000"/>
              <a:buFont typeface="Arial" pitchFamily="34" charset="0"/>
              <a:buChar char="•"/>
              <a:defRPr sz="2000" baseline="0">
                <a:solidFill>
                  <a:schemeClr val="tx1"/>
                </a:solidFill>
                <a:latin typeface="Arial" pitchFamily="34" charset="0"/>
              </a:defRPr>
            </a:lvl2pPr>
            <a:lvl3pPr marL="536575" indent="-273050">
              <a:spcBef>
                <a:spcPts val="500"/>
              </a:spcBef>
              <a:buClr>
                <a:schemeClr val="tx1"/>
              </a:buClr>
              <a:buSzTx/>
              <a:buFont typeface="Calibri" panose="020F0502020204030204" pitchFamily="34" charset="0"/>
              <a:buChar char="–"/>
              <a:defRPr sz="1800">
                <a:solidFill>
                  <a:schemeClr val="tx1"/>
                </a:solidFill>
                <a:latin typeface="Arial" pitchFamily="34" charset="0"/>
              </a:defRPr>
            </a:lvl3pPr>
            <a:lvl4pPr marL="811213" indent="-274638">
              <a:spcBef>
                <a:spcPts val="500"/>
              </a:spcBef>
              <a:buClr>
                <a:schemeClr val="tx1"/>
              </a:buClr>
              <a:buSzTx/>
              <a:buFont typeface="Wingdings" pitchFamily="2" charset="2"/>
              <a:buChar char="§"/>
              <a:defRPr sz="1600">
                <a:solidFill>
                  <a:schemeClr val="tx1"/>
                </a:solidFill>
                <a:latin typeface="Arial" pitchFamily="34" charset="0"/>
              </a:defRPr>
            </a:lvl4pPr>
            <a:lvl5pPr marL="1074738" indent="-263525">
              <a:spcBef>
                <a:spcPts val="500"/>
              </a:spcBef>
              <a:buClr>
                <a:schemeClr val="tx1"/>
              </a:buClr>
              <a:buSzTx/>
              <a:buFont typeface="Courier New" panose="02070309020205020404" pitchFamily="49" charset="0"/>
              <a:buChar char="o"/>
              <a:defRPr sz="1400">
                <a:solidFill>
                  <a:schemeClr val="tx1"/>
                </a:solidFill>
                <a:latin typeface="Arial" pitchFamily="34" charset="0"/>
              </a:defRPr>
            </a:lvl5pPr>
            <a:lvl6pPr marL="1136650" indent="-215900">
              <a:spcBef>
                <a:spcPts val="500"/>
              </a:spcBef>
              <a:buClr>
                <a:schemeClr val="accent1"/>
              </a:buClr>
              <a:buSzTx/>
              <a:buFont typeface="Verdana" pitchFamily="34" charset="0"/>
              <a:buChar char="•"/>
              <a:defRPr sz="1050" baseline="0">
                <a:solidFill>
                  <a:schemeClr val="tx1"/>
                </a:solidFill>
                <a:latin typeface="Arial" pitchFamily="34" charset="0"/>
              </a:defRPr>
            </a:lvl6pPr>
            <a:lvl7pPr marL="1343025" indent="-228600">
              <a:spcBef>
                <a:spcPts val="500"/>
              </a:spcBef>
              <a:buClr>
                <a:schemeClr val="tx1">
                  <a:lumMod val="60000"/>
                  <a:lumOff val="40000"/>
                </a:schemeClr>
              </a:buClr>
              <a:buFont typeface="Verdana" pitchFamily="34" charset="0"/>
              <a:buChar char="•"/>
              <a:defRPr sz="1400" baseline="0">
                <a:solidFill>
                  <a:schemeClr val="tx1"/>
                </a:solidFill>
              </a:defRPr>
            </a:lvl7pPr>
          </a:lstStyle>
          <a:p>
            <a:pPr marL="0" marR="0" lvl="0" indent="0" algn="l" defTabSz="914400" rtl="0" eaLnBrk="1" fontAlgn="auto" latinLnBrk="0" hangingPunct="1">
              <a:lnSpc>
                <a:spcPct val="100000"/>
              </a:lnSpc>
              <a:spcBef>
                <a:spcPts val="500"/>
              </a:spcBef>
              <a:spcAft>
                <a:spcPts val="0"/>
              </a:spcAft>
              <a:buClr>
                <a:schemeClr val="tx1"/>
              </a:buClr>
              <a:buSzPct val="110000"/>
              <a:buFont typeface="Arial" pitchFamily="34" charset="0"/>
              <a:buNone/>
              <a:tabLst/>
              <a:defRPr/>
            </a:pPr>
            <a:r>
              <a:rPr lang="en-US" noProof="0"/>
              <a:t>Click to add text or select an icon to insert associated content (i.e., table, chart, picture or video). Images and video are available to download from brand.cgi.com.</a:t>
            </a:r>
          </a:p>
          <a:p>
            <a:pPr lvl="0"/>
            <a:endParaRPr lang="en-US" noProof="0"/>
          </a:p>
        </p:txBody>
      </p:sp>
      <p:sp>
        <p:nvSpPr>
          <p:cNvPr id="5" name="Content Placeholder 21">
            <a:extLst>
              <a:ext uri="{FF2B5EF4-FFF2-40B4-BE49-F238E27FC236}">
                <a16:creationId xmlns:a16="http://schemas.microsoft.com/office/drawing/2014/main" id="{3D191AF6-4147-D342-8647-88C4F48C1A6B}"/>
              </a:ext>
            </a:extLst>
          </p:cNvPr>
          <p:cNvSpPr>
            <a:spLocks noGrp="1"/>
          </p:cNvSpPr>
          <p:nvPr>
            <p:ph sz="quarter" idx="23" hasCustomPrompt="1"/>
          </p:nvPr>
        </p:nvSpPr>
        <p:spPr>
          <a:xfrm>
            <a:off x="6476215" y="1527175"/>
            <a:ext cx="4949024" cy="4565650"/>
          </a:xfrm>
          <a:prstGeom prst="rect">
            <a:avLst/>
          </a:prstGeom>
          <a:ln>
            <a:noFill/>
          </a:ln>
        </p:spPr>
        <p:txBody>
          <a:bodyPr lIns="0" tIns="0" rIns="0" bIns="0">
            <a:noAutofit/>
          </a:bodyPr>
          <a:lstStyle>
            <a:lvl1pPr marL="0" indent="0">
              <a:spcBef>
                <a:spcPts val="500"/>
              </a:spcBef>
              <a:buClr>
                <a:schemeClr val="tx1"/>
              </a:buClr>
              <a:buSzPct val="110000"/>
              <a:buFont typeface="Arial" pitchFamily="34" charset="0"/>
              <a:buNone/>
              <a:defRPr sz="2000">
                <a:solidFill>
                  <a:schemeClr val="tx1"/>
                </a:solidFill>
                <a:latin typeface="+mn-lt"/>
              </a:defRPr>
            </a:lvl1pPr>
            <a:lvl2pPr marL="263525" indent="-263525">
              <a:spcBef>
                <a:spcPts val="500"/>
              </a:spcBef>
              <a:buClr>
                <a:schemeClr val="tx1"/>
              </a:buClr>
              <a:buSzPct val="110000"/>
              <a:buFont typeface="Arial" pitchFamily="34" charset="0"/>
              <a:buChar char="•"/>
              <a:defRPr sz="2000" baseline="0">
                <a:solidFill>
                  <a:schemeClr val="tx1"/>
                </a:solidFill>
                <a:latin typeface="Arial" pitchFamily="34" charset="0"/>
              </a:defRPr>
            </a:lvl2pPr>
            <a:lvl3pPr marL="536575" indent="-273050">
              <a:spcBef>
                <a:spcPts val="500"/>
              </a:spcBef>
              <a:buClr>
                <a:schemeClr val="tx1"/>
              </a:buClr>
              <a:buSzTx/>
              <a:buFont typeface="Calibri" panose="020F0502020204030204" pitchFamily="34" charset="0"/>
              <a:buChar char="–"/>
              <a:defRPr sz="1800">
                <a:solidFill>
                  <a:schemeClr val="tx1"/>
                </a:solidFill>
                <a:latin typeface="Arial" pitchFamily="34" charset="0"/>
              </a:defRPr>
            </a:lvl3pPr>
            <a:lvl4pPr marL="811213" indent="-274638">
              <a:spcBef>
                <a:spcPts val="500"/>
              </a:spcBef>
              <a:buClr>
                <a:schemeClr val="tx1"/>
              </a:buClr>
              <a:buSzPct val="110000"/>
              <a:buFont typeface="Wingdings" pitchFamily="2" charset="2"/>
              <a:buChar char="§"/>
              <a:defRPr sz="1600">
                <a:solidFill>
                  <a:schemeClr val="tx1"/>
                </a:solidFill>
                <a:latin typeface="Arial" pitchFamily="34" charset="0"/>
              </a:defRPr>
            </a:lvl4pPr>
            <a:lvl5pPr marL="1074738" indent="-263525">
              <a:spcBef>
                <a:spcPts val="500"/>
              </a:spcBef>
              <a:buClr>
                <a:schemeClr val="tx1"/>
              </a:buClr>
              <a:buSzPct val="110000"/>
              <a:buFont typeface="Courier New" panose="02070309020205020404" pitchFamily="49" charset="0"/>
              <a:buChar char="o"/>
              <a:defRPr sz="1400">
                <a:solidFill>
                  <a:schemeClr val="tx1"/>
                </a:solidFill>
                <a:latin typeface="Arial" pitchFamily="34" charset="0"/>
              </a:defRPr>
            </a:lvl5pPr>
            <a:lvl6pPr marL="1136650" indent="-215900">
              <a:spcBef>
                <a:spcPts val="500"/>
              </a:spcBef>
              <a:buClr>
                <a:schemeClr val="accent1"/>
              </a:buClr>
              <a:buFont typeface="Verdana" pitchFamily="34" charset="0"/>
              <a:buChar char="•"/>
              <a:defRPr sz="1400" baseline="0">
                <a:solidFill>
                  <a:schemeClr val="tx1"/>
                </a:solidFill>
                <a:latin typeface="Arial" pitchFamily="34" charset="0"/>
              </a:defRPr>
            </a:lvl6pPr>
            <a:lvl7pPr marL="1343025" indent="-228600">
              <a:spcBef>
                <a:spcPts val="500"/>
              </a:spcBef>
              <a:buClr>
                <a:schemeClr val="tx1">
                  <a:lumMod val="60000"/>
                  <a:lumOff val="40000"/>
                </a:schemeClr>
              </a:buClr>
              <a:buFont typeface="Verdana" pitchFamily="34" charset="0"/>
              <a:buChar char="•"/>
              <a:defRPr sz="1400" baseline="0">
                <a:solidFill>
                  <a:schemeClr val="tx1"/>
                </a:solidFill>
              </a:defRPr>
            </a:lvl7pPr>
          </a:lstStyle>
          <a:p>
            <a:pPr marL="0" marR="0" lvl="0" indent="0" algn="l" defTabSz="914400" rtl="0" eaLnBrk="1" fontAlgn="auto" latinLnBrk="0" hangingPunct="1">
              <a:lnSpc>
                <a:spcPct val="100000"/>
              </a:lnSpc>
              <a:spcBef>
                <a:spcPts val="500"/>
              </a:spcBef>
              <a:spcAft>
                <a:spcPts val="0"/>
              </a:spcAft>
              <a:buClr>
                <a:schemeClr val="tx1"/>
              </a:buClr>
              <a:buSzPct val="110000"/>
              <a:buFont typeface="Arial" pitchFamily="34" charset="0"/>
              <a:buNone/>
              <a:tabLst/>
              <a:defRPr/>
            </a:pPr>
            <a:r>
              <a:rPr lang="en-US" noProof="0"/>
              <a:t>Click to add text or select an icon to insert associated content (i.e., table, chart, picture or video). Images and video are available to download from brand.cgi.com.</a:t>
            </a:r>
          </a:p>
          <a:p>
            <a:pPr lvl="0"/>
            <a:endParaRPr lang="en-US" noProof="0"/>
          </a:p>
        </p:txBody>
      </p:sp>
      <p:sp>
        <p:nvSpPr>
          <p:cNvPr id="2" name="Footer Placeholder 1">
            <a:extLst>
              <a:ext uri="{FF2B5EF4-FFF2-40B4-BE49-F238E27FC236}">
                <a16:creationId xmlns:a16="http://schemas.microsoft.com/office/drawing/2014/main" id="{DACEF9CC-7F4F-C8E8-77F3-E9BBBFF61A13}"/>
              </a:ext>
              <a:ext uri="{C183D7F6-B498-43B3-948B-1728B52AA6E4}">
                <adec:decorative xmlns:adec="http://schemas.microsoft.com/office/drawing/2017/decorative" val="1"/>
              </a:ext>
            </a:extLst>
          </p:cNvPr>
          <p:cNvSpPr>
            <a:spLocks noGrp="1"/>
          </p:cNvSpPr>
          <p:nvPr>
            <p:ph type="ftr" sz="quarter" idx="27"/>
          </p:nvPr>
        </p:nvSpPr>
        <p:spPr/>
        <p:txBody>
          <a:bodyPr/>
          <a:lstStyle/>
          <a:p>
            <a:endParaRPr lang="en-US" noProof="0"/>
          </a:p>
        </p:txBody>
      </p:sp>
      <p:sp>
        <p:nvSpPr>
          <p:cNvPr id="10" name="Slide Number Placeholder 9">
            <a:extLst>
              <a:ext uri="{FF2B5EF4-FFF2-40B4-BE49-F238E27FC236}">
                <a16:creationId xmlns:a16="http://schemas.microsoft.com/office/drawing/2014/main" id="{4E70ED40-01C4-0425-2999-8CB8F2DA7A8D}"/>
              </a:ext>
              <a:ext uri="{C183D7F6-B498-43B3-948B-1728B52AA6E4}">
                <adec:decorative xmlns:adec="http://schemas.microsoft.com/office/drawing/2017/decorative" val="1"/>
              </a:ext>
            </a:extLst>
          </p:cNvPr>
          <p:cNvSpPr>
            <a:spLocks noGrp="1"/>
          </p:cNvSpPr>
          <p:nvPr>
            <p:ph type="sldNum" sz="quarter" idx="26"/>
          </p:nvPr>
        </p:nvSpPr>
        <p:spPr/>
        <p:txBody>
          <a:bodyPr/>
          <a:lstStyle/>
          <a:p>
            <a:fld id="{525A3C56-E491-49B2-93F3-63532DF516BC}" type="slidenum">
              <a:rPr lang="en-US" noProof="0" smtClean="0"/>
              <a:pPr/>
              <a:t>‹n°›</a:t>
            </a:fld>
            <a:endParaRPr lang="en-US" noProof="0"/>
          </a:p>
        </p:txBody>
      </p:sp>
    </p:spTree>
    <p:extLst>
      <p:ext uri="{BB962C8B-B14F-4D97-AF65-F5344CB8AC3E}">
        <p14:creationId xmlns:p14="http://schemas.microsoft.com/office/powerpoint/2010/main" val="4178010223"/>
      </p:ext>
    </p:extLst>
  </p:cSld>
  <p:clrMapOvr>
    <a:masterClrMapping/>
  </p:clrMapOvr>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wo content+1 heading">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B3B85198-6C2C-31CE-C61D-9A214162DD9C}"/>
              </a:ext>
            </a:extLst>
          </p:cNvPr>
          <p:cNvSpPr>
            <a:spLocks noGrp="1"/>
          </p:cNvSpPr>
          <p:nvPr>
            <p:ph type="title" hasCustomPrompt="1"/>
          </p:nvPr>
        </p:nvSpPr>
        <p:spPr/>
        <p:txBody>
          <a:bodyPr/>
          <a:lstStyle/>
          <a:p>
            <a:r>
              <a:rPr lang="en-US"/>
              <a:t>Content slide with two columns + 1 heading – click to add title</a:t>
            </a:r>
          </a:p>
        </p:txBody>
      </p:sp>
      <p:sp>
        <p:nvSpPr>
          <p:cNvPr id="9" name="Text Placeholder 8">
            <a:extLst>
              <a:ext uri="{FF2B5EF4-FFF2-40B4-BE49-F238E27FC236}">
                <a16:creationId xmlns:a16="http://schemas.microsoft.com/office/drawing/2014/main" id="{476BAA4B-61EB-5A96-D086-EFCC55F4D624}"/>
              </a:ext>
            </a:extLst>
          </p:cNvPr>
          <p:cNvSpPr>
            <a:spLocks noGrp="1"/>
          </p:cNvSpPr>
          <p:nvPr>
            <p:ph type="body" sz="quarter" idx="26" hasCustomPrompt="1"/>
          </p:nvPr>
        </p:nvSpPr>
        <p:spPr>
          <a:xfrm>
            <a:off x="766762" y="1527048"/>
            <a:ext cx="10661904" cy="871538"/>
          </a:xfrm>
          <a:prstGeom prst="rect">
            <a:avLst/>
          </a:prstGeom>
        </p:spPr>
        <p:txBody>
          <a:bodyPr lIns="0" tIns="0" rIns="0" bIns="0" anchor="b"/>
          <a:lstStyle>
            <a:lvl1pPr marL="0" indent="0">
              <a:buNone/>
              <a:defRPr sz="2000"/>
            </a:lvl1pPr>
          </a:lstStyle>
          <a:p>
            <a:pPr lvl="0"/>
            <a:r>
              <a:rPr lang="en-US" noProof="0"/>
              <a:t>Click to add subtitle, heading or introduction text, align text top or bottom as needed.</a:t>
            </a:r>
          </a:p>
        </p:txBody>
      </p:sp>
      <p:sp>
        <p:nvSpPr>
          <p:cNvPr id="5" name="Content Placeholder 21">
            <a:extLst>
              <a:ext uri="{FF2B5EF4-FFF2-40B4-BE49-F238E27FC236}">
                <a16:creationId xmlns:a16="http://schemas.microsoft.com/office/drawing/2014/main" id="{04642528-8FF6-2D41-9E96-06B28BC27D1F}"/>
              </a:ext>
            </a:extLst>
          </p:cNvPr>
          <p:cNvSpPr>
            <a:spLocks noGrp="1"/>
          </p:cNvSpPr>
          <p:nvPr>
            <p:ph sz="quarter" idx="17" hasCustomPrompt="1"/>
          </p:nvPr>
        </p:nvSpPr>
        <p:spPr>
          <a:xfrm>
            <a:off x="766764" y="2596896"/>
            <a:ext cx="4948236" cy="3493008"/>
          </a:xfrm>
          <a:prstGeom prst="rect">
            <a:avLst/>
          </a:prstGeom>
        </p:spPr>
        <p:txBody>
          <a:bodyPr lIns="0" tIns="0" rIns="0" bIns="0">
            <a:noAutofit/>
          </a:bodyPr>
          <a:lstStyle>
            <a:lvl1pPr marL="0" indent="0">
              <a:spcBef>
                <a:spcPts val="500"/>
              </a:spcBef>
              <a:buClr>
                <a:schemeClr val="tx1"/>
              </a:buClr>
              <a:buSzPct val="110000"/>
              <a:buFont typeface="Arial" pitchFamily="34" charset="0"/>
              <a:buNone/>
              <a:defRPr sz="1800">
                <a:solidFill>
                  <a:schemeClr val="tx1"/>
                </a:solidFill>
                <a:latin typeface="+mn-lt"/>
                <a:sym typeface="Wingdings" panose="05000000000000000000" pitchFamily="2" charset="2"/>
              </a:defRPr>
            </a:lvl1pPr>
            <a:lvl2pPr marL="263525" indent="-263525">
              <a:spcBef>
                <a:spcPts val="500"/>
              </a:spcBef>
              <a:buClr>
                <a:schemeClr val="tx1"/>
              </a:buClr>
              <a:buSzPct val="110000"/>
              <a:buFont typeface="Arial" pitchFamily="34" charset="0"/>
              <a:buChar char="•"/>
              <a:defRPr sz="2000" baseline="0">
                <a:solidFill>
                  <a:schemeClr val="tx1"/>
                </a:solidFill>
                <a:latin typeface="Arial" pitchFamily="34" charset="0"/>
              </a:defRPr>
            </a:lvl2pPr>
            <a:lvl3pPr marL="536575" indent="-273050">
              <a:spcBef>
                <a:spcPts val="500"/>
              </a:spcBef>
              <a:buClr>
                <a:schemeClr val="tx1"/>
              </a:buClr>
              <a:buSzTx/>
              <a:buFont typeface="Calibri" panose="020F0502020204030204" pitchFamily="34" charset="0"/>
              <a:buChar char="–"/>
              <a:defRPr sz="1800">
                <a:solidFill>
                  <a:schemeClr val="tx1"/>
                </a:solidFill>
                <a:latin typeface="Arial" pitchFamily="34" charset="0"/>
              </a:defRPr>
            </a:lvl3pPr>
            <a:lvl4pPr marL="811213" indent="-274638">
              <a:spcBef>
                <a:spcPts val="500"/>
              </a:spcBef>
              <a:buClr>
                <a:schemeClr val="tx1"/>
              </a:buClr>
              <a:buSzPct val="110000"/>
              <a:buFont typeface="Wingdings" pitchFamily="2" charset="2"/>
              <a:buChar char="§"/>
              <a:defRPr sz="1600">
                <a:solidFill>
                  <a:schemeClr val="tx1"/>
                </a:solidFill>
                <a:latin typeface="Arial" pitchFamily="34" charset="0"/>
              </a:defRPr>
            </a:lvl4pPr>
            <a:lvl5pPr marL="1074738" indent="-263525">
              <a:spcBef>
                <a:spcPts val="500"/>
              </a:spcBef>
              <a:buClr>
                <a:schemeClr val="tx1"/>
              </a:buClr>
              <a:buSzPct val="110000"/>
              <a:buFont typeface="Courier New" panose="02070309020205020404" pitchFamily="49" charset="0"/>
              <a:buChar char="o"/>
              <a:defRPr sz="1400">
                <a:solidFill>
                  <a:schemeClr val="tx1"/>
                </a:solidFill>
                <a:latin typeface="Arial" pitchFamily="34" charset="0"/>
              </a:defRPr>
            </a:lvl5pPr>
            <a:lvl6pPr marL="1136650" indent="-215900">
              <a:spcBef>
                <a:spcPts val="500"/>
              </a:spcBef>
              <a:buClr>
                <a:schemeClr val="tx1">
                  <a:lumMod val="60000"/>
                  <a:lumOff val="40000"/>
                </a:schemeClr>
              </a:buClr>
              <a:buFont typeface="Verdana" pitchFamily="34" charset="0"/>
              <a:buChar char="•"/>
              <a:defRPr sz="1400" baseline="0">
                <a:solidFill>
                  <a:schemeClr val="tx1"/>
                </a:solidFill>
              </a:defRPr>
            </a:lvl6pPr>
            <a:lvl7pPr marL="1343025" indent="-228600">
              <a:spcBef>
                <a:spcPts val="500"/>
              </a:spcBef>
              <a:buClr>
                <a:schemeClr val="tx1">
                  <a:lumMod val="60000"/>
                  <a:lumOff val="40000"/>
                </a:schemeClr>
              </a:buClr>
              <a:buFont typeface="Verdana" pitchFamily="34" charset="0"/>
              <a:buChar char="•"/>
              <a:defRPr sz="1400" baseline="0">
                <a:solidFill>
                  <a:schemeClr val="tx1"/>
                </a:solidFill>
              </a:defRPr>
            </a:lvl7pPr>
          </a:lstStyle>
          <a:p>
            <a:pPr lvl="0"/>
            <a:r>
              <a:rPr lang="en-US" noProof="0"/>
              <a:t>Click to add text or select an icon to insert associated content (i.e., table, chart, picture or video). Images and video are available to download from brand.cgi.com.</a:t>
            </a:r>
          </a:p>
        </p:txBody>
      </p:sp>
      <p:sp>
        <p:nvSpPr>
          <p:cNvPr id="6" name="Content Placeholder 22">
            <a:extLst>
              <a:ext uri="{FF2B5EF4-FFF2-40B4-BE49-F238E27FC236}">
                <a16:creationId xmlns:a16="http://schemas.microsoft.com/office/drawing/2014/main" id="{1F8D1EDC-16DC-1E49-9140-329AB89F3C31}"/>
              </a:ext>
            </a:extLst>
          </p:cNvPr>
          <p:cNvSpPr>
            <a:spLocks noGrp="1"/>
          </p:cNvSpPr>
          <p:nvPr>
            <p:ph sz="quarter" idx="23" hasCustomPrompt="1"/>
          </p:nvPr>
        </p:nvSpPr>
        <p:spPr>
          <a:xfrm>
            <a:off x="6477000" y="2596896"/>
            <a:ext cx="4948238" cy="3493008"/>
          </a:xfrm>
          <a:prstGeom prst="rect">
            <a:avLst/>
          </a:prstGeom>
        </p:spPr>
        <p:txBody>
          <a:bodyPr lIns="0" tIns="0" rIns="0" bIns="0">
            <a:noAutofit/>
          </a:bodyPr>
          <a:lstStyle>
            <a:lvl1pPr marL="0" indent="0">
              <a:spcBef>
                <a:spcPts val="500"/>
              </a:spcBef>
              <a:buClr>
                <a:srgbClr val="000000"/>
              </a:buClr>
              <a:buSzPct val="110000"/>
              <a:buFont typeface="Arial" pitchFamily="34" charset="0"/>
              <a:buNone/>
              <a:defRPr sz="1800">
                <a:solidFill>
                  <a:schemeClr val="tx1"/>
                </a:solidFill>
                <a:latin typeface="+mn-lt"/>
              </a:defRPr>
            </a:lvl1pPr>
            <a:lvl2pPr marL="263525" indent="-263525">
              <a:spcBef>
                <a:spcPts val="500"/>
              </a:spcBef>
              <a:buClr>
                <a:srgbClr val="000000"/>
              </a:buClr>
              <a:buSzPct val="110000"/>
              <a:buFont typeface="Arial" pitchFamily="34" charset="0"/>
              <a:buChar char="•"/>
              <a:defRPr sz="2000" baseline="0">
                <a:solidFill>
                  <a:schemeClr val="tx1"/>
                </a:solidFill>
                <a:latin typeface="Arial" pitchFamily="34" charset="0"/>
              </a:defRPr>
            </a:lvl2pPr>
            <a:lvl3pPr marL="536575" indent="-273050">
              <a:spcBef>
                <a:spcPts val="500"/>
              </a:spcBef>
              <a:buClr>
                <a:srgbClr val="000000"/>
              </a:buClr>
              <a:buSzTx/>
              <a:buFont typeface="Calibri" panose="020F0502020204030204" pitchFamily="34" charset="0"/>
              <a:buChar char="–"/>
              <a:defRPr sz="1800">
                <a:solidFill>
                  <a:schemeClr val="tx1"/>
                </a:solidFill>
                <a:latin typeface="Arial" pitchFamily="34" charset="0"/>
              </a:defRPr>
            </a:lvl3pPr>
            <a:lvl4pPr marL="811213" indent="-274638">
              <a:spcBef>
                <a:spcPts val="500"/>
              </a:spcBef>
              <a:buClr>
                <a:srgbClr val="000000"/>
              </a:buClr>
              <a:buSzPct val="110000"/>
              <a:buFont typeface="Wingdings" pitchFamily="2" charset="2"/>
              <a:buChar char="§"/>
              <a:defRPr sz="1600">
                <a:solidFill>
                  <a:schemeClr val="tx1"/>
                </a:solidFill>
                <a:latin typeface="Arial" pitchFamily="34" charset="0"/>
              </a:defRPr>
            </a:lvl4pPr>
            <a:lvl5pPr marL="1074738" indent="-263525">
              <a:spcBef>
                <a:spcPts val="500"/>
              </a:spcBef>
              <a:buClr>
                <a:srgbClr val="000000"/>
              </a:buClr>
              <a:buSzPct val="110000"/>
              <a:buFont typeface="Courier New" panose="02070309020205020404" pitchFamily="49" charset="0"/>
              <a:buChar char="o"/>
              <a:defRPr sz="1400">
                <a:solidFill>
                  <a:schemeClr val="tx1"/>
                </a:solidFill>
                <a:latin typeface="Arial" pitchFamily="34" charset="0"/>
              </a:defRPr>
            </a:lvl5pPr>
            <a:lvl6pPr marL="1136650" indent="-215900">
              <a:spcBef>
                <a:spcPts val="500"/>
              </a:spcBef>
              <a:buClr>
                <a:schemeClr val="tx1">
                  <a:lumMod val="60000"/>
                  <a:lumOff val="40000"/>
                </a:schemeClr>
              </a:buClr>
              <a:buFont typeface="Verdana" pitchFamily="34" charset="0"/>
              <a:buChar char="•"/>
              <a:defRPr sz="1400" baseline="0">
                <a:solidFill>
                  <a:schemeClr val="tx1"/>
                </a:solidFill>
              </a:defRPr>
            </a:lvl6pPr>
            <a:lvl7pPr marL="1343025" indent="-228600">
              <a:spcBef>
                <a:spcPts val="500"/>
              </a:spcBef>
              <a:buClr>
                <a:schemeClr val="tx1">
                  <a:lumMod val="60000"/>
                  <a:lumOff val="40000"/>
                </a:schemeClr>
              </a:buClr>
              <a:buFont typeface="Verdana" pitchFamily="34" charset="0"/>
              <a:buChar char="•"/>
              <a:defRPr sz="1400" baseline="0">
                <a:solidFill>
                  <a:schemeClr val="tx1"/>
                </a:solidFill>
              </a:defRPr>
            </a:lvl7pPr>
          </a:lstStyle>
          <a:p>
            <a:pPr lvl="0"/>
            <a:r>
              <a:rPr lang="en-US" noProof="0"/>
              <a:t>Click to add text or select an icon to insert associated content (i.e., table, chart, picture or video). Images and video are available to download from brand.cgi.com.</a:t>
            </a:r>
          </a:p>
        </p:txBody>
      </p:sp>
      <p:sp>
        <p:nvSpPr>
          <p:cNvPr id="2" name="Footer Placeholder 1">
            <a:extLst>
              <a:ext uri="{FF2B5EF4-FFF2-40B4-BE49-F238E27FC236}">
                <a16:creationId xmlns:a16="http://schemas.microsoft.com/office/drawing/2014/main" id="{73C12582-05E0-5B2C-89FF-F113AF238E94}"/>
              </a:ext>
              <a:ext uri="{C183D7F6-B498-43B3-948B-1728B52AA6E4}">
                <adec:decorative xmlns:adec="http://schemas.microsoft.com/office/drawing/2017/decorative" val="1"/>
              </a:ext>
            </a:extLst>
          </p:cNvPr>
          <p:cNvSpPr>
            <a:spLocks noGrp="1"/>
          </p:cNvSpPr>
          <p:nvPr>
            <p:ph type="ftr" sz="quarter" idx="30"/>
          </p:nvPr>
        </p:nvSpPr>
        <p:spPr/>
        <p:txBody>
          <a:bodyPr/>
          <a:lstStyle/>
          <a:p>
            <a:endParaRPr lang="en-US" noProof="0"/>
          </a:p>
        </p:txBody>
      </p:sp>
      <p:sp>
        <p:nvSpPr>
          <p:cNvPr id="11" name="Slide Number Placeholder 10">
            <a:extLst>
              <a:ext uri="{FF2B5EF4-FFF2-40B4-BE49-F238E27FC236}">
                <a16:creationId xmlns:a16="http://schemas.microsoft.com/office/drawing/2014/main" id="{675B9730-DEC2-8164-11CC-C7C739119DDC}"/>
              </a:ext>
              <a:ext uri="{C183D7F6-B498-43B3-948B-1728B52AA6E4}">
                <adec:decorative xmlns:adec="http://schemas.microsoft.com/office/drawing/2017/decorative" val="1"/>
              </a:ext>
            </a:extLst>
          </p:cNvPr>
          <p:cNvSpPr>
            <a:spLocks noGrp="1"/>
          </p:cNvSpPr>
          <p:nvPr>
            <p:ph type="sldNum" sz="quarter" idx="29"/>
          </p:nvPr>
        </p:nvSpPr>
        <p:spPr/>
        <p:txBody>
          <a:bodyPr/>
          <a:lstStyle/>
          <a:p>
            <a:fld id="{525A3C56-E491-49B2-93F3-63532DF516BC}" type="slidenum">
              <a:rPr lang="en-US" noProof="0" smtClean="0"/>
              <a:pPr/>
              <a:t>‹n°›</a:t>
            </a:fld>
            <a:endParaRPr lang="en-US" noProof="0"/>
          </a:p>
        </p:txBody>
      </p:sp>
    </p:spTree>
    <p:extLst>
      <p:ext uri="{BB962C8B-B14F-4D97-AF65-F5344CB8AC3E}">
        <p14:creationId xmlns:p14="http://schemas.microsoft.com/office/powerpoint/2010/main" val="1534062148"/>
      </p:ext>
    </p:extLst>
  </p:cSld>
  <p:clrMapOvr>
    <a:masterClrMapping/>
  </p:clrMapOvr>
  <p:transition/>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Comparison x2">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26164E1B-F377-3638-C24B-ED2381394C66}"/>
              </a:ext>
            </a:extLst>
          </p:cNvPr>
          <p:cNvSpPr>
            <a:spLocks noGrp="1"/>
          </p:cNvSpPr>
          <p:nvPr>
            <p:ph type="title" hasCustomPrompt="1"/>
          </p:nvPr>
        </p:nvSpPr>
        <p:spPr/>
        <p:txBody>
          <a:bodyPr/>
          <a:lstStyle/>
          <a:p>
            <a:r>
              <a:rPr lang="en-US"/>
              <a:t>Comparison slide with 2 columns + 2 headings – click to add title</a:t>
            </a:r>
          </a:p>
        </p:txBody>
      </p:sp>
      <p:sp>
        <p:nvSpPr>
          <p:cNvPr id="9" name="Text Placeholder 8">
            <a:extLst>
              <a:ext uri="{FF2B5EF4-FFF2-40B4-BE49-F238E27FC236}">
                <a16:creationId xmlns:a16="http://schemas.microsoft.com/office/drawing/2014/main" id="{846CD6E4-AE64-57BA-532A-9A08227631D1}"/>
              </a:ext>
            </a:extLst>
          </p:cNvPr>
          <p:cNvSpPr>
            <a:spLocks noGrp="1"/>
          </p:cNvSpPr>
          <p:nvPr>
            <p:ph type="body" sz="quarter" idx="28" hasCustomPrompt="1"/>
          </p:nvPr>
        </p:nvSpPr>
        <p:spPr>
          <a:xfrm>
            <a:off x="766763" y="1527048"/>
            <a:ext cx="4946650" cy="832104"/>
          </a:xfrm>
          <a:prstGeom prst="rect">
            <a:avLst/>
          </a:prstGeom>
        </p:spPr>
        <p:txBody>
          <a:bodyPr lIns="0" tIns="0" rIns="0" bIns="0" anchor="b"/>
          <a:lstStyle>
            <a:lvl1pPr marL="0" indent="0">
              <a:buNone/>
              <a:defRPr sz="2000">
                <a:latin typeface="+mj-lt"/>
              </a:defRPr>
            </a:lvl1pPr>
          </a:lstStyle>
          <a:p>
            <a:pPr lvl="0"/>
            <a:r>
              <a:rPr lang="en-US" noProof="0"/>
              <a:t>Click to add heading</a:t>
            </a:r>
          </a:p>
        </p:txBody>
      </p:sp>
      <p:sp>
        <p:nvSpPr>
          <p:cNvPr id="5" name="Content Placeholder 21">
            <a:extLst>
              <a:ext uri="{FF2B5EF4-FFF2-40B4-BE49-F238E27FC236}">
                <a16:creationId xmlns:a16="http://schemas.microsoft.com/office/drawing/2014/main" id="{04642528-8FF6-2D41-9E96-06B28BC27D1F}"/>
              </a:ext>
            </a:extLst>
          </p:cNvPr>
          <p:cNvSpPr>
            <a:spLocks noGrp="1"/>
          </p:cNvSpPr>
          <p:nvPr>
            <p:ph sz="quarter" idx="17" hasCustomPrompt="1"/>
          </p:nvPr>
        </p:nvSpPr>
        <p:spPr>
          <a:xfrm>
            <a:off x="766764" y="2596896"/>
            <a:ext cx="4948236" cy="3493008"/>
          </a:xfrm>
          <a:prstGeom prst="rect">
            <a:avLst/>
          </a:prstGeom>
        </p:spPr>
        <p:txBody>
          <a:bodyPr lIns="0" tIns="0" rIns="0" bIns="0">
            <a:noAutofit/>
          </a:bodyPr>
          <a:lstStyle>
            <a:lvl1pPr marL="0" indent="0">
              <a:spcBef>
                <a:spcPts val="500"/>
              </a:spcBef>
              <a:buClr>
                <a:schemeClr val="tx1"/>
              </a:buClr>
              <a:buSzPct val="110000"/>
              <a:buFont typeface="Arial" pitchFamily="34" charset="0"/>
              <a:buNone/>
              <a:defRPr sz="2000">
                <a:solidFill>
                  <a:schemeClr val="tx1"/>
                </a:solidFill>
                <a:latin typeface="+mn-lt"/>
              </a:defRPr>
            </a:lvl1pPr>
            <a:lvl2pPr marL="263525" indent="-263525">
              <a:spcBef>
                <a:spcPts val="500"/>
              </a:spcBef>
              <a:buClr>
                <a:schemeClr val="tx1"/>
              </a:buClr>
              <a:buSzPct val="110000"/>
              <a:buFont typeface="Arial" pitchFamily="34" charset="0"/>
              <a:buChar char="•"/>
              <a:defRPr sz="2000" baseline="0">
                <a:solidFill>
                  <a:schemeClr val="tx1"/>
                </a:solidFill>
                <a:latin typeface="Arial" pitchFamily="34" charset="0"/>
              </a:defRPr>
            </a:lvl2pPr>
            <a:lvl3pPr marL="536575" indent="-273050">
              <a:spcBef>
                <a:spcPts val="500"/>
              </a:spcBef>
              <a:buClr>
                <a:schemeClr val="tx1"/>
              </a:buClr>
              <a:buSzTx/>
              <a:buFont typeface="Calibri" panose="020F0502020204030204" pitchFamily="34" charset="0"/>
              <a:buChar char="–"/>
              <a:defRPr sz="1800">
                <a:solidFill>
                  <a:schemeClr val="tx1"/>
                </a:solidFill>
                <a:latin typeface="Arial" pitchFamily="34" charset="0"/>
              </a:defRPr>
            </a:lvl3pPr>
            <a:lvl4pPr marL="811213" indent="-274638">
              <a:spcBef>
                <a:spcPts val="500"/>
              </a:spcBef>
              <a:buClr>
                <a:schemeClr val="tx1"/>
              </a:buClr>
              <a:buSzPct val="110000"/>
              <a:buFont typeface="Wingdings" pitchFamily="2" charset="2"/>
              <a:buChar char="§"/>
              <a:defRPr sz="1600">
                <a:solidFill>
                  <a:schemeClr val="tx1"/>
                </a:solidFill>
                <a:latin typeface="Arial" pitchFamily="34" charset="0"/>
              </a:defRPr>
            </a:lvl4pPr>
            <a:lvl5pPr marL="1074738" indent="-263525">
              <a:spcBef>
                <a:spcPts val="500"/>
              </a:spcBef>
              <a:buClr>
                <a:schemeClr val="tx1"/>
              </a:buClr>
              <a:buSzPct val="110000"/>
              <a:buFont typeface="Courier New" panose="02070309020205020404" pitchFamily="49" charset="0"/>
              <a:buChar char="o"/>
              <a:defRPr sz="1400">
                <a:solidFill>
                  <a:schemeClr val="tx1"/>
                </a:solidFill>
                <a:latin typeface="Arial" pitchFamily="34" charset="0"/>
              </a:defRPr>
            </a:lvl5pPr>
            <a:lvl6pPr marL="1136650" indent="-215900">
              <a:spcBef>
                <a:spcPts val="500"/>
              </a:spcBef>
              <a:buClr>
                <a:schemeClr val="tx1">
                  <a:lumMod val="60000"/>
                  <a:lumOff val="40000"/>
                </a:schemeClr>
              </a:buClr>
              <a:buFont typeface="Verdana" pitchFamily="34" charset="0"/>
              <a:buChar char="•"/>
              <a:defRPr sz="1400" baseline="0">
                <a:solidFill>
                  <a:schemeClr val="tx1"/>
                </a:solidFill>
              </a:defRPr>
            </a:lvl6pPr>
            <a:lvl7pPr marL="1343025" indent="-228600">
              <a:spcBef>
                <a:spcPts val="500"/>
              </a:spcBef>
              <a:buClr>
                <a:schemeClr val="tx1">
                  <a:lumMod val="60000"/>
                  <a:lumOff val="40000"/>
                </a:schemeClr>
              </a:buClr>
              <a:buFont typeface="Verdana" pitchFamily="34" charset="0"/>
              <a:buChar char="•"/>
              <a:defRPr sz="1400" baseline="0">
                <a:solidFill>
                  <a:schemeClr val="tx1"/>
                </a:solidFill>
              </a:defRPr>
            </a:lvl7pPr>
          </a:lstStyle>
          <a:p>
            <a:pPr marL="0" marR="0" lvl="0" indent="0" algn="l" defTabSz="914400" rtl="0" eaLnBrk="1" fontAlgn="auto" latinLnBrk="0" hangingPunct="1">
              <a:lnSpc>
                <a:spcPct val="100000"/>
              </a:lnSpc>
              <a:spcBef>
                <a:spcPts val="500"/>
              </a:spcBef>
              <a:spcAft>
                <a:spcPts val="0"/>
              </a:spcAft>
              <a:buClr>
                <a:schemeClr val="tx1"/>
              </a:buClr>
              <a:buSzPct val="110000"/>
              <a:buFont typeface="Arial" pitchFamily="34" charset="0"/>
              <a:buNone/>
              <a:tabLst/>
              <a:defRPr/>
            </a:pPr>
            <a:r>
              <a:rPr lang="en-US" noProof="0"/>
              <a:t>Click to add text or select an icon to insert associated content (i.e., table, chart, picture or video). Images and video are available to download from brand.cgi.com.</a:t>
            </a:r>
          </a:p>
          <a:p>
            <a:pPr lvl="0"/>
            <a:endParaRPr lang="en-US" noProof="0"/>
          </a:p>
        </p:txBody>
      </p:sp>
      <p:sp>
        <p:nvSpPr>
          <p:cNvPr id="12" name="Text Placeholder 8">
            <a:extLst>
              <a:ext uri="{FF2B5EF4-FFF2-40B4-BE49-F238E27FC236}">
                <a16:creationId xmlns:a16="http://schemas.microsoft.com/office/drawing/2014/main" id="{022C64A1-C224-0E82-D864-8E5D3ABE313D}"/>
              </a:ext>
            </a:extLst>
          </p:cNvPr>
          <p:cNvSpPr>
            <a:spLocks noGrp="1"/>
          </p:cNvSpPr>
          <p:nvPr>
            <p:ph type="body" sz="quarter" idx="29" hasCustomPrompt="1"/>
          </p:nvPr>
        </p:nvSpPr>
        <p:spPr>
          <a:xfrm>
            <a:off x="6475413" y="1527048"/>
            <a:ext cx="4946650" cy="832104"/>
          </a:xfrm>
          <a:prstGeom prst="rect">
            <a:avLst/>
          </a:prstGeom>
        </p:spPr>
        <p:txBody>
          <a:bodyPr lIns="0" tIns="0" rIns="0" bIns="0" anchor="b"/>
          <a:lstStyle>
            <a:lvl1pPr marL="0" indent="0">
              <a:buNone/>
              <a:defRPr sz="2000">
                <a:latin typeface="+mj-lt"/>
              </a:defRPr>
            </a:lvl1pPr>
          </a:lstStyle>
          <a:p>
            <a:pPr marL="0" marR="0" lvl="0" indent="0" algn="l" defTabSz="914400" rtl="0" eaLnBrk="1" fontAlgn="auto" latinLnBrk="0" hangingPunct="1">
              <a:lnSpc>
                <a:spcPct val="100000"/>
              </a:lnSpc>
              <a:spcBef>
                <a:spcPct val="20000"/>
              </a:spcBef>
              <a:spcAft>
                <a:spcPts val="0"/>
              </a:spcAft>
              <a:buClrTx/>
              <a:buSzTx/>
              <a:buFont typeface="Arial" pitchFamily="34" charset="0"/>
              <a:buNone/>
              <a:tabLst/>
              <a:defRPr/>
            </a:pPr>
            <a:r>
              <a:rPr lang="en-US" noProof="0"/>
              <a:t>Click to add heading</a:t>
            </a:r>
          </a:p>
        </p:txBody>
      </p:sp>
      <p:sp>
        <p:nvSpPr>
          <p:cNvPr id="6" name="Content Placeholder 22">
            <a:extLst>
              <a:ext uri="{FF2B5EF4-FFF2-40B4-BE49-F238E27FC236}">
                <a16:creationId xmlns:a16="http://schemas.microsoft.com/office/drawing/2014/main" id="{1F8D1EDC-16DC-1E49-9140-329AB89F3C31}"/>
              </a:ext>
            </a:extLst>
          </p:cNvPr>
          <p:cNvSpPr>
            <a:spLocks noGrp="1"/>
          </p:cNvSpPr>
          <p:nvPr>
            <p:ph sz="quarter" idx="23" hasCustomPrompt="1"/>
          </p:nvPr>
        </p:nvSpPr>
        <p:spPr>
          <a:xfrm>
            <a:off x="6477000" y="2596896"/>
            <a:ext cx="4948238" cy="3493008"/>
          </a:xfrm>
          <a:prstGeom prst="rect">
            <a:avLst/>
          </a:prstGeom>
        </p:spPr>
        <p:txBody>
          <a:bodyPr lIns="0" tIns="0" rIns="0" bIns="0">
            <a:noAutofit/>
          </a:bodyPr>
          <a:lstStyle>
            <a:lvl1pPr marL="0" indent="0">
              <a:spcBef>
                <a:spcPts val="500"/>
              </a:spcBef>
              <a:buClr>
                <a:srgbClr val="000000"/>
              </a:buClr>
              <a:buSzPct val="110000"/>
              <a:buFont typeface="Arial" pitchFamily="34" charset="0"/>
              <a:buNone/>
              <a:defRPr sz="2000">
                <a:solidFill>
                  <a:schemeClr val="tx1"/>
                </a:solidFill>
                <a:latin typeface="+mn-lt"/>
              </a:defRPr>
            </a:lvl1pPr>
            <a:lvl2pPr marL="263525" indent="-263525">
              <a:spcBef>
                <a:spcPts val="500"/>
              </a:spcBef>
              <a:buClr>
                <a:srgbClr val="000000"/>
              </a:buClr>
              <a:buSzPct val="110000"/>
              <a:buFont typeface="Arial" pitchFamily="34" charset="0"/>
              <a:buChar char="•"/>
              <a:defRPr sz="2000" baseline="0">
                <a:solidFill>
                  <a:schemeClr val="tx1"/>
                </a:solidFill>
                <a:latin typeface="Arial" pitchFamily="34" charset="0"/>
              </a:defRPr>
            </a:lvl2pPr>
            <a:lvl3pPr marL="536575" indent="-273050">
              <a:spcBef>
                <a:spcPts val="500"/>
              </a:spcBef>
              <a:buClr>
                <a:srgbClr val="000000"/>
              </a:buClr>
              <a:buSzTx/>
              <a:buFont typeface="Calibri" panose="020F0502020204030204" pitchFamily="34" charset="0"/>
              <a:buChar char="–"/>
              <a:defRPr sz="1800">
                <a:solidFill>
                  <a:schemeClr val="tx1"/>
                </a:solidFill>
                <a:latin typeface="Arial" pitchFamily="34" charset="0"/>
              </a:defRPr>
            </a:lvl3pPr>
            <a:lvl4pPr marL="811213" indent="-274638">
              <a:spcBef>
                <a:spcPts val="500"/>
              </a:spcBef>
              <a:buClr>
                <a:srgbClr val="000000"/>
              </a:buClr>
              <a:buSzPct val="110000"/>
              <a:buFont typeface="Wingdings" pitchFamily="2" charset="2"/>
              <a:buChar char="§"/>
              <a:defRPr sz="1600">
                <a:solidFill>
                  <a:schemeClr val="tx1"/>
                </a:solidFill>
                <a:latin typeface="Arial" pitchFamily="34" charset="0"/>
              </a:defRPr>
            </a:lvl4pPr>
            <a:lvl5pPr marL="1074738" indent="-263525">
              <a:spcBef>
                <a:spcPts val="500"/>
              </a:spcBef>
              <a:buClr>
                <a:srgbClr val="000000"/>
              </a:buClr>
              <a:buSzPct val="110000"/>
              <a:buFont typeface="Courier New" panose="02070309020205020404" pitchFamily="49" charset="0"/>
              <a:buChar char="o"/>
              <a:defRPr sz="1400">
                <a:solidFill>
                  <a:schemeClr val="tx1"/>
                </a:solidFill>
                <a:latin typeface="Arial" pitchFamily="34" charset="0"/>
              </a:defRPr>
            </a:lvl5pPr>
            <a:lvl6pPr marL="1136650" indent="-215900">
              <a:spcBef>
                <a:spcPts val="500"/>
              </a:spcBef>
              <a:buClr>
                <a:schemeClr val="tx1">
                  <a:lumMod val="60000"/>
                  <a:lumOff val="40000"/>
                </a:schemeClr>
              </a:buClr>
              <a:buFont typeface="Verdana" pitchFamily="34" charset="0"/>
              <a:buChar char="•"/>
              <a:defRPr sz="1400" baseline="0">
                <a:solidFill>
                  <a:schemeClr val="tx1"/>
                </a:solidFill>
              </a:defRPr>
            </a:lvl6pPr>
            <a:lvl7pPr marL="1343025" indent="-228600">
              <a:spcBef>
                <a:spcPts val="500"/>
              </a:spcBef>
              <a:buClr>
                <a:schemeClr val="tx1">
                  <a:lumMod val="60000"/>
                  <a:lumOff val="40000"/>
                </a:schemeClr>
              </a:buClr>
              <a:buFont typeface="Verdana" pitchFamily="34" charset="0"/>
              <a:buChar char="•"/>
              <a:defRPr sz="1400" baseline="0">
                <a:solidFill>
                  <a:schemeClr val="tx1"/>
                </a:solidFill>
              </a:defRPr>
            </a:lvl7pPr>
          </a:lstStyle>
          <a:p>
            <a:pPr marL="0" marR="0" lvl="0" indent="0" algn="l" defTabSz="914400" rtl="0" eaLnBrk="1" fontAlgn="auto" latinLnBrk="0" hangingPunct="1">
              <a:lnSpc>
                <a:spcPct val="100000"/>
              </a:lnSpc>
              <a:spcBef>
                <a:spcPts val="500"/>
              </a:spcBef>
              <a:spcAft>
                <a:spcPts val="0"/>
              </a:spcAft>
              <a:buClr>
                <a:srgbClr val="000000"/>
              </a:buClr>
              <a:buSzPct val="110000"/>
              <a:buFont typeface="Arial" pitchFamily="34" charset="0"/>
              <a:buNone/>
              <a:tabLst/>
              <a:defRPr/>
            </a:pPr>
            <a:r>
              <a:rPr lang="en-US" noProof="0"/>
              <a:t>Click to add text or select an icon to insert associated content (i.e., table, chart, picture or video). Images and video are available to download from brand.cgi.com.</a:t>
            </a:r>
          </a:p>
          <a:p>
            <a:pPr lvl="0"/>
            <a:endParaRPr lang="en-US" noProof="0"/>
          </a:p>
        </p:txBody>
      </p:sp>
      <p:sp>
        <p:nvSpPr>
          <p:cNvPr id="2" name="Footer Placeholder 1">
            <a:extLst>
              <a:ext uri="{FF2B5EF4-FFF2-40B4-BE49-F238E27FC236}">
                <a16:creationId xmlns:a16="http://schemas.microsoft.com/office/drawing/2014/main" id="{D8CA95F5-6310-5153-6F18-F9AA8ED3FB61}"/>
              </a:ext>
              <a:ext uri="{C183D7F6-B498-43B3-948B-1728B52AA6E4}">
                <adec:decorative xmlns:adec="http://schemas.microsoft.com/office/drawing/2017/decorative" val="1"/>
              </a:ext>
            </a:extLst>
          </p:cNvPr>
          <p:cNvSpPr>
            <a:spLocks noGrp="1"/>
          </p:cNvSpPr>
          <p:nvPr>
            <p:ph type="ftr" sz="quarter" idx="33"/>
          </p:nvPr>
        </p:nvSpPr>
        <p:spPr/>
        <p:txBody>
          <a:bodyPr/>
          <a:lstStyle/>
          <a:p>
            <a:endParaRPr lang="en-US" noProof="0"/>
          </a:p>
        </p:txBody>
      </p:sp>
      <p:sp>
        <p:nvSpPr>
          <p:cNvPr id="10" name="Slide Number Placeholder 9">
            <a:extLst>
              <a:ext uri="{FF2B5EF4-FFF2-40B4-BE49-F238E27FC236}">
                <a16:creationId xmlns:a16="http://schemas.microsoft.com/office/drawing/2014/main" id="{DDF268E6-3D9E-CD3C-8CC7-469874AC31A0}"/>
              </a:ext>
              <a:ext uri="{C183D7F6-B498-43B3-948B-1728B52AA6E4}">
                <adec:decorative xmlns:adec="http://schemas.microsoft.com/office/drawing/2017/decorative" val="1"/>
              </a:ext>
            </a:extLst>
          </p:cNvPr>
          <p:cNvSpPr>
            <a:spLocks noGrp="1"/>
          </p:cNvSpPr>
          <p:nvPr>
            <p:ph type="sldNum" sz="quarter" idx="32"/>
          </p:nvPr>
        </p:nvSpPr>
        <p:spPr/>
        <p:txBody>
          <a:bodyPr/>
          <a:lstStyle/>
          <a:p>
            <a:fld id="{525A3C56-E491-49B2-93F3-63532DF516BC}" type="slidenum">
              <a:rPr lang="en-US" noProof="0" smtClean="0"/>
              <a:pPr/>
              <a:t>‹n°›</a:t>
            </a:fld>
            <a:endParaRPr lang="en-US" noProof="0"/>
          </a:p>
        </p:txBody>
      </p:sp>
    </p:spTree>
    <p:extLst>
      <p:ext uri="{BB962C8B-B14F-4D97-AF65-F5344CB8AC3E}">
        <p14:creationId xmlns:p14="http://schemas.microsoft.com/office/powerpoint/2010/main" val="87632174"/>
      </p:ext>
    </p:extLst>
  </p:cSld>
  <p:clrMapOvr>
    <a:masterClrMapping/>
  </p:clrMapOvr>
  <p:transition/>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Comparison x3 (L1)">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440CA416-0719-4312-1AE0-0E3860FA3C0B}"/>
              </a:ext>
            </a:extLst>
          </p:cNvPr>
          <p:cNvSpPr>
            <a:spLocks noGrp="1"/>
          </p:cNvSpPr>
          <p:nvPr>
            <p:ph type="title" hasCustomPrompt="1"/>
          </p:nvPr>
        </p:nvSpPr>
        <p:spPr/>
        <p:txBody>
          <a:bodyPr/>
          <a:lstStyle/>
          <a:p>
            <a:r>
              <a:rPr lang="en-US"/>
              <a:t>Comparison slide with 3 columns + 3 headings – click to add title</a:t>
            </a:r>
          </a:p>
        </p:txBody>
      </p:sp>
      <p:sp>
        <p:nvSpPr>
          <p:cNvPr id="5" name="Textbox title 1">
            <a:extLst>
              <a:ext uri="{FF2B5EF4-FFF2-40B4-BE49-F238E27FC236}">
                <a16:creationId xmlns:a16="http://schemas.microsoft.com/office/drawing/2014/main" id="{8A171D6F-1D32-074E-9401-BC0D7B3A2B86}"/>
              </a:ext>
            </a:extLst>
          </p:cNvPr>
          <p:cNvSpPr>
            <a:spLocks noGrp="1"/>
          </p:cNvSpPr>
          <p:nvPr>
            <p:ph type="body" sz="quarter" idx="10" hasCustomPrompt="1"/>
          </p:nvPr>
        </p:nvSpPr>
        <p:spPr>
          <a:xfrm>
            <a:off x="766762" y="1527175"/>
            <a:ext cx="3044952" cy="828811"/>
          </a:xfrm>
          <a:prstGeom prst="rect">
            <a:avLst/>
          </a:prstGeom>
        </p:spPr>
        <p:txBody>
          <a:bodyPr lIns="0" tIns="0" rIns="0" bIns="0" anchor="b">
            <a:noAutofit/>
          </a:bodyPr>
          <a:lstStyle>
            <a:lvl1pPr marL="0" indent="0">
              <a:buNone/>
              <a:defRPr sz="2000">
                <a:solidFill>
                  <a:schemeClr val="tx1"/>
                </a:solidFill>
                <a:latin typeface="+mj-lt"/>
              </a:defRPr>
            </a:lvl1pPr>
          </a:lstStyle>
          <a:p>
            <a:pPr lvl="0"/>
            <a:r>
              <a:rPr lang="en-US" noProof="0"/>
              <a:t>Click to add heading. </a:t>
            </a:r>
          </a:p>
        </p:txBody>
      </p:sp>
      <p:sp>
        <p:nvSpPr>
          <p:cNvPr id="10" name="Content Placeholder 1">
            <a:extLst>
              <a:ext uri="{FF2B5EF4-FFF2-40B4-BE49-F238E27FC236}">
                <a16:creationId xmlns:a16="http://schemas.microsoft.com/office/drawing/2014/main" id="{C549CB31-46D0-77B4-39C0-176F159ACF92}"/>
              </a:ext>
            </a:extLst>
          </p:cNvPr>
          <p:cNvSpPr>
            <a:spLocks noGrp="1"/>
          </p:cNvSpPr>
          <p:nvPr>
            <p:ph sz="quarter" idx="20" hasCustomPrompt="1"/>
          </p:nvPr>
        </p:nvSpPr>
        <p:spPr>
          <a:xfrm>
            <a:off x="765737" y="2596896"/>
            <a:ext cx="3044952" cy="3493008"/>
          </a:xfrm>
          <a:prstGeom prst="rect">
            <a:avLst/>
          </a:prstGeom>
        </p:spPr>
        <p:txBody>
          <a:bodyPr lIns="0" tIns="0" rIns="0" bIns="0"/>
          <a:lstStyle>
            <a:lvl1pPr marL="0" indent="0">
              <a:buNone/>
              <a:defRPr sz="1600"/>
            </a:lvl1pPr>
            <a:lvl2pPr marL="0" indent="0">
              <a:lnSpc>
                <a:spcPct val="150000"/>
              </a:lnSpc>
              <a:buNone/>
              <a:defRPr sz="1600"/>
            </a:lvl2pPr>
            <a:lvl3pPr marL="287338" indent="-287338">
              <a:defRPr sz="1600"/>
            </a:lvl3pPr>
          </a:lstStyle>
          <a:p>
            <a:pPr lvl="1"/>
            <a:r>
              <a:rPr lang="en-US" noProof="0"/>
              <a:t>Click to add text</a:t>
            </a:r>
          </a:p>
          <a:p>
            <a:pPr lvl="2"/>
            <a:r>
              <a:rPr lang="en-US" noProof="0"/>
              <a:t>Second level</a:t>
            </a:r>
          </a:p>
          <a:p>
            <a:pPr lvl="1"/>
            <a:endParaRPr lang="en-US" noProof="0"/>
          </a:p>
          <a:p>
            <a:pPr lvl="1"/>
            <a:endParaRPr lang="en-US" noProof="0"/>
          </a:p>
        </p:txBody>
      </p:sp>
      <p:sp>
        <p:nvSpPr>
          <p:cNvPr id="25" name="Textbox title 2">
            <a:extLst>
              <a:ext uri="{FF2B5EF4-FFF2-40B4-BE49-F238E27FC236}">
                <a16:creationId xmlns:a16="http://schemas.microsoft.com/office/drawing/2014/main" id="{B0F5BD17-6E70-B847-AA7C-96CF8DC7A085}"/>
              </a:ext>
            </a:extLst>
          </p:cNvPr>
          <p:cNvSpPr>
            <a:spLocks noGrp="1"/>
          </p:cNvSpPr>
          <p:nvPr>
            <p:ph type="body" sz="quarter" idx="11" hasCustomPrompt="1"/>
          </p:nvPr>
        </p:nvSpPr>
        <p:spPr>
          <a:xfrm>
            <a:off x="4572000" y="1527175"/>
            <a:ext cx="3044952" cy="828811"/>
          </a:xfrm>
          <a:prstGeom prst="rect">
            <a:avLst/>
          </a:prstGeom>
        </p:spPr>
        <p:txBody>
          <a:bodyPr lIns="0" tIns="0" rIns="0" bIns="0" anchor="b">
            <a:noAutofit/>
          </a:bodyPr>
          <a:lstStyle>
            <a:lvl1pPr marL="0" indent="0">
              <a:buNone/>
              <a:defRPr sz="2000">
                <a:latin typeface="+mj-lt"/>
              </a:defRPr>
            </a:lvl1pPr>
          </a:lstStyle>
          <a:p>
            <a:pPr lvl="0"/>
            <a:r>
              <a:rPr lang="en-US" noProof="0"/>
              <a:t>Click to add heading</a:t>
            </a:r>
          </a:p>
        </p:txBody>
      </p:sp>
      <p:sp>
        <p:nvSpPr>
          <p:cNvPr id="14" name="Content Placeholder 2">
            <a:extLst>
              <a:ext uri="{FF2B5EF4-FFF2-40B4-BE49-F238E27FC236}">
                <a16:creationId xmlns:a16="http://schemas.microsoft.com/office/drawing/2014/main" id="{300F928B-5FF8-07F3-0B9C-EC136E85B136}"/>
              </a:ext>
            </a:extLst>
          </p:cNvPr>
          <p:cNvSpPr>
            <a:spLocks noGrp="1"/>
          </p:cNvSpPr>
          <p:nvPr>
            <p:ph sz="quarter" idx="22" hasCustomPrompt="1"/>
          </p:nvPr>
        </p:nvSpPr>
        <p:spPr>
          <a:xfrm>
            <a:off x="4572000" y="2596896"/>
            <a:ext cx="3044952" cy="3493008"/>
          </a:xfrm>
          <a:prstGeom prst="rect">
            <a:avLst/>
          </a:prstGeom>
        </p:spPr>
        <p:txBody>
          <a:bodyPr lIns="0" tIns="0" rIns="0" bIns="0"/>
          <a:lstStyle>
            <a:lvl1pPr marL="0" indent="0">
              <a:buNone/>
              <a:defRPr sz="1600"/>
            </a:lvl1pPr>
            <a:lvl2pPr marL="0" indent="0">
              <a:lnSpc>
                <a:spcPct val="150000"/>
              </a:lnSpc>
              <a:buNone/>
              <a:defRPr sz="1600"/>
            </a:lvl2pPr>
            <a:lvl3pPr marL="287338" indent="-287338">
              <a:defRPr sz="1600"/>
            </a:lvl3pPr>
          </a:lstStyle>
          <a:p>
            <a:pPr lvl="1"/>
            <a:r>
              <a:rPr lang="en-US" noProof="0"/>
              <a:t>Click to add text</a:t>
            </a:r>
          </a:p>
          <a:p>
            <a:pPr lvl="2"/>
            <a:r>
              <a:rPr lang="en-US" noProof="0"/>
              <a:t>Second level</a:t>
            </a:r>
          </a:p>
          <a:p>
            <a:pPr lvl="1"/>
            <a:endParaRPr lang="en-US" noProof="0"/>
          </a:p>
          <a:p>
            <a:pPr lvl="1"/>
            <a:endParaRPr lang="en-US" noProof="0"/>
          </a:p>
        </p:txBody>
      </p:sp>
      <p:sp>
        <p:nvSpPr>
          <p:cNvPr id="26" name="Textbox title 3">
            <a:extLst>
              <a:ext uri="{FF2B5EF4-FFF2-40B4-BE49-F238E27FC236}">
                <a16:creationId xmlns:a16="http://schemas.microsoft.com/office/drawing/2014/main" id="{AC833FC6-B9D6-D74D-BAE2-729D54713D4B}"/>
              </a:ext>
            </a:extLst>
          </p:cNvPr>
          <p:cNvSpPr>
            <a:spLocks noGrp="1"/>
          </p:cNvSpPr>
          <p:nvPr>
            <p:ph type="body" sz="quarter" idx="12" hasCustomPrompt="1"/>
          </p:nvPr>
        </p:nvSpPr>
        <p:spPr>
          <a:xfrm>
            <a:off x="8379742" y="1527175"/>
            <a:ext cx="3044952" cy="828811"/>
          </a:xfrm>
          <a:prstGeom prst="rect">
            <a:avLst/>
          </a:prstGeom>
        </p:spPr>
        <p:txBody>
          <a:bodyPr lIns="0" tIns="0" rIns="0" bIns="0" anchor="b">
            <a:noAutofit/>
          </a:bodyPr>
          <a:lstStyle>
            <a:lvl1pPr marL="0" indent="0">
              <a:buNone/>
              <a:defRPr sz="2000">
                <a:latin typeface="+mj-lt"/>
              </a:defRPr>
            </a:lvl1pPr>
          </a:lstStyle>
          <a:p>
            <a:pPr lvl="0"/>
            <a:r>
              <a:rPr lang="en-US" noProof="0"/>
              <a:t>Click to add heading</a:t>
            </a:r>
          </a:p>
        </p:txBody>
      </p:sp>
      <p:sp>
        <p:nvSpPr>
          <p:cNvPr id="16" name="Content Placeholder 3">
            <a:extLst>
              <a:ext uri="{FF2B5EF4-FFF2-40B4-BE49-F238E27FC236}">
                <a16:creationId xmlns:a16="http://schemas.microsoft.com/office/drawing/2014/main" id="{4A208FFE-6EFD-D156-AA23-3E7CDCF7FECF}"/>
              </a:ext>
            </a:extLst>
          </p:cNvPr>
          <p:cNvSpPr>
            <a:spLocks noGrp="1"/>
          </p:cNvSpPr>
          <p:nvPr>
            <p:ph sz="quarter" idx="23" hasCustomPrompt="1"/>
          </p:nvPr>
        </p:nvSpPr>
        <p:spPr>
          <a:xfrm>
            <a:off x="8375904" y="2596896"/>
            <a:ext cx="3044952" cy="3493008"/>
          </a:xfrm>
          <a:prstGeom prst="rect">
            <a:avLst/>
          </a:prstGeom>
        </p:spPr>
        <p:txBody>
          <a:bodyPr lIns="0" tIns="0" rIns="0" bIns="0"/>
          <a:lstStyle>
            <a:lvl1pPr marL="0" indent="0">
              <a:buNone/>
              <a:defRPr sz="1600"/>
            </a:lvl1pPr>
            <a:lvl2pPr marL="0" indent="0">
              <a:lnSpc>
                <a:spcPct val="150000"/>
              </a:lnSpc>
              <a:buNone/>
              <a:defRPr sz="1600"/>
            </a:lvl2pPr>
            <a:lvl3pPr marL="287338" indent="-287338">
              <a:defRPr sz="1600"/>
            </a:lvl3pPr>
          </a:lstStyle>
          <a:p>
            <a:pPr lvl="1"/>
            <a:r>
              <a:rPr lang="en-US" noProof="0"/>
              <a:t>Click to add text</a:t>
            </a:r>
          </a:p>
          <a:p>
            <a:pPr lvl="2"/>
            <a:r>
              <a:rPr lang="en-US" noProof="0"/>
              <a:t>Second level</a:t>
            </a:r>
          </a:p>
          <a:p>
            <a:pPr lvl="1"/>
            <a:endParaRPr lang="en-US" noProof="0"/>
          </a:p>
          <a:p>
            <a:pPr lvl="1"/>
            <a:endParaRPr lang="en-US" noProof="0"/>
          </a:p>
        </p:txBody>
      </p:sp>
      <p:sp>
        <p:nvSpPr>
          <p:cNvPr id="2" name="Footer Placeholder 1">
            <a:extLst>
              <a:ext uri="{FF2B5EF4-FFF2-40B4-BE49-F238E27FC236}">
                <a16:creationId xmlns:a16="http://schemas.microsoft.com/office/drawing/2014/main" id="{DF7DC966-BB0B-F0CA-5981-D87E196C12C9}"/>
              </a:ext>
              <a:ext uri="{C183D7F6-B498-43B3-948B-1728B52AA6E4}">
                <adec:decorative xmlns:adec="http://schemas.microsoft.com/office/drawing/2017/decorative" val="1"/>
              </a:ext>
            </a:extLst>
          </p:cNvPr>
          <p:cNvSpPr>
            <a:spLocks noGrp="1"/>
          </p:cNvSpPr>
          <p:nvPr>
            <p:ph type="ftr" sz="quarter" idx="27"/>
          </p:nvPr>
        </p:nvSpPr>
        <p:spPr/>
        <p:txBody>
          <a:bodyPr/>
          <a:lstStyle>
            <a:lvl1pPr>
              <a:defRPr>
                <a:solidFill>
                  <a:srgbClr val="E6E6E6"/>
                </a:solidFill>
              </a:defRPr>
            </a:lvl1pPr>
          </a:lstStyle>
          <a:p>
            <a:endParaRPr lang="en-US" noProof="0"/>
          </a:p>
        </p:txBody>
      </p:sp>
      <p:sp>
        <p:nvSpPr>
          <p:cNvPr id="7" name="Slide Number Placeholder 6">
            <a:extLst>
              <a:ext uri="{FF2B5EF4-FFF2-40B4-BE49-F238E27FC236}">
                <a16:creationId xmlns:a16="http://schemas.microsoft.com/office/drawing/2014/main" id="{9546D298-729B-09F7-0711-9A41AB283E83}"/>
              </a:ext>
              <a:ext uri="{C183D7F6-B498-43B3-948B-1728B52AA6E4}">
                <adec:decorative xmlns:adec="http://schemas.microsoft.com/office/drawing/2017/decorative" val="1"/>
              </a:ext>
            </a:extLst>
          </p:cNvPr>
          <p:cNvSpPr>
            <a:spLocks noGrp="1"/>
          </p:cNvSpPr>
          <p:nvPr>
            <p:ph type="sldNum" sz="quarter" idx="26"/>
          </p:nvPr>
        </p:nvSpPr>
        <p:spPr/>
        <p:txBody>
          <a:bodyPr/>
          <a:lstStyle>
            <a:lvl1pPr>
              <a:defRPr>
                <a:solidFill>
                  <a:srgbClr val="E6E6E6"/>
                </a:solidFill>
              </a:defRPr>
            </a:lvl1pPr>
          </a:lstStyle>
          <a:p>
            <a:fld id="{525A3C56-E491-49B2-93F3-63532DF516BC}" type="slidenum">
              <a:rPr lang="en-US" noProof="0" smtClean="0"/>
              <a:pPr/>
              <a:t>‹n°›</a:t>
            </a:fld>
            <a:endParaRPr lang="en-US" noProof="0"/>
          </a:p>
        </p:txBody>
      </p:sp>
    </p:spTree>
    <p:extLst>
      <p:ext uri="{BB962C8B-B14F-4D97-AF65-F5344CB8AC3E}">
        <p14:creationId xmlns:p14="http://schemas.microsoft.com/office/powerpoint/2010/main" val="1348420122"/>
      </p:ext>
    </p:extLst>
  </p:cSld>
  <p:clrMapOvr>
    <a:masterClrMapping/>
  </p:clrMapOvr>
  <p:transition/>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Comparison x3 (L2)">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8677150-E2E2-87B1-82B2-61A3264EE34E}"/>
              </a:ext>
            </a:extLst>
          </p:cNvPr>
          <p:cNvSpPr>
            <a:spLocks noGrp="1"/>
          </p:cNvSpPr>
          <p:nvPr>
            <p:ph type="title" hasCustomPrompt="1"/>
          </p:nvPr>
        </p:nvSpPr>
        <p:spPr>
          <a:noFill/>
        </p:spPr>
        <p:txBody>
          <a:bodyPr/>
          <a:lstStyle>
            <a:lvl1pPr>
              <a:defRPr/>
            </a:lvl1pPr>
          </a:lstStyle>
          <a:p>
            <a:r>
              <a:rPr lang="en-US" noProof="0"/>
              <a:t>Comparison slide with 3 columns (layout 2) – click to add title</a:t>
            </a:r>
          </a:p>
        </p:txBody>
      </p:sp>
      <p:sp>
        <p:nvSpPr>
          <p:cNvPr id="6" name="Content Placeholder 1">
            <a:extLst>
              <a:ext uri="{FF2B5EF4-FFF2-40B4-BE49-F238E27FC236}">
                <a16:creationId xmlns:a16="http://schemas.microsoft.com/office/drawing/2014/main" id="{1F01DE49-5620-98F5-132A-81DF9D9DB5B0}"/>
              </a:ext>
            </a:extLst>
          </p:cNvPr>
          <p:cNvSpPr>
            <a:spLocks noGrp="1"/>
          </p:cNvSpPr>
          <p:nvPr>
            <p:ph sz="quarter" idx="25" hasCustomPrompt="1"/>
          </p:nvPr>
        </p:nvSpPr>
        <p:spPr>
          <a:xfrm>
            <a:off x="768096" y="1527048"/>
            <a:ext cx="3043236" cy="2889504"/>
          </a:xfrm>
          <a:prstGeom prst="rect">
            <a:avLst/>
          </a:prstGeom>
        </p:spPr>
        <p:txBody>
          <a:bodyPr lIns="0" tIns="0" rIns="0" bIns="0">
            <a:noAutofit/>
          </a:bodyPr>
          <a:lstStyle>
            <a:lvl1pPr marL="0" indent="0">
              <a:spcBef>
                <a:spcPts val="500"/>
              </a:spcBef>
              <a:buClr>
                <a:schemeClr val="tx1"/>
              </a:buClr>
              <a:buSzPct val="110000"/>
              <a:buFont typeface="Arial" pitchFamily="34" charset="0"/>
              <a:buNone/>
              <a:defRPr sz="1200">
                <a:solidFill>
                  <a:schemeClr val="tx1"/>
                </a:solidFill>
                <a:latin typeface="+mn-lt"/>
              </a:defRPr>
            </a:lvl1pPr>
            <a:lvl2pPr marL="263525" indent="-263525">
              <a:spcBef>
                <a:spcPts val="500"/>
              </a:spcBef>
              <a:buClr>
                <a:schemeClr val="tx1"/>
              </a:buClr>
              <a:buSzPct val="110000"/>
              <a:buFont typeface="Arial" pitchFamily="34" charset="0"/>
              <a:buChar char="•"/>
              <a:defRPr sz="2000" baseline="0">
                <a:solidFill>
                  <a:schemeClr val="tx1"/>
                </a:solidFill>
                <a:latin typeface="Arial" pitchFamily="34" charset="0"/>
              </a:defRPr>
            </a:lvl2pPr>
            <a:lvl3pPr marL="536575" indent="-273050">
              <a:spcBef>
                <a:spcPts val="500"/>
              </a:spcBef>
              <a:buClr>
                <a:schemeClr val="tx1"/>
              </a:buClr>
              <a:buSzTx/>
              <a:buFont typeface="Calibri" panose="020F0502020204030204" pitchFamily="34" charset="0"/>
              <a:buChar char="–"/>
              <a:defRPr sz="1800">
                <a:solidFill>
                  <a:schemeClr val="tx1"/>
                </a:solidFill>
                <a:latin typeface="Arial" pitchFamily="34" charset="0"/>
              </a:defRPr>
            </a:lvl3pPr>
            <a:lvl4pPr marL="811213" indent="-274638">
              <a:spcBef>
                <a:spcPts val="500"/>
              </a:spcBef>
              <a:buClr>
                <a:schemeClr val="tx1"/>
              </a:buClr>
              <a:buSzPct val="110000"/>
              <a:buFont typeface="Wingdings" pitchFamily="2" charset="2"/>
              <a:buChar char="§"/>
              <a:defRPr sz="1600">
                <a:solidFill>
                  <a:schemeClr val="tx1"/>
                </a:solidFill>
                <a:latin typeface="Arial" pitchFamily="34" charset="0"/>
              </a:defRPr>
            </a:lvl4pPr>
            <a:lvl5pPr marL="1074738" indent="-263525">
              <a:spcBef>
                <a:spcPts val="500"/>
              </a:spcBef>
              <a:buClr>
                <a:schemeClr val="tx1"/>
              </a:buClr>
              <a:buSzPct val="110000"/>
              <a:buFont typeface="Courier New" panose="02070309020205020404" pitchFamily="49" charset="0"/>
              <a:buChar char="o"/>
              <a:defRPr sz="1400">
                <a:solidFill>
                  <a:schemeClr val="tx1"/>
                </a:solidFill>
                <a:latin typeface="Arial" pitchFamily="34" charset="0"/>
              </a:defRPr>
            </a:lvl5pPr>
            <a:lvl6pPr marL="1136650" indent="-215900">
              <a:spcBef>
                <a:spcPts val="500"/>
              </a:spcBef>
              <a:buClr>
                <a:schemeClr val="tx1">
                  <a:lumMod val="60000"/>
                  <a:lumOff val="40000"/>
                </a:schemeClr>
              </a:buClr>
              <a:buFont typeface="Verdana" pitchFamily="34" charset="0"/>
              <a:buChar char="•"/>
              <a:defRPr sz="1400" baseline="0">
                <a:solidFill>
                  <a:schemeClr val="tx1"/>
                </a:solidFill>
              </a:defRPr>
            </a:lvl6pPr>
            <a:lvl7pPr marL="1343025" indent="-228600">
              <a:spcBef>
                <a:spcPts val="500"/>
              </a:spcBef>
              <a:buClr>
                <a:schemeClr val="tx1">
                  <a:lumMod val="60000"/>
                  <a:lumOff val="40000"/>
                </a:schemeClr>
              </a:buClr>
              <a:buFont typeface="Verdana" pitchFamily="34" charset="0"/>
              <a:buChar char="•"/>
              <a:defRPr sz="1400" baseline="0">
                <a:solidFill>
                  <a:schemeClr val="tx1"/>
                </a:solidFill>
              </a:defRPr>
            </a:lvl7pPr>
          </a:lstStyle>
          <a:p>
            <a:pPr lvl="0"/>
            <a:r>
              <a:rPr lang="en-US" noProof="0"/>
              <a:t>Click to add text or select an icon to insert associated content (i.e., table, chart, picture or video). Images and video are available to download from brand.cgi.com.</a:t>
            </a:r>
          </a:p>
        </p:txBody>
      </p:sp>
      <p:sp>
        <p:nvSpPr>
          <p:cNvPr id="16" name="Content Placeholder 2">
            <a:extLst>
              <a:ext uri="{FF2B5EF4-FFF2-40B4-BE49-F238E27FC236}">
                <a16:creationId xmlns:a16="http://schemas.microsoft.com/office/drawing/2014/main" id="{BC03956D-46EB-3F49-A20A-7C378E0B76A2}"/>
              </a:ext>
            </a:extLst>
          </p:cNvPr>
          <p:cNvSpPr>
            <a:spLocks noGrp="1"/>
          </p:cNvSpPr>
          <p:nvPr>
            <p:ph sz="quarter" idx="17" hasCustomPrompt="1"/>
          </p:nvPr>
        </p:nvSpPr>
        <p:spPr>
          <a:xfrm>
            <a:off x="766764" y="4587460"/>
            <a:ext cx="3043236" cy="1505365"/>
          </a:xfrm>
          <a:prstGeom prst="rect">
            <a:avLst/>
          </a:prstGeom>
        </p:spPr>
        <p:txBody>
          <a:bodyPr lIns="0" tIns="0" rIns="0" bIns="0">
            <a:noAutofit/>
          </a:bodyPr>
          <a:lstStyle>
            <a:lvl1pPr marL="0" indent="0">
              <a:spcBef>
                <a:spcPts val="500"/>
              </a:spcBef>
              <a:buClr>
                <a:schemeClr val="tx1"/>
              </a:buClr>
              <a:buSzPct val="110000"/>
              <a:buFont typeface="Arial" pitchFamily="34" charset="0"/>
              <a:buNone/>
              <a:defRPr sz="1200">
                <a:solidFill>
                  <a:schemeClr val="tx1"/>
                </a:solidFill>
                <a:latin typeface="+mn-lt"/>
              </a:defRPr>
            </a:lvl1pPr>
            <a:lvl2pPr marL="263525" indent="-263525">
              <a:spcBef>
                <a:spcPts val="500"/>
              </a:spcBef>
              <a:buClr>
                <a:schemeClr val="tx1"/>
              </a:buClr>
              <a:buSzPct val="110000"/>
              <a:buFont typeface="Arial" pitchFamily="34" charset="0"/>
              <a:buChar char="•"/>
              <a:defRPr sz="2000" baseline="0">
                <a:solidFill>
                  <a:schemeClr val="tx1"/>
                </a:solidFill>
                <a:latin typeface="Arial" pitchFamily="34" charset="0"/>
              </a:defRPr>
            </a:lvl2pPr>
            <a:lvl3pPr marL="536575" indent="-273050">
              <a:spcBef>
                <a:spcPts val="500"/>
              </a:spcBef>
              <a:buClr>
                <a:schemeClr val="tx1"/>
              </a:buClr>
              <a:buSzTx/>
              <a:buFont typeface="Calibri" panose="020F0502020204030204" pitchFamily="34" charset="0"/>
              <a:buChar char="–"/>
              <a:defRPr sz="1800">
                <a:solidFill>
                  <a:schemeClr val="tx1"/>
                </a:solidFill>
                <a:latin typeface="Arial" pitchFamily="34" charset="0"/>
              </a:defRPr>
            </a:lvl3pPr>
            <a:lvl4pPr marL="811213" indent="-274638">
              <a:spcBef>
                <a:spcPts val="500"/>
              </a:spcBef>
              <a:buClr>
                <a:schemeClr val="tx1"/>
              </a:buClr>
              <a:buSzPct val="110000"/>
              <a:buFont typeface="Wingdings" pitchFamily="2" charset="2"/>
              <a:buChar char="§"/>
              <a:defRPr sz="1600">
                <a:solidFill>
                  <a:schemeClr val="tx1"/>
                </a:solidFill>
                <a:latin typeface="Arial" pitchFamily="34" charset="0"/>
              </a:defRPr>
            </a:lvl4pPr>
            <a:lvl5pPr marL="1074738" indent="-263525">
              <a:spcBef>
                <a:spcPts val="500"/>
              </a:spcBef>
              <a:buClr>
                <a:schemeClr val="tx1"/>
              </a:buClr>
              <a:buSzPct val="110000"/>
              <a:buFont typeface="Courier New" panose="02070309020205020404" pitchFamily="49" charset="0"/>
              <a:buChar char="o"/>
              <a:defRPr sz="1400">
                <a:solidFill>
                  <a:schemeClr val="tx1"/>
                </a:solidFill>
                <a:latin typeface="Arial" pitchFamily="34" charset="0"/>
              </a:defRPr>
            </a:lvl5pPr>
            <a:lvl6pPr marL="1136650" indent="-215900">
              <a:spcBef>
                <a:spcPts val="500"/>
              </a:spcBef>
              <a:buClr>
                <a:schemeClr val="tx1">
                  <a:lumMod val="60000"/>
                  <a:lumOff val="40000"/>
                </a:schemeClr>
              </a:buClr>
              <a:buFont typeface="Verdana" pitchFamily="34" charset="0"/>
              <a:buChar char="•"/>
              <a:defRPr sz="1400" baseline="0">
                <a:solidFill>
                  <a:schemeClr val="tx1"/>
                </a:solidFill>
              </a:defRPr>
            </a:lvl6pPr>
            <a:lvl7pPr marL="1343025" indent="-228600">
              <a:spcBef>
                <a:spcPts val="500"/>
              </a:spcBef>
              <a:buClr>
                <a:schemeClr val="tx1">
                  <a:lumMod val="60000"/>
                  <a:lumOff val="40000"/>
                </a:schemeClr>
              </a:buClr>
              <a:buFont typeface="Verdana" pitchFamily="34" charset="0"/>
              <a:buChar char="•"/>
              <a:defRPr sz="1400" baseline="0">
                <a:solidFill>
                  <a:schemeClr val="tx1"/>
                </a:solidFill>
              </a:defRPr>
            </a:lvl7pPr>
          </a:lstStyle>
          <a:p>
            <a:pPr lvl="0"/>
            <a:r>
              <a:rPr lang="en-US" noProof="0"/>
              <a:t>Click to add text or select icon to insert content.</a:t>
            </a:r>
          </a:p>
        </p:txBody>
      </p:sp>
      <p:sp>
        <p:nvSpPr>
          <p:cNvPr id="7" name="Content Placeholder 3">
            <a:extLst>
              <a:ext uri="{FF2B5EF4-FFF2-40B4-BE49-F238E27FC236}">
                <a16:creationId xmlns:a16="http://schemas.microsoft.com/office/drawing/2014/main" id="{0349B463-A002-CADC-B028-A857A9D2B775}"/>
              </a:ext>
            </a:extLst>
          </p:cNvPr>
          <p:cNvSpPr>
            <a:spLocks noGrp="1"/>
          </p:cNvSpPr>
          <p:nvPr>
            <p:ph sz="quarter" idx="26" hasCustomPrompt="1"/>
          </p:nvPr>
        </p:nvSpPr>
        <p:spPr>
          <a:xfrm>
            <a:off x="4572000" y="1527048"/>
            <a:ext cx="3043236" cy="2889504"/>
          </a:xfrm>
          <a:prstGeom prst="rect">
            <a:avLst/>
          </a:prstGeom>
        </p:spPr>
        <p:txBody>
          <a:bodyPr lIns="0" tIns="0" rIns="0" bIns="0">
            <a:noAutofit/>
          </a:bodyPr>
          <a:lstStyle>
            <a:lvl1pPr marL="0" indent="0">
              <a:spcBef>
                <a:spcPts val="500"/>
              </a:spcBef>
              <a:buClr>
                <a:schemeClr val="tx1"/>
              </a:buClr>
              <a:buSzPct val="110000"/>
              <a:buFont typeface="Arial" pitchFamily="34" charset="0"/>
              <a:buNone/>
              <a:defRPr sz="1200">
                <a:solidFill>
                  <a:schemeClr val="tx1"/>
                </a:solidFill>
                <a:latin typeface="+mn-lt"/>
              </a:defRPr>
            </a:lvl1pPr>
            <a:lvl2pPr marL="263525" indent="-263525">
              <a:spcBef>
                <a:spcPts val="500"/>
              </a:spcBef>
              <a:buClr>
                <a:schemeClr val="tx1"/>
              </a:buClr>
              <a:buSzPct val="110000"/>
              <a:buFont typeface="Arial" pitchFamily="34" charset="0"/>
              <a:buChar char="•"/>
              <a:defRPr sz="2000" baseline="0">
                <a:solidFill>
                  <a:schemeClr val="tx1"/>
                </a:solidFill>
                <a:latin typeface="Arial" pitchFamily="34" charset="0"/>
              </a:defRPr>
            </a:lvl2pPr>
            <a:lvl3pPr marL="536575" indent="-273050">
              <a:spcBef>
                <a:spcPts val="500"/>
              </a:spcBef>
              <a:buClr>
                <a:schemeClr val="tx1"/>
              </a:buClr>
              <a:buSzTx/>
              <a:buFont typeface="Calibri" panose="020F0502020204030204" pitchFamily="34" charset="0"/>
              <a:buChar char="–"/>
              <a:defRPr sz="1800">
                <a:solidFill>
                  <a:schemeClr val="tx1"/>
                </a:solidFill>
                <a:latin typeface="Arial" pitchFamily="34" charset="0"/>
              </a:defRPr>
            </a:lvl3pPr>
            <a:lvl4pPr marL="811213" indent="-274638">
              <a:spcBef>
                <a:spcPts val="500"/>
              </a:spcBef>
              <a:buClr>
                <a:schemeClr val="tx1"/>
              </a:buClr>
              <a:buSzPct val="110000"/>
              <a:buFont typeface="Wingdings" pitchFamily="2" charset="2"/>
              <a:buChar char="§"/>
              <a:defRPr sz="1600">
                <a:solidFill>
                  <a:schemeClr val="tx1"/>
                </a:solidFill>
                <a:latin typeface="Arial" pitchFamily="34" charset="0"/>
              </a:defRPr>
            </a:lvl4pPr>
            <a:lvl5pPr marL="1074738" indent="-263525">
              <a:spcBef>
                <a:spcPts val="500"/>
              </a:spcBef>
              <a:buClr>
                <a:schemeClr val="tx1"/>
              </a:buClr>
              <a:buSzPct val="110000"/>
              <a:buFont typeface="Courier New" panose="02070309020205020404" pitchFamily="49" charset="0"/>
              <a:buChar char="o"/>
              <a:defRPr sz="1400">
                <a:solidFill>
                  <a:schemeClr val="tx1"/>
                </a:solidFill>
                <a:latin typeface="Arial" pitchFamily="34" charset="0"/>
              </a:defRPr>
            </a:lvl5pPr>
            <a:lvl6pPr marL="1136650" indent="-215900">
              <a:spcBef>
                <a:spcPts val="500"/>
              </a:spcBef>
              <a:buClr>
                <a:schemeClr val="tx1">
                  <a:lumMod val="60000"/>
                  <a:lumOff val="40000"/>
                </a:schemeClr>
              </a:buClr>
              <a:buFont typeface="Verdana" pitchFamily="34" charset="0"/>
              <a:buChar char="•"/>
              <a:defRPr sz="1400" baseline="0">
                <a:solidFill>
                  <a:schemeClr val="tx1"/>
                </a:solidFill>
              </a:defRPr>
            </a:lvl6pPr>
            <a:lvl7pPr marL="1343025" indent="-228600">
              <a:spcBef>
                <a:spcPts val="500"/>
              </a:spcBef>
              <a:buClr>
                <a:schemeClr val="tx1">
                  <a:lumMod val="60000"/>
                  <a:lumOff val="40000"/>
                </a:schemeClr>
              </a:buClr>
              <a:buFont typeface="Verdana" pitchFamily="34" charset="0"/>
              <a:buChar char="•"/>
              <a:defRPr sz="1400" baseline="0">
                <a:solidFill>
                  <a:schemeClr val="tx1"/>
                </a:solidFill>
              </a:defRPr>
            </a:lvl7pPr>
          </a:lstStyle>
          <a:p>
            <a:pPr marL="0" marR="0" lvl="0" indent="0" algn="l" defTabSz="914400" rtl="0" eaLnBrk="1" fontAlgn="auto" latinLnBrk="0" hangingPunct="1">
              <a:lnSpc>
                <a:spcPct val="100000"/>
              </a:lnSpc>
              <a:spcBef>
                <a:spcPts val="500"/>
              </a:spcBef>
              <a:spcAft>
                <a:spcPts val="0"/>
              </a:spcAft>
              <a:buClr>
                <a:schemeClr val="tx1"/>
              </a:buClr>
              <a:buSzPct val="110000"/>
              <a:buFont typeface="Arial" pitchFamily="34" charset="0"/>
              <a:buNone/>
              <a:tabLst/>
              <a:defRPr/>
            </a:pPr>
            <a:r>
              <a:rPr lang="en-US" noProof="0"/>
              <a:t>Click to add text or select an icon to insert associated content (i.e., table, chart, picture or video). Images and video are available to download from brand.cgi.com.</a:t>
            </a:r>
          </a:p>
          <a:p>
            <a:pPr lvl="0"/>
            <a:endParaRPr lang="en-US" noProof="0"/>
          </a:p>
        </p:txBody>
      </p:sp>
      <p:sp>
        <p:nvSpPr>
          <p:cNvPr id="17" name="Content Placeholder 4">
            <a:extLst>
              <a:ext uri="{FF2B5EF4-FFF2-40B4-BE49-F238E27FC236}">
                <a16:creationId xmlns:a16="http://schemas.microsoft.com/office/drawing/2014/main" id="{7A005D06-9E5F-7443-9230-0698D255E511}"/>
              </a:ext>
            </a:extLst>
          </p:cNvPr>
          <p:cNvSpPr>
            <a:spLocks noGrp="1"/>
          </p:cNvSpPr>
          <p:nvPr>
            <p:ph sz="quarter" idx="22" hasCustomPrompt="1"/>
          </p:nvPr>
        </p:nvSpPr>
        <p:spPr>
          <a:xfrm>
            <a:off x="4572000" y="4587460"/>
            <a:ext cx="3044952" cy="1505366"/>
          </a:xfrm>
          <a:prstGeom prst="rect">
            <a:avLst/>
          </a:prstGeom>
        </p:spPr>
        <p:txBody>
          <a:bodyPr lIns="0" tIns="0" rIns="0" bIns="0">
            <a:noAutofit/>
          </a:bodyPr>
          <a:lstStyle>
            <a:lvl1pPr marL="0" indent="0">
              <a:spcBef>
                <a:spcPts val="500"/>
              </a:spcBef>
              <a:buClr>
                <a:schemeClr val="tx1"/>
              </a:buClr>
              <a:buSzPct val="110000"/>
              <a:buFont typeface="Arial" pitchFamily="34" charset="0"/>
              <a:buNone/>
              <a:defRPr sz="1200">
                <a:solidFill>
                  <a:schemeClr val="tx1"/>
                </a:solidFill>
                <a:latin typeface="+mn-lt"/>
              </a:defRPr>
            </a:lvl1pPr>
            <a:lvl2pPr marL="263525" indent="-263525">
              <a:spcBef>
                <a:spcPts val="500"/>
              </a:spcBef>
              <a:buClr>
                <a:schemeClr val="tx1"/>
              </a:buClr>
              <a:buSzPct val="110000"/>
              <a:buFont typeface="Arial" pitchFamily="34" charset="0"/>
              <a:buChar char="•"/>
              <a:defRPr sz="2000" baseline="0">
                <a:solidFill>
                  <a:schemeClr val="tx1"/>
                </a:solidFill>
                <a:latin typeface="Arial" pitchFamily="34" charset="0"/>
              </a:defRPr>
            </a:lvl2pPr>
            <a:lvl3pPr marL="536575" indent="-273050">
              <a:spcBef>
                <a:spcPts val="500"/>
              </a:spcBef>
              <a:buClr>
                <a:schemeClr val="tx1"/>
              </a:buClr>
              <a:buSzTx/>
              <a:buFont typeface="Calibri" panose="020F0502020204030204" pitchFamily="34" charset="0"/>
              <a:buChar char="–"/>
              <a:defRPr sz="1800">
                <a:solidFill>
                  <a:schemeClr val="tx1"/>
                </a:solidFill>
                <a:latin typeface="Arial" pitchFamily="34" charset="0"/>
              </a:defRPr>
            </a:lvl3pPr>
            <a:lvl4pPr marL="811213" indent="-274638">
              <a:spcBef>
                <a:spcPts val="500"/>
              </a:spcBef>
              <a:buClr>
                <a:schemeClr val="tx1"/>
              </a:buClr>
              <a:buSzPct val="110000"/>
              <a:buFont typeface="Wingdings" pitchFamily="2" charset="2"/>
              <a:buChar char="§"/>
              <a:defRPr sz="1600">
                <a:solidFill>
                  <a:schemeClr val="tx1"/>
                </a:solidFill>
                <a:latin typeface="Arial" pitchFamily="34" charset="0"/>
              </a:defRPr>
            </a:lvl4pPr>
            <a:lvl5pPr marL="1074738" indent="-263525">
              <a:spcBef>
                <a:spcPts val="500"/>
              </a:spcBef>
              <a:buClr>
                <a:schemeClr val="tx1"/>
              </a:buClr>
              <a:buSzPct val="110000"/>
              <a:buFont typeface="Courier New" panose="02070309020205020404" pitchFamily="49" charset="0"/>
              <a:buChar char="o"/>
              <a:defRPr sz="1400">
                <a:solidFill>
                  <a:schemeClr val="tx1"/>
                </a:solidFill>
                <a:latin typeface="Arial" pitchFamily="34" charset="0"/>
              </a:defRPr>
            </a:lvl5pPr>
            <a:lvl6pPr marL="1136650" indent="-215900">
              <a:spcBef>
                <a:spcPts val="500"/>
              </a:spcBef>
              <a:buClr>
                <a:schemeClr val="tx1">
                  <a:lumMod val="60000"/>
                  <a:lumOff val="40000"/>
                </a:schemeClr>
              </a:buClr>
              <a:buFont typeface="Verdana" pitchFamily="34" charset="0"/>
              <a:buChar char="•"/>
              <a:defRPr sz="1400" baseline="0">
                <a:solidFill>
                  <a:schemeClr val="tx1"/>
                </a:solidFill>
              </a:defRPr>
            </a:lvl6pPr>
            <a:lvl7pPr marL="1343025" indent="-228600">
              <a:spcBef>
                <a:spcPts val="500"/>
              </a:spcBef>
              <a:buClr>
                <a:schemeClr val="tx1">
                  <a:lumMod val="60000"/>
                  <a:lumOff val="40000"/>
                </a:schemeClr>
              </a:buClr>
              <a:buFont typeface="Verdana" pitchFamily="34" charset="0"/>
              <a:buChar char="•"/>
              <a:defRPr sz="1400" baseline="0">
                <a:solidFill>
                  <a:schemeClr val="tx1"/>
                </a:solidFill>
              </a:defRPr>
            </a:lvl7pPr>
          </a:lstStyle>
          <a:p>
            <a:pPr marL="0" marR="0" lvl="0" indent="0" algn="l" defTabSz="914400" rtl="0" eaLnBrk="1" fontAlgn="auto" latinLnBrk="0" hangingPunct="1">
              <a:lnSpc>
                <a:spcPct val="100000"/>
              </a:lnSpc>
              <a:spcBef>
                <a:spcPts val="500"/>
              </a:spcBef>
              <a:spcAft>
                <a:spcPts val="0"/>
              </a:spcAft>
              <a:buClr>
                <a:schemeClr val="tx1"/>
              </a:buClr>
              <a:buSzPct val="110000"/>
              <a:buFont typeface="Arial" pitchFamily="34" charset="0"/>
              <a:buNone/>
              <a:tabLst/>
              <a:defRPr/>
            </a:pPr>
            <a:r>
              <a:rPr lang="en-US" noProof="0"/>
              <a:t>Click to add text or select icon to insert content.</a:t>
            </a:r>
          </a:p>
          <a:p>
            <a:pPr lvl="0"/>
            <a:endParaRPr lang="en-US" noProof="0"/>
          </a:p>
        </p:txBody>
      </p:sp>
      <p:sp>
        <p:nvSpPr>
          <p:cNvPr id="8" name="Content Placeholder 5">
            <a:extLst>
              <a:ext uri="{FF2B5EF4-FFF2-40B4-BE49-F238E27FC236}">
                <a16:creationId xmlns:a16="http://schemas.microsoft.com/office/drawing/2014/main" id="{97B64D4C-EC56-7FFB-E206-D30E4C52DE50}"/>
              </a:ext>
            </a:extLst>
          </p:cNvPr>
          <p:cNvSpPr>
            <a:spLocks noGrp="1"/>
          </p:cNvSpPr>
          <p:nvPr>
            <p:ph sz="quarter" idx="27" hasCustomPrompt="1"/>
          </p:nvPr>
        </p:nvSpPr>
        <p:spPr>
          <a:xfrm>
            <a:off x="8381458" y="1527048"/>
            <a:ext cx="3043236" cy="2889504"/>
          </a:xfrm>
          <a:prstGeom prst="rect">
            <a:avLst/>
          </a:prstGeom>
        </p:spPr>
        <p:txBody>
          <a:bodyPr lIns="0" tIns="0" rIns="0" bIns="0">
            <a:noAutofit/>
          </a:bodyPr>
          <a:lstStyle>
            <a:lvl1pPr marL="0" indent="0">
              <a:spcBef>
                <a:spcPts val="500"/>
              </a:spcBef>
              <a:buClr>
                <a:schemeClr val="tx1"/>
              </a:buClr>
              <a:buSzPct val="110000"/>
              <a:buFont typeface="Arial" pitchFamily="34" charset="0"/>
              <a:buNone/>
              <a:defRPr sz="1200">
                <a:solidFill>
                  <a:schemeClr val="tx1"/>
                </a:solidFill>
                <a:latin typeface="+mn-lt"/>
              </a:defRPr>
            </a:lvl1pPr>
            <a:lvl2pPr marL="263525" indent="-263525">
              <a:spcBef>
                <a:spcPts val="500"/>
              </a:spcBef>
              <a:buClr>
                <a:schemeClr val="tx1"/>
              </a:buClr>
              <a:buSzPct val="110000"/>
              <a:buFont typeface="Arial" pitchFamily="34" charset="0"/>
              <a:buChar char="•"/>
              <a:defRPr sz="2000" baseline="0">
                <a:solidFill>
                  <a:schemeClr val="tx1"/>
                </a:solidFill>
                <a:latin typeface="Arial" pitchFamily="34" charset="0"/>
              </a:defRPr>
            </a:lvl2pPr>
            <a:lvl3pPr marL="536575" indent="-273050">
              <a:spcBef>
                <a:spcPts val="500"/>
              </a:spcBef>
              <a:buClr>
                <a:schemeClr val="tx1"/>
              </a:buClr>
              <a:buSzTx/>
              <a:buFont typeface="Calibri" panose="020F0502020204030204" pitchFamily="34" charset="0"/>
              <a:buChar char="–"/>
              <a:defRPr sz="1800">
                <a:solidFill>
                  <a:schemeClr val="tx1"/>
                </a:solidFill>
                <a:latin typeface="Arial" pitchFamily="34" charset="0"/>
              </a:defRPr>
            </a:lvl3pPr>
            <a:lvl4pPr marL="811213" indent="-274638">
              <a:spcBef>
                <a:spcPts val="500"/>
              </a:spcBef>
              <a:buClr>
                <a:schemeClr val="tx1"/>
              </a:buClr>
              <a:buSzPct val="110000"/>
              <a:buFont typeface="Wingdings" pitchFamily="2" charset="2"/>
              <a:buChar char="§"/>
              <a:defRPr sz="1600">
                <a:solidFill>
                  <a:schemeClr val="tx1"/>
                </a:solidFill>
                <a:latin typeface="Arial" pitchFamily="34" charset="0"/>
              </a:defRPr>
            </a:lvl4pPr>
            <a:lvl5pPr marL="1074738" indent="-263525">
              <a:spcBef>
                <a:spcPts val="500"/>
              </a:spcBef>
              <a:buClr>
                <a:schemeClr val="tx1"/>
              </a:buClr>
              <a:buSzPct val="110000"/>
              <a:buFont typeface="Courier New" panose="02070309020205020404" pitchFamily="49" charset="0"/>
              <a:buChar char="o"/>
              <a:defRPr sz="1400">
                <a:solidFill>
                  <a:schemeClr val="tx1"/>
                </a:solidFill>
                <a:latin typeface="Arial" pitchFamily="34" charset="0"/>
              </a:defRPr>
            </a:lvl5pPr>
            <a:lvl6pPr marL="1136650" indent="-215900">
              <a:spcBef>
                <a:spcPts val="500"/>
              </a:spcBef>
              <a:buClr>
                <a:schemeClr val="tx1">
                  <a:lumMod val="60000"/>
                  <a:lumOff val="40000"/>
                </a:schemeClr>
              </a:buClr>
              <a:buFont typeface="Verdana" pitchFamily="34" charset="0"/>
              <a:buChar char="•"/>
              <a:defRPr sz="1400" baseline="0">
                <a:solidFill>
                  <a:schemeClr val="tx1"/>
                </a:solidFill>
              </a:defRPr>
            </a:lvl6pPr>
            <a:lvl7pPr marL="1343025" indent="-228600">
              <a:spcBef>
                <a:spcPts val="500"/>
              </a:spcBef>
              <a:buClr>
                <a:schemeClr val="tx1">
                  <a:lumMod val="60000"/>
                  <a:lumOff val="40000"/>
                </a:schemeClr>
              </a:buClr>
              <a:buFont typeface="Verdana" pitchFamily="34" charset="0"/>
              <a:buChar char="•"/>
              <a:defRPr sz="1400" baseline="0">
                <a:solidFill>
                  <a:schemeClr val="tx1"/>
                </a:solidFill>
              </a:defRPr>
            </a:lvl7pPr>
          </a:lstStyle>
          <a:p>
            <a:pPr marL="0" marR="0" lvl="0" indent="0" algn="l" defTabSz="914400" rtl="0" eaLnBrk="1" fontAlgn="auto" latinLnBrk="0" hangingPunct="1">
              <a:lnSpc>
                <a:spcPct val="100000"/>
              </a:lnSpc>
              <a:spcBef>
                <a:spcPts val="500"/>
              </a:spcBef>
              <a:spcAft>
                <a:spcPts val="0"/>
              </a:spcAft>
              <a:buClr>
                <a:schemeClr val="tx1"/>
              </a:buClr>
              <a:buSzPct val="110000"/>
              <a:buFont typeface="Arial" pitchFamily="34" charset="0"/>
              <a:buNone/>
              <a:tabLst/>
              <a:defRPr/>
            </a:pPr>
            <a:r>
              <a:rPr lang="en-US" noProof="0"/>
              <a:t>Click to add text or select an icon to insert associated content (i.e., table, chart, picture or video). Images and video are available to download from brand.cgi.com.</a:t>
            </a:r>
          </a:p>
          <a:p>
            <a:pPr lvl="0"/>
            <a:endParaRPr lang="en-US" noProof="0"/>
          </a:p>
        </p:txBody>
      </p:sp>
      <p:sp>
        <p:nvSpPr>
          <p:cNvPr id="18" name="Content Placeholder 6">
            <a:extLst>
              <a:ext uri="{FF2B5EF4-FFF2-40B4-BE49-F238E27FC236}">
                <a16:creationId xmlns:a16="http://schemas.microsoft.com/office/drawing/2014/main" id="{01123FBB-4A46-6B4A-BA45-B31DC6905E51}"/>
              </a:ext>
            </a:extLst>
          </p:cNvPr>
          <p:cNvSpPr>
            <a:spLocks noGrp="1"/>
          </p:cNvSpPr>
          <p:nvPr>
            <p:ph sz="quarter" idx="23" hasCustomPrompt="1"/>
          </p:nvPr>
        </p:nvSpPr>
        <p:spPr>
          <a:xfrm>
            <a:off x="8382000" y="4587460"/>
            <a:ext cx="3043238" cy="1505366"/>
          </a:xfrm>
          <a:prstGeom prst="rect">
            <a:avLst/>
          </a:prstGeom>
        </p:spPr>
        <p:txBody>
          <a:bodyPr lIns="0" tIns="0" rIns="0" bIns="0">
            <a:noAutofit/>
          </a:bodyPr>
          <a:lstStyle>
            <a:lvl1pPr marL="0" indent="0">
              <a:spcBef>
                <a:spcPts val="500"/>
              </a:spcBef>
              <a:buClr>
                <a:schemeClr val="tx1"/>
              </a:buClr>
              <a:buSzPct val="110000"/>
              <a:buFont typeface="Arial" pitchFamily="34" charset="0"/>
              <a:buNone/>
              <a:defRPr sz="1200">
                <a:solidFill>
                  <a:schemeClr val="tx1"/>
                </a:solidFill>
                <a:latin typeface="+mn-lt"/>
              </a:defRPr>
            </a:lvl1pPr>
            <a:lvl2pPr marL="263525" indent="-263525">
              <a:spcBef>
                <a:spcPts val="500"/>
              </a:spcBef>
              <a:buClr>
                <a:schemeClr val="tx1"/>
              </a:buClr>
              <a:buSzPct val="110000"/>
              <a:buFont typeface="Arial" pitchFamily="34" charset="0"/>
              <a:buChar char="•"/>
              <a:defRPr sz="2000" baseline="0">
                <a:solidFill>
                  <a:schemeClr val="tx1"/>
                </a:solidFill>
                <a:latin typeface="Arial" pitchFamily="34" charset="0"/>
              </a:defRPr>
            </a:lvl2pPr>
            <a:lvl3pPr marL="536575" indent="-273050">
              <a:spcBef>
                <a:spcPts val="500"/>
              </a:spcBef>
              <a:buClr>
                <a:schemeClr val="tx1"/>
              </a:buClr>
              <a:buSzTx/>
              <a:buFont typeface="Calibri" panose="020F0502020204030204" pitchFamily="34" charset="0"/>
              <a:buChar char="–"/>
              <a:defRPr sz="1800">
                <a:solidFill>
                  <a:schemeClr val="tx1"/>
                </a:solidFill>
                <a:latin typeface="Arial" pitchFamily="34" charset="0"/>
              </a:defRPr>
            </a:lvl3pPr>
            <a:lvl4pPr marL="811213" indent="-274638">
              <a:spcBef>
                <a:spcPts val="500"/>
              </a:spcBef>
              <a:buClr>
                <a:schemeClr val="tx1"/>
              </a:buClr>
              <a:buSzPct val="110000"/>
              <a:buFont typeface="Wingdings" pitchFamily="2" charset="2"/>
              <a:buChar char="§"/>
              <a:defRPr sz="1600">
                <a:solidFill>
                  <a:schemeClr val="tx1"/>
                </a:solidFill>
                <a:latin typeface="Arial" pitchFamily="34" charset="0"/>
              </a:defRPr>
            </a:lvl4pPr>
            <a:lvl5pPr marL="1074738" indent="-263525">
              <a:spcBef>
                <a:spcPts val="500"/>
              </a:spcBef>
              <a:buClr>
                <a:schemeClr val="tx1"/>
              </a:buClr>
              <a:buSzPct val="110000"/>
              <a:buFont typeface="Courier New" panose="02070309020205020404" pitchFamily="49" charset="0"/>
              <a:buChar char="o"/>
              <a:defRPr sz="1400">
                <a:solidFill>
                  <a:schemeClr val="tx1"/>
                </a:solidFill>
                <a:latin typeface="Arial" pitchFamily="34" charset="0"/>
              </a:defRPr>
            </a:lvl5pPr>
            <a:lvl6pPr marL="1136650" indent="-215900">
              <a:spcBef>
                <a:spcPts val="500"/>
              </a:spcBef>
              <a:buClr>
                <a:schemeClr val="tx1">
                  <a:lumMod val="60000"/>
                  <a:lumOff val="40000"/>
                </a:schemeClr>
              </a:buClr>
              <a:buFont typeface="Verdana" pitchFamily="34" charset="0"/>
              <a:buChar char="•"/>
              <a:defRPr sz="1400" baseline="0">
                <a:solidFill>
                  <a:schemeClr val="tx1"/>
                </a:solidFill>
              </a:defRPr>
            </a:lvl6pPr>
            <a:lvl7pPr marL="1343025" indent="-228600">
              <a:spcBef>
                <a:spcPts val="500"/>
              </a:spcBef>
              <a:buClr>
                <a:schemeClr val="tx1">
                  <a:lumMod val="60000"/>
                  <a:lumOff val="40000"/>
                </a:schemeClr>
              </a:buClr>
              <a:buFont typeface="Verdana" pitchFamily="34" charset="0"/>
              <a:buChar char="•"/>
              <a:defRPr sz="1400" baseline="0">
                <a:solidFill>
                  <a:schemeClr val="tx1"/>
                </a:solidFill>
              </a:defRPr>
            </a:lvl7pPr>
          </a:lstStyle>
          <a:p>
            <a:pPr marL="0" marR="0" lvl="0" indent="0" algn="l" defTabSz="914400" rtl="0" eaLnBrk="1" fontAlgn="auto" latinLnBrk="0" hangingPunct="1">
              <a:lnSpc>
                <a:spcPct val="100000"/>
              </a:lnSpc>
              <a:spcBef>
                <a:spcPts val="500"/>
              </a:spcBef>
              <a:spcAft>
                <a:spcPts val="0"/>
              </a:spcAft>
              <a:buClr>
                <a:schemeClr val="tx1"/>
              </a:buClr>
              <a:buSzPct val="110000"/>
              <a:buFont typeface="Arial" pitchFamily="34" charset="0"/>
              <a:buNone/>
              <a:tabLst/>
              <a:defRPr/>
            </a:pPr>
            <a:r>
              <a:rPr lang="en-US" noProof="0"/>
              <a:t>Click to add text or select icon to insert content.</a:t>
            </a:r>
          </a:p>
          <a:p>
            <a:pPr lvl="0"/>
            <a:endParaRPr lang="en-US" noProof="0"/>
          </a:p>
        </p:txBody>
      </p:sp>
      <p:sp>
        <p:nvSpPr>
          <p:cNvPr id="2" name="Footer Placeholder 1">
            <a:extLst>
              <a:ext uri="{FF2B5EF4-FFF2-40B4-BE49-F238E27FC236}">
                <a16:creationId xmlns:a16="http://schemas.microsoft.com/office/drawing/2014/main" id="{7C7B240D-EC07-BCEC-A132-C2589A9E1A4B}"/>
              </a:ext>
              <a:ext uri="{C183D7F6-B498-43B3-948B-1728B52AA6E4}">
                <adec:decorative xmlns:adec="http://schemas.microsoft.com/office/drawing/2017/decorative" val="1"/>
              </a:ext>
            </a:extLst>
          </p:cNvPr>
          <p:cNvSpPr>
            <a:spLocks noGrp="1"/>
          </p:cNvSpPr>
          <p:nvPr>
            <p:ph type="ftr" sz="quarter" idx="31"/>
          </p:nvPr>
        </p:nvSpPr>
        <p:spPr/>
        <p:txBody>
          <a:bodyPr/>
          <a:lstStyle/>
          <a:p>
            <a:endParaRPr lang="en-US" noProof="0"/>
          </a:p>
        </p:txBody>
      </p:sp>
      <p:sp>
        <p:nvSpPr>
          <p:cNvPr id="11" name="Slide Number Placeholder 10">
            <a:extLst>
              <a:ext uri="{FF2B5EF4-FFF2-40B4-BE49-F238E27FC236}">
                <a16:creationId xmlns:a16="http://schemas.microsoft.com/office/drawing/2014/main" id="{54326F86-700F-6DBD-58F6-906FF1E22AE8}"/>
              </a:ext>
              <a:ext uri="{C183D7F6-B498-43B3-948B-1728B52AA6E4}">
                <adec:decorative xmlns:adec="http://schemas.microsoft.com/office/drawing/2017/decorative" val="1"/>
              </a:ext>
            </a:extLst>
          </p:cNvPr>
          <p:cNvSpPr>
            <a:spLocks noGrp="1"/>
          </p:cNvSpPr>
          <p:nvPr>
            <p:ph type="sldNum" sz="quarter" idx="30"/>
          </p:nvPr>
        </p:nvSpPr>
        <p:spPr/>
        <p:txBody>
          <a:bodyPr/>
          <a:lstStyle/>
          <a:p>
            <a:fld id="{525A3C56-E491-49B2-93F3-63532DF516BC}" type="slidenum">
              <a:rPr lang="en-US" noProof="0" smtClean="0"/>
              <a:pPr/>
              <a:t>‹n°›</a:t>
            </a:fld>
            <a:endParaRPr lang="en-US" noProof="0"/>
          </a:p>
        </p:txBody>
      </p:sp>
    </p:spTree>
    <p:extLst>
      <p:ext uri="{BB962C8B-B14F-4D97-AF65-F5344CB8AC3E}">
        <p14:creationId xmlns:p14="http://schemas.microsoft.com/office/powerpoint/2010/main" val="2233582093"/>
      </p:ext>
    </p:extLst>
  </p:cSld>
  <p:clrMapOvr>
    <a:masterClrMapping/>
  </p:clrMapOvr>
  <p:transition/>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Comparison x4">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F4163AD-C768-E2F0-CB6B-BF3797DF1E58}"/>
              </a:ext>
            </a:extLst>
          </p:cNvPr>
          <p:cNvSpPr>
            <a:spLocks noGrp="1"/>
          </p:cNvSpPr>
          <p:nvPr>
            <p:ph type="title" hasCustomPrompt="1"/>
          </p:nvPr>
        </p:nvSpPr>
        <p:spPr/>
        <p:txBody>
          <a:bodyPr/>
          <a:lstStyle/>
          <a:p>
            <a:r>
              <a:rPr lang="en-US"/>
              <a:t>Comparison slide with 4 columns + 4 headings – click to add title</a:t>
            </a:r>
          </a:p>
        </p:txBody>
      </p:sp>
      <p:sp>
        <p:nvSpPr>
          <p:cNvPr id="5" name="Textbox title 1">
            <a:extLst>
              <a:ext uri="{FF2B5EF4-FFF2-40B4-BE49-F238E27FC236}">
                <a16:creationId xmlns:a16="http://schemas.microsoft.com/office/drawing/2014/main" id="{8A171D6F-1D32-074E-9401-BC0D7B3A2B86}"/>
              </a:ext>
            </a:extLst>
          </p:cNvPr>
          <p:cNvSpPr>
            <a:spLocks noGrp="1"/>
          </p:cNvSpPr>
          <p:nvPr>
            <p:ph type="body" sz="quarter" idx="10" hasCustomPrompt="1"/>
          </p:nvPr>
        </p:nvSpPr>
        <p:spPr>
          <a:xfrm>
            <a:off x="766763" y="1527175"/>
            <a:ext cx="2281237" cy="828811"/>
          </a:xfrm>
          <a:prstGeom prst="rect">
            <a:avLst/>
          </a:prstGeom>
        </p:spPr>
        <p:txBody>
          <a:bodyPr lIns="0" tIns="0" rIns="0" bIns="0" anchor="b">
            <a:noAutofit/>
          </a:bodyPr>
          <a:lstStyle>
            <a:lvl1pPr marL="0" indent="0">
              <a:buNone/>
              <a:defRPr sz="2000">
                <a:latin typeface="+mj-lt"/>
              </a:defRPr>
            </a:lvl1pPr>
          </a:lstStyle>
          <a:p>
            <a:pPr lvl="0"/>
            <a:r>
              <a:rPr lang="en-US" noProof="0"/>
              <a:t>Click to add heading</a:t>
            </a:r>
          </a:p>
        </p:txBody>
      </p:sp>
      <p:sp>
        <p:nvSpPr>
          <p:cNvPr id="7" name="Content Placeholder 1">
            <a:extLst>
              <a:ext uri="{FF2B5EF4-FFF2-40B4-BE49-F238E27FC236}">
                <a16:creationId xmlns:a16="http://schemas.microsoft.com/office/drawing/2014/main" id="{50812A03-61D4-6576-F299-AA737E4AB323}"/>
              </a:ext>
            </a:extLst>
          </p:cNvPr>
          <p:cNvSpPr>
            <a:spLocks noGrp="1"/>
          </p:cNvSpPr>
          <p:nvPr>
            <p:ph sz="quarter" idx="20" hasCustomPrompt="1"/>
          </p:nvPr>
        </p:nvSpPr>
        <p:spPr>
          <a:xfrm>
            <a:off x="765737" y="2596896"/>
            <a:ext cx="2281236" cy="3493008"/>
          </a:xfrm>
          <a:prstGeom prst="rect">
            <a:avLst/>
          </a:prstGeom>
        </p:spPr>
        <p:txBody>
          <a:bodyPr lIns="0" tIns="0" rIns="0" bIns="0"/>
          <a:lstStyle>
            <a:lvl1pPr marL="0" indent="0">
              <a:buNone/>
              <a:defRPr sz="1600"/>
            </a:lvl1pPr>
            <a:lvl2pPr marL="0" indent="0">
              <a:lnSpc>
                <a:spcPct val="150000"/>
              </a:lnSpc>
              <a:buNone/>
              <a:defRPr sz="1600"/>
            </a:lvl2pPr>
            <a:lvl3pPr marL="287338" indent="-287338">
              <a:defRPr sz="1600"/>
            </a:lvl3pPr>
          </a:lstStyle>
          <a:p>
            <a:pPr lvl="1"/>
            <a:r>
              <a:rPr lang="en-US" noProof="0"/>
              <a:t>Click to add text</a:t>
            </a:r>
          </a:p>
          <a:p>
            <a:pPr lvl="2"/>
            <a:r>
              <a:rPr lang="en-US" noProof="0"/>
              <a:t>Second level</a:t>
            </a:r>
          </a:p>
          <a:p>
            <a:pPr lvl="1"/>
            <a:endParaRPr lang="en-US" noProof="0"/>
          </a:p>
          <a:p>
            <a:pPr lvl="1"/>
            <a:endParaRPr lang="en-US" noProof="0"/>
          </a:p>
        </p:txBody>
      </p:sp>
      <p:sp>
        <p:nvSpPr>
          <p:cNvPr id="25" name="Textbox title 2">
            <a:extLst>
              <a:ext uri="{FF2B5EF4-FFF2-40B4-BE49-F238E27FC236}">
                <a16:creationId xmlns:a16="http://schemas.microsoft.com/office/drawing/2014/main" id="{B0F5BD17-6E70-B847-AA7C-96CF8DC7A085}"/>
              </a:ext>
            </a:extLst>
          </p:cNvPr>
          <p:cNvSpPr>
            <a:spLocks noGrp="1"/>
          </p:cNvSpPr>
          <p:nvPr>
            <p:ph type="body" sz="quarter" idx="11" hasCustomPrompt="1"/>
          </p:nvPr>
        </p:nvSpPr>
        <p:spPr>
          <a:xfrm>
            <a:off x="3562096" y="1527175"/>
            <a:ext cx="2286000" cy="828811"/>
          </a:xfrm>
          <a:prstGeom prst="rect">
            <a:avLst/>
          </a:prstGeom>
        </p:spPr>
        <p:txBody>
          <a:bodyPr lIns="0" tIns="0" rIns="0" bIns="0" anchor="b">
            <a:noAutofit/>
          </a:bodyPr>
          <a:lstStyle>
            <a:lvl1pPr marL="0" indent="0">
              <a:buNone/>
              <a:defRPr sz="2000">
                <a:latin typeface="+mj-lt"/>
              </a:defRPr>
            </a:lvl1pPr>
          </a:lstStyle>
          <a:p>
            <a:pPr marL="0" marR="0" lvl="0" indent="0" algn="l" defTabSz="914400" rtl="0" eaLnBrk="1" fontAlgn="auto" latinLnBrk="0" hangingPunct="1">
              <a:lnSpc>
                <a:spcPct val="100000"/>
              </a:lnSpc>
              <a:spcBef>
                <a:spcPct val="20000"/>
              </a:spcBef>
              <a:spcAft>
                <a:spcPts val="0"/>
              </a:spcAft>
              <a:buClrTx/>
              <a:buSzTx/>
              <a:buFont typeface="Arial" pitchFamily="34" charset="0"/>
              <a:buNone/>
              <a:tabLst/>
              <a:defRPr/>
            </a:pPr>
            <a:r>
              <a:rPr lang="en-US" noProof="0"/>
              <a:t>Click to add heading</a:t>
            </a:r>
          </a:p>
        </p:txBody>
      </p:sp>
      <p:sp>
        <p:nvSpPr>
          <p:cNvPr id="10" name="Content Placeholder 2">
            <a:extLst>
              <a:ext uri="{FF2B5EF4-FFF2-40B4-BE49-F238E27FC236}">
                <a16:creationId xmlns:a16="http://schemas.microsoft.com/office/drawing/2014/main" id="{13DA1DF9-2B1D-FFD3-6085-B2E25AE04DF5}"/>
              </a:ext>
            </a:extLst>
          </p:cNvPr>
          <p:cNvSpPr>
            <a:spLocks noGrp="1"/>
          </p:cNvSpPr>
          <p:nvPr>
            <p:ph sz="quarter" idx="22" hasCustomPrompt="1"/>
          </p:nvPr>
        </p:nvSpPr>
        <p:spPr>
          <a:xfrm>
            <a:off x="3566160" y="2596896"/>
            <a:ext cx="2281236" cy="3493008"/>
          </a:xfrm>
          <a:prstGeom prst="rect">
            <a:avLst/>
          </a:prstGeom>
        </p:spPr>
        <p:txBody>
          <a:bodyPr lIns="0" tIns="0" rIns="0" bIns="0"/>
          <a:lstStyle>
            <a:lvl1pPr marL="0" indent="0">
              <a:buNone/>
              <a:defRPr sz="1600"/>
            </a:lvl1pPr>
            <a:lvl2pPr marL="0" indent="0">
              <a:lnSpc>
                <a:spcPct val="150000"/>
              </a:lnSpc>
              <a:buNone/>
              <a:defRPr sz="1600"/>
            </a:lvl2pPr>
            <a:lvl3pPr marL="287338" indent="-287338">
              <a:defRPr sz="1600"/>
            </a:lvl3pPr>
          </a:lstStyle>
          <a:p>
            <a:pPr lvl="1"/>
            <a:r>
              <a:rPr lang="en-US" noProof="0"/>
              <a:t>Click to add text</a:t>
            </a:r>
          </a:p>
          <a:p>
            <a:pPr lvl="2"/>
            <a:r>
              <a:rPr lang="en-US" noProof="0"/>
              <a:t>Second level</a:t>
            </a:r>
          </a:p>
          <a:p>
            <a:pPr lvl="1"/>
            <a:endParaRPr lang="en-US" noProof="0"/>
          </a:p>
          <a:p>
            <a:pPr lvl="1"/>
            <a:endParaRPr lang="en-US" noProof="0"/>
          </a:p>
        </p:txBody>
      </p:sp>
      <p:sp>
        <p:nvSpPr>
          <p:cNvPr id="26" name="Textbox title 3">
            <a:extLst>
              <a:ext uri="{FF2B5EF4-FFF2-40B4-BE49-F238E27FC236}">
                <a16:creationId xmlns:a16="http://schemas.microsoft.com/office/drawing/2014/main" id="{AC833FC6-B9D6-D74D-BAE2-729D54713D4B}"/>
              </a:ext>
            </a:extLst>
          </p:cNvPr>
          <p:cNvSpPr>
            <a:spLocks noGrp="1"/>
          </p:cNvSpPr>
          <p:nvPr>
            <p:ph type="body" sz="quarter" idx="12" hasCustomPrompt="1"/>
          </p:nvPr>
        </p:nvSpPr>
        <p:spPr>
          <a:xfrm>
            <a:off x="6353048" y="1527175"/>
            <a:ext cx="2286000" cy="828811"/>
          </a:xfrm>
          <a:prstGeom prst="rect">
            <a:avLst/>
          </a:prstGeom>
        </p:spPr>
        <p:txBody>
          <a:bodyPr lIns="0" tIns="0" rIns="0" bIns="0" anchor="b">
            <a:noAutofit/>
          </a:bodyPr>
          <a:lstStyle>
            <a:lvl1pPr marL="0" indent="0">
              <a:buNone/>
              <a:defRPr sz="2000">
                <a:latin typeface="+mj-lt"/>
              </a:defRPr>
            </a:lvl1pPr>
          </a:lstStyle>
          <a:p>
            <a:pPr marL="0" marR="0" lvl="0" indent="0" algn="l" defTabSz="914400" rtl="0" eaLnBrk="1" fontAlgn="auto" latinLnBrk="0" hangingPunct="1">
              <a:lnSpc>
                <a:spcPct val="100000"/>
              </a:lnSpc>
              <a:spcBef>
                <a:spcPct val="20000"/>
              </a:spcBef>
              <a:spcAft>
                <a:spcPts val="0"/>
              </a:spcAft>
              <a:buClrTx/>
              <a:buSzTx/>
              <a:buFont typeface="Arial" pitchFamily="34" charset="0"/>
              <a:buNone/>
              <a:tabLst/>
              <a:defRPr/>
            </a:pPr>
            <a:r>
              <a:rPr lang="en-US" noProof="0"/>
              <a:t>Click to add heading</a:t>
            </a:r>
          </a:p>
        </p:txBody>
      </p:sp>
      <p:sp>
        <p:nvSpPr>
          <p:cNvPr id="14" name="Content Placeholder 3">
            <a:extLst>
              <a:ext uri="{FF2B5EF4-FFF2-40B4-BE49-F238E27FC236}">
                <a16:creationId xmlns:a16="http://schemas.microsoft.com/office/drawing/2014/main" id="{4BEAA0E5-BD9F-0137-9891-EB0A8405A44E}"/>
              </a:ext>
            </a:extLst>
          </p:cNvPr>
          <p:cNvSpPr>
            <a:spLocks noGrp="1"/>
          </p:cNvSpPr>
          <p:nvPr>
            <p:ph sz="quarter" idx="23" hasCustomPrompt="1"/>
          </p:nvPr>
        </p:nvSpPr>
        <p:spPr>
          <a:xfrm>
            <a:off x="6355080" y="2596896"/>
            <a:ext cx="2281236" cy="3493008"/>
          </a:xfrm>
          <a:prstGeom prst="rect">
            <a:avLst/>
          </a:prstGeom>
        </p:spPr>
        <p:txBody>
          <a:bodyPr lIns="0" tIns="0" rIns="0" bIns="0"/>
          <a:lstStyle>
            <a:lvl1pPr marL="0" indent="0">
              <a:buNone/>
              <a:defRPr sz="1600"/>
            </a:lvl1pPr>
            <a:lvl2pPr marL="0" indent="0">
              <a:lnSpc>
                <a:spcPct val="150000"/>
              </a:lnSpc>
              <a:buNone/>
              <a:defRPr sz="1600"/>
            </a:lvl2pPr>
            <a:lvl3pPr marL="287338" indent="-287338">
              <a:defRPr sz="1600"/>
            </a:lvl3pPr>
          </a:lstStyle>
          <a:p>
            <a:pPr lvl="1"/>
            <a:r>
              <a:rPr lang="en-US" noProof="0"/>
              <a:t>Click to add text</a:t>
            </a:r>
          </a:p>
          <a:p>
            <a:pPr lvl="2"/>
            <a:r>
              <a:rPr lang="en-US" noProof="0"/>
              <a:t>Second level</a:t>
            </a:r>
          </a:p>
          <a:p>
            <a:pPr lvl="1"/>
            <a:endParaRPr lang="en-US" noProof="0"/>
          </a:p>
          <a:p>
            <a:pPr lvl="1"/>
            <a:endParaRPr lang="en-US" noProof="0"/>
          </a:p>
        </p:txBody>
      </p:sp>
      <p:sp>
        <p:nvSpPr>
          <p:cNvPr id="27" name="Textbox title 4">
            <a:extLst>
              <a:ext uri="{FF2B5EF4-FFF2-40B4-BE49-F238E27FC236}">
                <a16:creationId xmlns:a16="http://schemas.microsoft.com/office/drawing/2014/main" id="{2E44F90D-4F8F-6A4F-96CB-3485E90F31A2}"/>
              </a:ext>
            </a:extLst>
          </p:cNvPr>
          <p:cNvSpPr>
            <a:spLocks noGrp="1"/>
          </p:cNvSpPr>
          <p:nvPr>
            <p:ph type="body" sz="quarter" idx="13" hasCustomPrompt="1"/>
          </p:nvPr>
        </p:nvSpPr>
        <p:spPr>
          <a:xfrm>
            <a:off x="9144000" y="1527175"/>
            <a:ext cx="2286000" cy="828811"/>
          </a:xfrm>
          <a:prstGeom prst="rect">
            <a:avLst/>
          </a:prstGeom>
        </p:spPr>
        <p:txBody>
          <a:bodyPr lIns="0" tIns="0" rIns="0" bIns="0" anchor="b">
            <a:noAutofit/>
          </a:bodyPr>
          <a:lstStyle>
            <a:lvl1pPr marL="0" indent="0">
              <a:buNone/>
              <a:defRPr sz="2000">
                <a:latin typeface="+mj-lt"/>
              </a:defRPr>
            </a:lvl1pPr>
          </a:lstStyle>
          <a:p>
            <a:pPr marL="0" marR="0" lvl="0" indent="0" algn="l" defTabSz="914400" rtl="0" eaLnBrk="1" fontAlgn="auto" latinLnBrk="0" hangingPunct="1">
              <a:lnSpc>
                <a:spcPct val="100000"/>
              </a:lnSpc>
              <a:spcBef>
                <a:spcPct val="20000"/>
              </a:spcBef>
              <a:spcAft>
                <a:spcPts val="0"/>
              </a:spcAft>
              <a:buClrTx/>
              <a:buSzTx/>
              <a:buFont typeface="Arial" pitchFamily="34" charset="0"/>
              <a:buNone/>
              <a:tabLst/>
              <a:defRPr/>
            </a:pPr>
            <a:r>
              <a:rPr lang="en-US" noProof="0"/>
              <a:t>Click to add heading</a:t>
            </a:r>
          </a:p>
        </p:txBody>
      </p:sp>
      <p:sp>
        <p:nvSpPr>
          <p:cNvPr id="16" name="Content Placeholder 4">
            <a:extLst>
              <a:ext uri="{FF2B5EF4-FFF2-40B4-BE49-F238E27FC236}">
                <a16:creationId xmlns:a16="http://schemas.microsoft.com/office/drawing/2014/main" id="{13766EE0-2835-554A-4436-60DF6FA56BD0}"/>
              </a:ext>
            </a:extLst>
          </p:cNvPr>
          <p:cNvSpPr>
            <a:spLocks noGrp="1"/>
          </p:cNvSpPr>
          <p:nvPr>
            <p:ph sz="quarter" idx="24" hasCustomPrompt="1"/>
          </p:nvPr>
        </p:nvSpPr>
        <p:spPr>
          <a:xfrm>
            <a:off x="9144000" y="2596896"/>
            <a:ext cx="2281236" cy="3493008"/>
          </a:xfrm>
          <a:prstGeom prst="rect">
            <a:avLst/>
          </a:prstGeom>
        </p:spPr>
        <p:txBody>
          <a:bodyPr lIns="0" tIns="0" rIns="0" bIns="0"/>
          <a:lstStyle>
            <a:lvl1pPr marL="0" indent="0">
              <a:buNone/>
              <a:defRPr sz="1600"/>
            </a:lvl1pPr>
            <a:lvl2pPr marL="0" indent="0">
              <a:lnSpc>
                <a:spcPct val="150000"/>
              </a:lnSpc>
              <a:buNone/>
              <a:defRPr sz="1600"/>
            </a:lvl2pPr>
            <a:lvl3pPr marL="287338" indent="-287338">
              <a:defRPr sz="1600"/>
            </a:lvl3pPr>
          </a:lstStyle>
          <a:p>
            <a:pPr lvl="1"/>
            <a:r>
              <a:rPr lang="en-US" noProof="0"/>
              <a:t>Click to add text</a:t>
            </a:r>
          </a:p>
          <a:p>
            <a:pPr lvl="2"/>
            <a:r>
              <a:rPr lang="en-US" noProof="0"/>
              <a:t>Second level</a:t>
            </a:r>
          </a:p>
          <a:p>
            <a:pPr lvl="1"/>
            <a:endParaRPr lang="en-US" noProof="0"/>
          </a:p>
          <a:p>
            <a:pPr lvl="1"/>
            <a:endParaRPr lang="en-US" noProof="0"/>
          </a:p>
        </p:txBody>
      </p:sp>
      <p:sp>
        <p:nvSpPr>
          <p:cNvPr id="2" name="Footer Placeholder 1">
            <a:extLst>
              <a:ext uri="{FF2B5EF4-FFF2-40B4-BE49-F238E27FC236}">
                <a16:creationId xmlns:a16="http://schemas.microsoft.com/office/drawing/2014/main" id="{0F1F58D9-2A99-AC15-43B6-ABC2F633C61D}"/>
              </a:ext>
              <a:ext uri="{C183D7F6-B498-43B3-948B-1728B52AA6E4}">
                <adec:decorative xmlns:adec="http://schemas.microsoft.com/office/drawing/2017/decorative" val="1"/>
              </a:ext>
            </a:extLst>
          </p:cNvPr>
          <p:cNvSpPr>
            <a:spLocks noGrp="1"/>
          </p:cNvSpPr>
          <p:nvPr>
            <p:ph type="ftr" sz="quarter" idx="28"/>
          </p:nvPr>
        </p:nvSpPr>
        <p:spPr/>
        <p:txBody>
          <a:bodyPr/>
          <a:lstStyle/>
          <a:p>
            <a:endParaRPr lang="en-US" noProof="0"/>
          </a:p>
        </p:txBody>
      </p:sp>
      <p:sp>
        <p:nvSpPr>
          <p:cNvPr id="8" name="Slide Number Placeholder 7">
            <a:extLst>
              <a:ext uri="{FF2B5EF4-FFF2-40B4-BE49-F238E27FC236}">
                <a16:creationId xmlns:a16="http://schemas.microsoft.com/office/drawing/2014/main" id="{9C4917EC-02AC-2660-29AF-216C61AD20B2}"/>
              </a:ext>
              <a:ext uri="{C183D7F6-B498-43B3-948B-1728B52AA6E4}">
                <adec:decorative xmlns:adec="http://schemas.microsoft.com/office/drawing/2017/decorative" val="1"/>
              </a:ext>
            </a:extLst>
          </p:cNvPr>
          <p:cNvSpPr>
            <a:spLocks noGrp="1"/>
          </p:cNvSpPr>
          <p:nvPr>
            <p:ph type="sldNum" sz="quarter" idx="27"/>
          </p:nvPr>
        </p:nvSpPr>
        <p:spPr/>
        <p:txBody>
          <a:bodyPr/>
          <a:lstStyle/>
          <a:p>
            <a:fld id="{525A3C56-E491-49B2-93F3-63532DF516BC}" type="slidenum">
              <a:rPr lang="en-US" noProof="0" smtClean="0"/>
              <a:pPr/>
              <a:t>‹n°›</a:t>
            </a:fld>
            <a:endParaRPr lang="en-US" noProof="0"/>
          </a:p>
        </p:txBody>
      </p:sp>
    </p:spTree>
    <p:extLst>
      <p:ext uri="{BB962C8B-B14F-4D97-AF65-F5344CB8AC3E}">
        <p14:creationId xmlns:p14="http://schemas.microsoft.com/office/powerpoint/2010/main" val="514919638"/>
      </p:ext>
    </p:extLst>
  </p:cSld>
  <p:clrMapOvr>
    <a:masterClrMapping/>
  </p:clrMapOvr>
  <p:transition/>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Comparison x5">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D786B940-E6A0-53BD-76E5-3F59767B127D}"/>
              </a:ext>
            </a:extLst>
          </p:cNvPr>
          <p:cNvSpPr>
            <a:spLocks noGrp="1"/>
          </p:cNvSpPr>
          <p:nvPr>
            <p:ph type="title" hasCustomPrompt="1"/>
          </p:nvPr>
        </p:nvSpPr>
        <p:spPr/>
        <p:txBody>
          <a:bodyPr/>
          <a:lstStyle/>
          <a:p>
            <a:r>
              <a:rPr lang="en-US"/>
              <a:t>Comparison slide with 5 columns + 5 headings – click to add title</a:t>
            </a:r>
          </a:p>
        </p:txBody>
      </p:sp>
      <p:sp>
        <p:nvSpPr>
          <p:cNvPr id="5" name="Textbox title 1">
            <a:extLst>
              <a:ext uri="{FF2B5EF4-FFF2-40B4-BE49-F238E27FC236}">
                <a16:creationId xmlns:a16="http://schemas.microsoft.com/office/drawing/2014/main" id="{8A171D6F-1D32-074E-9401-BC0D7B3A2B86}"/>
              </a:ext>
            </a:extLst>
          </p:cNvPr>
          <p:cNvSpPr>
            <a:spLocks noGrp="1"/>
          </p:cNvSpPr>
          <p:nvPr>
            <p:ph type="body" sz="quarter" idx="10" hasCustomPrompt="1"/>
          </p:nvPr>
        </p:nvSpPr>
        <p:spPr>
          <a:xfrm>
            <a:off x="766763" y="1527175"/>
            <a:ext cx="1874520" cy="828811"/>
          </a:xfrm>
          <a:prstGeom prst="rect">
            <a:avLst/>
          </a:prstGeom>
        </p:spPr>
        <p:txBody>
          <a:bodyPr lIns="0" tIns="0" rIns="0" bIns="0" anchor="b">
            <a:noAutofit/>
          </a:bodyPr>
          <a:lstStyle>
            <a:lvl1pPr marL="0" indent="0">
              <a:buNone/>
              <a:defRPr sz="2000">
                <a:latin typeface="+mj-lt"/>
              </a:defRPr>
            </a:lvl1pPr>
          </a:lstStyle>
          <a:p>
            <a:pPr lvl="0"/>
            <a:r>
              <a:rPr lang="en-US" noProof="0"/>
              <a:t>Click to add heading</a:t>
            </a:r>
          </a:p>
        </p:txBody>
      </p:sp>
      <p:sp>
        <p:nvSpPr>
          <p:cNvPr id="7" name="Content Placeholder 1">
            <a:extLst>
              <a:ext uri="{FF2B5EF4-FFF2-40B4-BE49-F238E27FC236}">
                <a16:creationId xmlns:a16="http://schemas.microsoft.com/office/drawing/2014/main" id="{50812A03-61D4-6576-F299-AA737E4AB323}"/>
              </a:ext>
            </a:extLst>
          </p:cNvPr>
          <p:cNvSpPr>
            <a:spLocks noGrp="1"/>
          </p:cNvSpPr>
          <p:nvPr>
            <p:ph sz="quarter" idx="20" hasCustomPrompt="1"/>
          </p:nvPr>
        </p:nvSpPr>
        <p:spPr>
          <a:xfrm>
            <a:off x="765737" y="2596896"/>
            <a:ext cx="1874520" cy="3493008"/>
          </a:xfrm>
          <a:prstGeom prst="rect">
            <a:avLst/>
          </a:prstGeom>
        </p:spPr>
        <p:txBody>
          <a:bodyPr lIns="0" tIns="0" rIns="0" bIns="0"/>
          <a:lstStyle>
            <a:lvl1pPr marL="0" indent="0">
              <a:buNone/>
              <a:defRPr sz="1600"/>
            </a:lvl1pPr>
            <a:lvl2pPr marL="0" indent="0">
              <a:lnSpc>
                <a:spcPct val="150000"/>
              </a:lnSpc>
              <a:buNone/>
              <a:defRPr sz="1600"/>
            </a:lvl2pPr>
            <a:lvl3pPr marL="287338" indent="-287338">
              <a:defRPr sz="1600"/>
            </a:lvl3pPr>
          </a:lstStyle>
          <a:p>
            <a:pPr lvl="1"/>
            <a:r>
              <a:rPr lang="en-US" noProof="0"/>
              <a:t>Click to add text</a:t>
            </a:r>
          </a:p>
          <a:p>
            <a:pPr lvl="2"/>
            <a:r>
              <a:rPr lang="en-US" noProof="0"/>
              <a:t>Second level</a:t>
            </a:r>
          </a:p>
          <a:p>
            <a:pPr lvl="1"/>
            <a:endParaRPr lang="en-US" noProof="0"/>
          </a:p>
          <a:p>
            <a:pPr lvl="1"/>
            <a:endParaRPr lang="en-US" noProof="0"/>
          </a:p>
        </p:txBody>
      </p:sp>
      <p:sp>
        <p:nvSpPr>
          <p:cNvPr id="25" name="Textbox title 2">
            <a:extLst>
              <a:ext uri="{FF2B5EF4-FFF2-40B4-BE49-F238E27FC236}">
                <a16:creationId xmlns:a16="http://schemas.microsoft.com/office/drawing/2014/main" id="{B0F5BD17-6E70-B847-AA7C-96CF8DC7A085}"/>
              </a:ext>
            </a:extLst>
          </p:cNvPr>
          <p:cNvSpPr>
            <a:spLocks noGrp="1"/>
          </p:cNvSpPr>
          <p:nvPr>
            <p:ph type="body" sz="quarter" idx="11" hasCustomPrompt="1"/>
          </p:nvPr>
        </p:nvSpPr>
        <p:spPr>
          <a:xfrm>
            <a:off x="2962616" y="1527175"/>
            <a:ext cx="1874520" cy="828811"/>
          </a:xfrm>
          <a:prstGeom prst="rect">
            <a:avLst/>
          </a:prstGeom>
        </p:spPr>
        <p:txBody>
          <a:bodyPr lIns="0" tIns="0" rIns="0" bIns="0" anchor="b">
            <a:noAutofit/>
          </a:bodyPr>
          <a:lstStyle>
            <a:lvl1pPr marL="0" indent="0">
              <a:buNone/>
              <a:defRPr sz="2000">
                <a:latin typeface="+mj-lt"/>
              </a:defRPr>
            </a:lvl1pPr>
          </a:lstStyle>
          <a:p>
            <a:pPr marL="0" marR="0" lvl="0" indent="0" algn="l" defTabSz="914400" rtl="0" eaLnBrk="1" fontAlgn="auto" latinLnBrk="0" hangingPunct="1">
              <a:lnSpc>
                <a:spcPct val="100000"/>
              </a:lnSpc>
              <a:spcBef>
                <a:spcPct val="20000"/>
              </a:spcBef>
              <a:spcAft>
                <a:spcPts val="0"/>
              </a:spcAft>
              <a:buClrTx/>
              <a:buSzTx/>
              <a:buFont typeface="Arial" pitchFamily="34" charset="0"/>
              <a:buNone/>
              <a:tabLst/>
              <a:defRPr/>
            </a:pPr>
            <a:r>
              <a:rPr lang="en-US" noProof="0"/>
              <a:t>Click to add heading</a:t>
            </a:r>
          </a:p>
        </p:txBody>
      </p:sp>
      <p:sp>
        <p:nvSpPr>
          <p:cNvPr id="10" name="Content Placeholder 2">
            <a:extLst>
              <a:ext uri="{FF2B5EF4-FFF2-40B4-BE49-F238E27FC236}">
                <a16:creationId xmlns:a16="http://schemas.microsoft.com/office/drawing/2014/main" id="{13DA1DF9-2B1D-FFD3-6085-B2E25AE04DF5}"/>
              </a:ext>
            </a:extLst>
          </p:cNvPr>
          <p:cNvSpPr>
            <a:spLocks noGrp="1"/>
          </p:cNvSpPr>
          <p:nvPr>
            <p:ph sz="quarter" idx="22" hasCustomPrompt="1"/>
          </p:nvPr>
        </p:nvSpPr>
        <p:spPr>
          <a:xfrm>
            <a:off x="2961846" y="2596896"/>
            <a:ext cx="1874520" cy="3493008"/>
          </a:xfrm>
          <a:prstGeom prst="rect">
            <a:avLst/>
          </a:prstGeom>
        </p:spPr>
        <p:txBody>
          <a:bodyPr lIns="0" tIns="0" rIns="0" bIns="0"/>
          <a:lstStyle>
            <a:lvl1pPr marL="0" indent="0">
              <a:buNone/>
              <a:defRPr sz="1600"/>
            </a:lvl1pPr>
            <a:lvl2pPr marL="0" indent="0">
              <a:lnSpc>
                <a:spcPct val="150000"/>
              </a:lnSpc>
              <a:buNone/>
              <a:defRPr sz="1600"/>
            </a:lvl2pPr>
            <a:lvl3pPr marL="287338" indent="-287338">
              <a:defRPr sz="1600"/>
            </a:lvl3pPr>
          </a:lstStyle>
          <a:p>
            <a:pPr lvl="1"/>
            <a:r>
              <a:rPr lang="en-US" noProof="0"/>
              <a:t>Click to add text</a:t>
            </a:r>
          </a:p>
          <a:p>
            <a:pPr lvl="2"/>
            <a:r>
              <a:rPr lang="en-US" noProof="0"/>
              <a:t>Second level</a:t>
            </a:r>
          </a:p>
          <a:p>
            <a:pPr lvl="1"/>
            <a:endParaRPr lang="en-US" noProof="0"/>
          </a:p>
          <a:p>
            <a:pPr lvl="1"/>
            <a:endParaRPr lang="en-US" noProof="0"/>
          </a:p>
        </p:txBody>
      </p:sp>
      <p:sp>
        <p:nvSpPr>
          <p:cNvPr id="3" name="Textbox title 3">
            <a:extLst>
              <a:ext uri="{FF2B5EF4-FFF2-40B4-BE49-F238E27FC236}">
                <a16:creationId xmlns:a16="http://schemas.microsoft.com/office/drawing/2014/main" id="{4FFF4BFE-0073-ED16-634B-0B6BDEFA18E2}"/>
              </a:ext>
            </a:extLst>
          </p:cNvPr>
          <p:cNvSpPr>
            <a:spLocks noGrp="1"/>
          </p:cNvSpPr>
          <p:nvPr>
            <p:ph type="body" sz="quarter" idx="25" hasCustomPrompt="1"/>
          </p:nvPr>
        </p:nvSpPr>
        <p:spPr>
          <a:xfrm>
            <a:off x="5158469" y="1527175"/>
            <a:ext cx="1874520" cy="828811"/>
          </a:xfrm>
          <a:prstGeom prst="rect">
            <a:avLst/>
          </a:prstGeom>
        </p:spPr>
        <p:txBody>
          <a:bodyPr lIns="0" tIns="0" rIns="0" bIns="0" anchor="b">
            <a:noAutofit/>
          </a:bodyPr>
          <a:lstStyle>
            <a:lvl1pPr marL="0" indent="0">
              <a:buNone/>
              <a:defRPr sz="2000">
                <a:latin typeface="+mj-lt"/>
              </a:defRPr>
            </a:lvl1pPr>
          </a:lstStyle>
          <a:p>
            <a:pPr marL="0" marR="0" lvl="0" indent="0" algn="l" defTabSz="914400" rtl="0" eaLnBrk="1" fontAlgn="auto" latinLnBrk="0" hangingPunct="1">
              <a:lnSpc>
                <a:spcPct val="100000"/>
              </a:lnSpc>
              <a:spcBef>
                <a:spcPct val="20000"/>
              </a:spcBef>
              <a:spcAft>
                <a:spcPts val="0"/>
              </a:spcAft>
              <a:buClrTx/>
              <a:buSzTx/>
              <a:buFont typeface="Arial" pitchFamily="34" charset="0"/>
              <a:buNone/>
              <a:tabLst/>
              <a:defRPr/>
            </a:pPr>
            <a:r>
              <a:rPr lang="en-US" noProof="0"/>
              <a:t>Click to add heading</a:t>
            </a:r>
          </a:p>
        </p:txBody>
      </p:sp>
      <p:sp>
        <p:nvSpPr>
          <p:cNvPr id="4" name="Content Placeholder 3">
            <a:extLst>
              <a:ext uri="{FF2B5EF4-FFF2-40B4-BE49-F238E27FC236}">
                <a16:creationId xmlns:a16="http://schemas.microsoft.com/office/drawing/2014/main" id="{969A739C-D330-3625-7AA0-907C0CFEC7C2}"/>
              </a:ext>
            </a:extLst>
          </p:cNvPr>
          <p:cNvSpPr>
            <a:spLocks noGrp="1"/>
          </p:cNvSpPr>
          <p:nvPr>
            <p:ph sz="quarter" idx="26" hasCustomPrompt="1"/>
          </p:nvPr>
        </p:nvSpPr>
        <p:spPr>
          <a:xfrm>
            <a:off x="5157955" y="2596896"/>
            <a:ext cx="1874520" cy="3493008"/>
          </a:xfrm>
          <a:prstGeom prst="rect">
            <a:avLst/>
          </a:prstGeom>
        </p:spPr>
        <p:txBody>
          <a:bodyPr lIns="0" tIns="0" rIns="0" bIns="0"/>
          <a:lstStyle>
            <a:lvl1pPr marL="0" indent="0">
              <a:buNone/>
              <a:defRPr sz="1600"/>
            </a:lvl1pPr>
            <a:lvl2pPr marL="0" indent="0">
              <a:lnSpc>
                <a:spcPct val="150000"/>
              </a:lnSpc>
              <a:buNone/>
              <a:defRPr sz="1600"/>
            </a:lvl2pPr>
            <a:lvl3pPr marL="287338" indent="-287338">
              <a:defRPr sz="1600"/>
            </a:lvl3pPr>
          </a:lstStyle>
          <a:p>
            <a:pPr lvl="1"/>
            <a:r>
              <a:rPr lang="en-US" noProof="0"/>
              <a:t>Click to add text</a:t>
            </a:r>
          </a:p>
          <a:p>
            <a:pPr lvl="2"/>
            <a:r>
              <a:rPr lang="en-US" noProof="0"/>
              <a:t>Second level</a:t>
            </a:r>
          </a:p>
          <a:p>
            <a:pPr lvl="1"/>
            <a:endParaRPr lang="en-US" noProof="0"/>
          </a:p>
          <a:p>
            <a:pPr lvl="1"/>
            <a:endParaRPr lang="en-US" noProof="0"/>
          </a:p>
        </p:txBody>
      </p:sp>
      <p:sp>
        <p:nvSpPr>
          <p:cNvPr id="26" name="Textbox title 3">
            <a:extLst>
              <a:ext uri="{FF2B5EF4-FFF2-40B4-BE49-F238E27FC236}">
                <a16:creationId xmlns:a16="http://schemas.microsoft.com/office/drawing/2014/main" id="{AC833FC6-B9D6-D74D-BAE2-729D54713D4B}"/>
              </a:ext>
            </a:extLst>
          </p:cNvPr>
          <p:cNvSpPr>
            <a:spLocks noGrp="1"/>
          </p:cNvSpPr>
          <p:nvPr>
            <p:ph type="body" sz="quarter" idx="12" hasCustomPrompt="1"/>
          </p:nvPr>
        </p:nvSpPr>
        <p:spPr>
          <a:xfrm>
            <a:off x="7354322" y="1527175"/>
            <a:ext cx="1874520" cy="828811"/>
          </a:xfrm>
          <a:prstGeom prst="rect">
            <a:avLst/>
          </a:prstGeom>
        </p:spPr>
        <p:txBody>
          <a:bodyPr lIns="0" tIns="0" rIns="0" bIns="0" anchor="b">
            <a:noAutofit/>
          </a:bodyPr>
          <a:lstStyle>
            <a:lvl1pPr marL="0" indent="0">
              <a:buNone/>
              <a:defRPr sz="2000">
                <a:latin typeface="+mj-lt"/>
              </a:defRPr>
            </a:lvl1pPr>
          </a:lstStyle>
          <a:p>
            <a:pPr marL="0" marR="0" lvl="0" indent="0" algn="l" defTabSz="914400" rtl="0" eaLnBrk="1" fontAlgn="auto" latinLnBrk="0" hangingPunct="1">
              <a:lnSpc>
                <a:spcPct val="100000"/>
              </a:lnSpc>
              <a:spcBef>
                <a:spcPct val="20000"/>
              </a:spcBef>
              <a:spcAft>
                <a:spcPts val="0"/>
              </a:spcAft>
              <a:buClrTx/>
              <a:buSzTx/>
              <a:buFont typeface="Arial" pitchFamily="34" charset="0"/>
              <a:buNone/>
              <a:tabLst/>
              <a:defRPr/>
            </a:pPr>
            <a:r>
              <a:rPr lang="en-US" noProof="0"/>
              <a:t>Click to add heading</a:t>
            </a:r>
          </a:p>
        </p:txBody>
      </p:sp>
      <p:sp>
        <p:nvSpPr>
          <p:cNvPr id="14" name="Content Placeholder 3">
            <a:extLst>
              <a:ext uri="{FF2B5EF4-FFF2-40B4-BE49-F238E27FC236}">
                <a16:creationId xmlns:a16="http://schemas.microsoft.com/office/drawing/2014/main" id="{4BEAA0E5-BD9F-0137-9891-EB0A8405A44E}"/>
              </a:ext>
            </a:extLst>
          </p:cNvPr>
          <p:cNvSpPr>
            <a:spLocks noGrp="1"/>
          </p:cNvSpPr>
          <p:nvPr>
            <p:ph sz="quarter" idx="23" hasCustomPrompt="1"/>
          </p:nvPr>
        </p:nvSpPr>
        <p:spPr>
          <a:xfrm>
            <a:off x="7354064" y="2596896"/>
            <a:ext cx="1874520" cy="3493008"/>
          </a:xfrm>
          <a:prstGeom prst="rect">
            <a:avLst/>
          </a:prstGeom>
        </p:spPr>
        <p:txBody>
          <a:bodyPr lIns="0" tIns="0" rIns="0" bIns="0"/>
          <a:lstStyle>
            <a:lvl1pPr marL="0" indent="0">
              <a:buNone/>
              <a:defRPr sz="1600"/>
            </a:lvl1pPr>
            <a:lvl2pPr marL="0" indent="0">
              <a:lnSpc>
                <a:spcPct val="150000"/>
              </a:lnSpc>
              <a:buNone/>
              <a:defRPr sz="1600"/>
            </a:lvl2pPr>
            <a:lvl3pPr marL="287338" indent="-287338">
              <a:defRPr sz="1600"/>
            </a:lvl3pPr>
          </a:lstStyle>
          <a:p>
            <a:pPr lvl="1"/>
            <a:r>
              <a:rPr lang="en-US" noProof="0"/>
              <a:t>Click to add text</a:t>
            </a:r>
          </a:p>
          <a:p>
            <a:pPr lvl="2"/>
            <a:r>
              <a:rPr lang="en-US" noProof="0"/>
              <a:t>Second level</a:t>
            </a:r>
          </a:p>
          <a:p>
            <a:pPr lvl="1"/>
            <a:endParaRPr lang="en-US" noProof="0"/>
          </a:p>
          <a:p>
            <a:pPr lvl="1"/>
            <a:endParaRPr lang="en-US" noProof="0"/>
          </a:p>
        </p:txBody>
      </p:sp>
      <p:sp>
        <p:nvSpPr>
          <p:cNvPr id="27" name="Textbox title 4">
            <a:extLst>
              <a:ext uri="{FF2B5EF4-FFF2-40B4-BE49-F238E27FC236}">
                <a16:creationId xmlns:a16="http://schemas.microsoft.com/office/drawing/2014/main" id="{2E44F90D-4F8F-6A4F-96CB-3485E90F31A2}"/>
              </a:ext>
            </a:extLst>
          </p:cNvPr>
          <p:cNvSpPr>
            <a:spLocks noGrp="1"/>
          </p:cNvSpPr>
          <p:nvPr>
            <p:ph type="body" sz="quarter" idx="13" hasCustomPrompt="1"/>
          </p:nvPr>
        </p:nvSpPr>
        <p:spPr>
          <a:xfrm>
            <a:off x="9550174" y="1527175"/>
            <a:ext cx="1874520" cy="828811"/>
          </a:xfrm>
          <a:prstGeom prst="rect">
            <a:avLst/>
          </a:prstGeom>
        </p:spPr>
        <p:txBody>
          <a:bodyPr lIns="0" tIns="0" rIns="0" bIns="0" anchor="b">
            <a:noAutofit/>
          </a:bodyPr>
          <a:lstStyle>
            <a:lvl1pPr marL="0" indent="0">
              <a:buNone/>
              <a:defRPr sz="2000">
                <a:latin typeface="+mj-lt"/>
              </a:defRPr>
            </a:lvl1pPr>
          </a:lstStyle>
          <a:p>
            <a:pPr marL="0" marR="0" lvl="0" indent="0" algn="l" defTabSz="914400" rtl="0" eaLnBrk="1" fontAlgn="auto" latinLnBrk="0" hangingPunct="1">
              <a:lnSpc>
                <a:spcPct val="100000"/>
              </a:lnSpc>
              <a:spcBef>
                <a:spcPct val="20000"/>
              </a:spcBef>
              <a:spcAft>
                <a:spcPts val="0"/>
              </a:spcAft>
              <a:buClrTx/>
              <a:buSzTx/>
              <a:buFont typeface="Arial" pitchFamily="34" charset="0"/>
              <a:buNone/>
              <a:tabLst/>
              <a:defRPr/>
            </a:pPr>
            <a:r>
              <a:rPr lang="en-US" noProof="0"/>
              <a:t>Click to add heading</a:t>
            </a:r>
          </a:p>
        </p:txBody>
      </p:sp>
      <p:sp>
        <p:nvSpPr>
          <p:cNvPr id="16" name="Content Placeholder 4">
            <a:extLst>
              <a:ext uri="{FF2B5EF4-FFF2-40B4-BE49-F238E27FC236}">
                <a16:creationId xmlns:a16="http://schemas.microsoft.com/office/drawing/2014/main" id="{13766EE0-2835-554A-4436-60DF6FA56BD0}"/>
              </a:ext>
            </a:extLst>
          </p:cNvPr>
          <p:cNvSpPr>
            <a:spLocks noGrp="1"/>
          </p:cNvSpPr>
          <p:nvPr>
            <p:ph sz="quarter" idx="24" hasCustomPrompt="1"/>
          </p:nvPr>
        </p:nvSpPr>
        <p:spPr>
          <a:xfrm>
            <a:off x="9550174" y="2596896"/>
            <a:ext cx="1874520" cy="3493008"/>
          </a:xfrm>
          <a:prstGeom prst="rect">
            <a:avLst/>
          </a:prstGeom>
        </p:spPr>
        <p:txBody>
          <a:bodyPr lIns="0" tIns="0" rIns="0" bIns="0"/>
          <a:lstStyle>
            <a:lvl1pPr marL="0" indent="0">
              <a:buNone/>
              <a:defRPr sz="1600"/>
            </a:lvl1pPr>
            <a:lvl2pPr marL="0" indent="0">
              <a:lnSpc>
                <a:spcPct val="150000"/>
              </a:lnSpc>
              <a:buNone/>
              <a:defRPr sz="1600"/>
            </a:lvl2pPr>
            <a:lvl3pPr marL="287338" indent="-287338">
              <a:defRPr sz="1600"/>
            </a:lvl3pPr>
          </a:lstStyle>
          <a:p>
            <a:pPr lvl="1"/>
            <a:r>
              <a:rPr lang="en-US" noProof="0"/>
              <a:t>Click to add text</a:t>
            </a:r>
          </a:p>
          <a:p>
            <a:pPr lvl="2"/>
            <a:r>
              <a:rPr lang="en-US" noProof="0"/>
              <a:t>Second level</a:t>
            </a:r>
          </a:p>
          <a:p>
            <a:pPr lvl="1"/>
            <a:endParaRPr lang="en-US" noProof="0"/>
          </a:p>
          <a:p>
            <a:pPr lvl="1"/>
            <a:endParaRPr lang="en-US" noProof="0"/>
          </a:p>
        </p:txBody>
      </p:sp>
      <p:sp>
        <p:nvSpPr>
          <p:cNvPr id="2" name="Footer Placeholder 1">
            <a:extLst>
              <a:ext uri="{FF2B5EF4-FFF2-40B4-BE49-F238E27FC236}">
                <a16:creationId xmlns:a16="http://schemas.microsoft.com/office/drawing/2014/main" id="{B8D49C1D-8B0E-1BD4-61F5-F8E3EF4993DB}"/>
              </a:ext>
              <a:ext uri="{C183D7F6-B498-43B3-948B-1728B52AA6E4}">
                <adec:decorative xmlns:adec="http://schemas.microsoft.com/office/drawing/2017/decorative" val="1"/>
              </a:ext>
            </a:extLst>
          </p:cNvPr>
          <p:cNvSpPr>
            <a:spLocks noGrp="1"/>
          </p:cNvSpPr>
          <p:nvPr>
            <p:ph type="ftr" sz="quarter" idx="30"/>
          </p:nvPr>
        </p:nvSpPr>
        <p:spPr/>
        <p:txBody>
          <a:bodyPr/>
          <a:lstStyle/>
          <a:p>
            <a:endParaRPr lang="en-US" noProof="0"/>
          </a:p>
        </p:txBody>
      </p:sp>
      <p:sp>
        <p:nvSpPr>
          <p:cNvPr id="12" name="Slide Number Placeholder 11">
            <a:extLst>
              <a:ext uri="{FF2B5EF4-FFF2-40B4-BE49-F238E27FC236}">
                <a16:creationId xmlns:a16="http://schemas.microsoft.com/office/drawing/2014/main" id="{34A65B4A-1014-D76A-81D8-0C8244F33ADB}"/>
              </a:ext>
              <a:ext uri="{C183D7F6-B498-43B3-948B-1728B52AA6E4}">
                <adec:decorative xmlns:adec="http://schemas.microsoft.com/office/drawing/2017/decorative" val="1"/>
              </a:ext>
            </a:extLst>
          </p:cNvPr>
          <p:cNvSpPr>
            <a:spLocks noGrp="1"/>
          </p:cNvSpPr>
          <p:nvPr>
            <p:ph type="sldNum" sz="quarter" idx="29"/>
          </p:nvPr>
        </p:nvSpPr>
        <p:spPr/>
        <p:txBody>
          <a:bodyPr/>
          <a:lstStyle/>
          <a:p>
            <a:fld id="{525A3C56-E491-49B2-93F3-63532DF516BC}" type="slidenum">
              <a:rPr lang="en-US" noProof="0" smtClean="0"/>
              <a:pPr/>
              <a:t>‹n°›</a:t>
            </a:fld>
            <a:endParaRPr lang="en-US" noProof="0"/>
          </a:p>
        </p:txBody>
      </p:sp>
    </p:spTree>
    <p:extLst>
      <p:ext uri="{BB962C8B-B14F-4D97-AF65-F5344CB8AC3E}">
        <p14:creationId xmlns:p14="http://schemas.microsoft.com/office/powerpoint/2010/main" val="2324569545"/>
      </p:ext>
    </p:extLst>
  </p:cSld>
  <p:clrMapOvr>
    <a:masterClrMapping/>
  </p:clrMapOvr>
  <p:transition/>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Large image right+conten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7F0E22E1-2CCF-9AA7-4663-E0C5B011C1A9}"/>
              </a:ext>
            </a:extLst>
          </p:cNvPr>
          <p:cNvSpPr>
            <a:spLocks noGrp="1"/>
          </p:cNvSpPr>
          <p:nvPr>
            <p:ph type="title" hasCustomPrompt="1"/>
          </p:nvPr>
        </p:nvSpPr>
        <p:spPr>
          <a:xfrm>
            <a:off x="766763" y="682514"/>
            <a:ext cx="4572000" cy="532765"/>
          </a:xfrm>
        </p:spPr>
        <p:txBody>
          <a:bodyPr/>
          <a:lstStyle/>
          <a:p>
            <a:r>
              <a:rPr lang="en-US"/>
              <a:t>Click to add title</a:t>
            </a:r>
          </a:p>
        </p:txBody>
      </p:sp>
      <p:sp>
        <p:nvSpPr>
          <p:cNvPr id="6" name="Content Placeholder 20">
            <a:extLst>
              <a:ext uri="{FF2B5EF4-FFF2-40B4-BE49-F238E27FC236}">
                <a16:creationId xmlns:a16="http://schemas.microsoft.com/office/drawing/2014/main" id="{33476934-CF78-2D44-A533-364A3E20704C}"/>
              </a:ext>
            </a:extLst>
          </p:cNvPr>
          <p:cNvSpPr>
            <a:spLocks noGrp="1"/>
          </p:cNvSpPr>
          <p:nvPr>
            <p:ph sz="quarter" idx="17" hasCustomPrompt="1"/>
          </p:nvPr>
        </p:nvSpPr>
        <p:spPr>
          <a:xfrm>
            <a:off x="766763" y="1527175"/>
            <a:ext cx="4567237" cy="4565651"/>
          </a:xfrm>
          <a:prstGeom prst="rect">
            <a:avLst/>
          </a:prstGeom>
        </p:spPr>
        <p:txBody>
          <a:bodyPr lIns="0" tIns="0" rIns="0" bIns="0">
            <a:noAutofit/>
          </a:bodyPr>
          <a:lstStyle>
            <a:lvl1pPr marL="0" indent="0">
              <a:spcBef>
                <a:spcPts val="500"/>
              </a:spcBef>
              <a:buClr>
                <a:schemeClr val="tx1"/>
              </a:buClr>
              <a:buSzPct val="110000"/>
              <a:buFont typeface="Arial" pitchFamily="34" charset="0"/>
              <a:buNone/>
              <a:defRPr sz="2000">
                <a:solidFill>
                  <a:schemeClr val="tx1"/>
                </a:solidFill>
                <a:latin typeface="+mn-lt"/>
              </a:defRPr>
            </a:lvl1pPr>
            <a:lvl2pPr marL="263525" indent="-263525">
              <a:spcBef>
                <a:spcPts val="500"/>
              </a:spcBef>
              <a:buClr>
                <a:schemeClr val="tx1"/>
              </a:buClr>
              <a:buSzPct val="110000"/>
              <a:buFont typeface="Arial" pitchFamily="34" charset="0"/>
              <a:buChar char="•"/>
              <a:defRPr sz="2000" baseline="0">
                <a:solidFill>
                  <a:schemeClr val="tx1"/>
                </a:solidFill>
                <a:latin typeface="Arial" pitchFamily="34" charset="0"/>
              </a:defRPr>
            </a:lvl2pPr>
            <a:lvl3pPr marL="536575" indent="-273050">
              <a:spcBef>
                <a:spcPts val="500"/>
              </a:spcBef>
              <a:buClr>
                <a:schemeClr val="tx1"/>
              </a:buClr>
              <a:buSzTx/>
              <a:buFont typeface="Calibri" panose="020F0502020204030204" pitchFamily="34" charset="0"/>
              <a:buChar char="–"/>
              <a:defRPr sz="1800">
                <a:solidFill>
                  <a:schemeClr val="tx1"/>
                </a:solidFill>
                <a:latin typeface="Arial" pitchFamily="34" charset="0"/>
              </a:defRPr>
            </a:lvl3pPr>
            <a:lvl4pPr marL="811213" indent="-274638">
              <a:spcBef>
                <a:spcPts val="500"/>
              </a:spcBef>
              <a:buClr>
                <a:schemeClr val="tx1"/>
              </a:buClr>
              <a:buSzPct val="110000"/>
              <a:buFont typeface="Wingdings" pitchFamily="2" charset="2"/>
              <a:buChar char="§"/>
              <a:defRPr sz="1600">
                <a:solidFill>
                  <a:schemeClr val="tx1"/>
                </a:solidFill>
                <a:latin typeface="Arial" pitchFamily="34" charset="0"/>
              </a:defRPr>
            </a:lvl4pPr>
            <a:lvl5pPr marL="1074738" indent="-263525">
              <a:spcBef>
                <a:spcPts val="500"/>
              </a:spcBef>
              <a:buClr>
                <a:schemeClr val="tx1"/>
              </a:buClr>
              <a:buSzPct val="110000"/>
              <a:buFont typeface="Courier New" panose="02070309020205020404" pitchFamily="49" charset="0"/>
              <a:buChar char="o"/>
              <a:defRPr sz="1400">
                <a:solidFill>
                  <a:schemeClr val="tx1"/>
                </a:solidFill>
                <a:latin typeface="Arial" pitchFamily="34" charset="0"/>
              </a:defRPr>
            </a:lvl5pPr>
            <a:lvl6pPr marL="1136650" indent="-215900">
              <a:spcBef>
                <a:spcPts val="500"/>
              </a:spcBef>
              <a:buClr>
                <a:schemeClr val="tx1">
                  <a:lumMod val="60000"/>
                  <a:lumOff val="40000"/>
                </a:schemeClr>
              </a:buClr>
              <a:buFont typeface="Verdana" pitchFamily="34" charset="0"/>
              <a:buChar char="•"/>
              <a:defRPr sz="1400" baseline="0">
                <a:solidFill>
                  <a:schemeClr val="tx1"/>
                </a:solidFill>
              </a:defRPr>
            </a:lvl6pPr>
            <a:lvl7pPr marL="1343025" indent="-228600">
              <a:spcBef>
                <a:spcPts val="500"/>
              </a:spcBef>
              <a:buClr>
                <a:schemeClr val="tx1">
                  <a:lumMod val="60000"/>
                  <a:lumOff val="40000"/>
                </a:schemeClr>
              </a:buClr>
              <a:buFont typeface="Verdana" pitchFamily="34" charset="0"/>
              <a:buChar char="•"/>
              <a:defRPr sz="1400" baseline="0">
                <a:solidFill>
                  <a:schemeClr val="tx1"/>
                </a:solidFill>
              </a:defRPr>
            </a:lvl7pPr>
          </a:lstStyle>
          <a:p>
            <a:pPr marL="0" marR="0" lvl="0" indent="0" algn="l" defTabSz="914400" rtl="0" eaLnBrk="1" fontAlgn="auto" latinLnBrk="0" hangingPunct="1">
              <a:lnSpc>
                <a:spcPct val="100000"/>
              </a:lnSpc>
              <a:spcBef>
                <a:spcPts val="500"/>
              </a:spcBef>
              <a:spcAft>
                <a:spcPts val="0"/>
              </a:spcAft>
              <a:buClr>
                <a:schemeClr val="tx1"/>
              </a:buClr>
              <a:buSzPct val="110000"/>
              <a:buFont typeface="Arial" pitchFamily="34" charset="0"/>
              <a:buNone/>
              <a:tabLst/>
              <a:defRPr/>
            </a:pPr>
            <a:r>
              <a:rPr lang="en-US" noProof="0"/>
              <a:t>Click to add text or select icon to insert content.</a:t>
            </a:r>
          </a:p>
        </p:txBody>
      </p:sp>
      <p:sp>
        <p:nvSpPr>
          <p:cNvPr id="2" name="Footer Placeholder 1">
            <a:extLst>
              <a:ext uri="{FF2B5EF4-FFF2-40B4-BE49-F238E27FC236}">
                <a16:creationId xmlns:a16="http://schemas.microsoft.com/office/drawing/2014/main" id="{A2777F67-088D-169E-D23B-911C753C5CE2}"/>
              </a:ext>
              <a:ext uri="{C183D7F6-B498-43B3-948B-1728B52AA6E4}">
                <adec:decorative xmlns:adec="http://schemas.microsoft.com/office/drawing/2017/decorative" val="1"/>
              </a:ext>
            </a:extLst>
          </p:cNvPr>
          <p:cNvSpPr>
            <a:spLocks noGrp="1"/>
          </p:cNvSpPr>
          <p:nvPr>
            <p:ph type="ftr" sz="quarter" idx="21"/>
          </p:nvPr>
        </p:nvSpPr>
        <p:spPr/>
        <p:txBody>
          <a:bodyPr/>
          <a:lstStyle/>
          <a:p>
            <a:endParaRPr lang="en-US" noProof="0"/>
          </a:p>
        </p:txBody>
      </p:sp>
      <p:sp>
        <p:nvSpPr>
          <p:cNvPr id="10" name="Slide Number Placeholder 9">
            <a:extLst>
              <a:ext uri="{FF2B5EF4-FFF2-40B4-BE49-F238E27FC236}">
                <a16:creationId xmlns:a16="http://schemas.microsoft.com/office/drawing/2014/main" id="{B0190D9E-5F99-B4FA-2E16-8DFE9960A3B1}"/>
              </a:ext>
              <a:ext uri="{C183D7F6-B498-43B3-948B-1728B52AA6E4}">
                <adec:decorative xmlns:adec="http://schemas.microsoft.com/office/drawing/2017/decorative" val="1"/>
              </a:ext>
            </a:extLst>
          </p:cNvPr>
          <p:cNvSpPr>
            <a:spLocks noGrp="1"/>
          </p:cNvSpPr>
          <p:nvPr>
            <p:ph type="sldNum" sz="quarter" idx="20"/>
          </p:nvPr>
        </p:nvSpPr>
        <p:spPr/>
        <p:txBody>
          <a:bodyPr/>
          <a:lstStyle/>
          <a:p>
            <a:fld id="{525A3C56-E491-49B2-93F3-63532DF516BC}" type="slidenum">
              <a:rPr lang="en-US" noProof="0" smtClean="0"/>
              <a:pPr/>
              <a:t>‹n°›</a:t>
            </a:fld>
            <a:endParaRPr lang="en-US" noProof="0"/>
          </a:p>
        </p:txBody>
      </p:sp>
      <p:sp>
        <p:nvSpPr>
          <p:cNvPr id="4" name="Picture Placeholder 13">
            <a:extLst>
              <a:ext uri="{FF2B5EF4-FFF2-40B4-BE49-F238E27FC236}">
                <a16:creationId xmlns:a16="http://schemas.microsoft.com/office/drawing/2014/main" id="{F81F20BE-1A75-9622-C675-7A66B2B00211}"/>
              </a:ext>
            </a:extLst>
          </p:cNvPr>
          <p:cNvSpPr>
            <a:spLocks noGrp="1"/>
          </p:cNvSpPr>
          <p:nvPr>
            <p:ph type="pic" sz="quarter" idx="16"/>
          </p:nvPr>
        </p:nvSpPr>
        <p:spPr>
          <a:xfrm>
            <a:off x="6096000" y="765175"/>
            <a:ext cx="5330712" cy="5331600"/>
          </a:xfrm>
          <a:custGeom>
            <a:avLst/>
            <a:gdLst>
              <a:gd name="connsiteX0" fmla="*/ 0 w 5308600"/>
              <a:gd name="connsiteY0" fmla="*/ 0 h 5295900"/>
              <a:gd name="connsiteX1" fmla="*/ 5308600 w 5308600"/>
              <a:gd name="connsiteY1" fmla="*/ 0 h 5295900"/>
              <a:gd name="connsiteX2" fmla="*/ 5308600 w 5308600"/>
              <a:gd name="connsiteY2" fmla="*/ 5295900 h 5295900"/>
              <a:gd name="connsiteX3" fmla="*/ 1771200 w 5308600"/>
              <a:gd name="connsiteY3" fmla="*/ 5289553 h 5295900"/>
              <a:gd name="connsiteX4" fmla="*/ 1771200 w 5308600"/>
              <a:gd name="connsiteY4" fmla="*/ 3524700 h 5295900"/>
              <a:gd name="connsiteX5" fmla="*/ 0 w 5308600"/>
              <a:gd name="connsiteY5" fmla="*/ 3524700 h 52959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308600" h="5295900">
                <a:moveTo>
                  <a:pt x="0" y="0"/>
                </a:moveTo>
                <a:lnTo>
                  <a:pt x="5308600" y="0"/>
                </a:lnTo>
                <a:lnTo>
                  <a:pt x="5308600" y="5295900"/>
                </a:lnTo>
                <a:lnTo>
                  <a:pt x="1771200" y="5289553"/>
                </a:lnTo>
                <a:lnTo>
                  <a:pt x="1771200" y="3524700"/>
                </a:lnTo>
                <a:lnTo>
                  <a:pt x="0" y="3524700"/>
                </a:lnTo>
                <a:close/>
              </a:path>
            </a:pathLst>
          </a:custGeom>
        </p:spPr>
        <p:txBody>
          <a:bodyPr wrap="square">
            <a:noAutofit/>
          </a:bodyPr>
          <a:lstStyle>
            <a:lvl1pPr marL="0" indent="0">
              <a:buNone/>
              <a:defRPr/>
            </a:lvl1pPr>
          </a:lstStyle>
          <a:p>
            <a:r>
              <a:rPr lang="fr-CA"/>
              <a:t>Cliquez sur l'icône pour ajouter une image</a:t>
            </a:r>
            <a:endParaRPr lang="en-GB" dirty="0"/>
          </a:p>
        </p:txBody>
      </p:sp>
      <p:sp>
        <p:nvSpPr>
          <p:cNvPr id="8" name="Freeform 7" descr="CGI cornerstone">
            <a:extLst>
              <a:ext uri="{FF2B5EF4-FFF2-40B4-BE49-F238E27FC236}">
                <a16:creationId xmlns:a16="http://schemas.microsoft.com/office/drawing/2014/main" id="{99515FB6-455C-4CD5-9EC4-D28B84B6F078}"/>
              </a:ext>
              <a:ext uri="{C183D7F6-B498-43B3-948B-1728B52AA6E4}">
                <adec:decorative xmlns:adec="http://schemas.microsoft.com/office/drawing/2017/decorative" val="0"/>
              </a:ext>
            </a:extLst>
          </p:cNvPr>
          <p:cNvSpPr>
            <a:spLocks/>
          </p:cNvSpPr>
          <p:nvPr userDrawn="1"/>
        </p:nvSpPr>
        <p:spPr bwMode="auto">
          <a:xfrm rot="16200000" flipH="1">
            <a:off x="6095999" y="4307225"/>
            <a:ext cx="1785600" cy="1785600"/>
          </a:xfrm>
          <a:custGeom>
            <a:avLst/>
            <a:gdLst>
              <a:gd name="T0" fmla="*/ 0 w 4337"/>
              <a:gd name="T1" fmla="*/ 0 h 4312"/>
              <a:gd name="T2" fmla="*/ 0 w 4337"/>
              <a:gd name="T3" fmla="*/ 4312 h 4312"/>
              <a:gd name="T4" fmla="*/ 4337 w 4337"/>
              <a:gd name="T5" fmla="*/ 4312 h 4312"/>
              <a:gd name="T6" fmla="*/ 4337 w 4337"/>
              <a:gd name="T7" fmla="*/ 2586 h 4312"/>
              <a:gd name="T8" fmla="*/ 1736 w 4337"/>
              <a:gd name="T9" fmla="*/ 2586 h 4312"/>
              <a:gd name="T10" fmla="*/ 1736 w 4337"/>
              <a:gd name="T11" fmla="*/ 0 h 4312"/>
              <a:gd name="T12" fmla="*/ 0 w 4337"/>
              <a:gd name="T13" fmla="*/ 0 h 4312"/>
            </a:gdLst>
            <a:ahLst/>
            <a:cxnLst>
              <a:cxn ang="0">
                <a:pos x="T0" y="T1"/>
              </a:cxn>
              <a:cxn ang="0">
                <a:pos x="T2" y="T3"/>
              </a:cxn>
              <a:cxn ang="0">
                <a:pos x="T4" y="T5"/>
              </a:cxn>
              <a:cxn ang="0">
                <a:pos x="T6" y="T7"/>
              </a:cxn>
              <a:cxn ang="0">
                <a:pos x="T8" y="T9"/>
              </a:cxn>
              <a:cxn ang="0">
                <a:pos x="T10" y="T11"/>
              </a:cxn>
              <a:cxn ang="0">
                <a:pos x="T12" y="T13"/>
              </a:cxn>
            </a:cxnLst>
            <a:rect l="0" t="0" r="r" b="b"/>
            <a:pathLst>
              <a:path w="4337" h="4312">
                <a:moveTo>
                  <a:pt x="0" y="0"/>
                </a:moveTo>
                <a:lnTo>
                  <a:pt x="0" y="4312"/>
                </a:lnTo>
                <a:lnTo>
                  <a:pt x="4337" y="4312"/>
                </a:lnTo>
                <a:lnTo>
                  <a:pt x="4337" y="2586"/>
                </a:lnTo>
                <a:lnTo>
                  <a:pt x="1736" y="2586"/>
                </a:lnTo>
                <a:lnTo>
                  <a:pt x="1736" y="0"/>
                </a:lnTo>
                <a:lnTo>
                  <a:pt x="0" y="0"/>
                </a:lnTo>
                <a:close/>
              </a:path>
            </a:pathLst>
          </a:custGeom>
          <a:gradFill flip="none" rotWithShape="1">
            <a:gsLst>
              <a:gs pos="66000">
                <a:srgbClr val="FF6A00"/>
              </a:gs>
              <a:gs pos="33000">
                <a:srgbClr val="E31937"/>
              </a:gs>
              <a:gs pos="0">
                <a:srgbClr val="991F3D"/>
              </a:gs>
              <a:gs pos="100000">
                <a:srgbClr val="FFCDD2"/>
              </a:gs>
            </a:gsLst>
            <a:lin ang="0" scaled="0"/>
          </a:gradFill>
          <a:ln w="9525" algn="ctr">
            <a:noFill/>
            <a:miter lim="800000"/>
          </a:ln>
          <a:effectLst/>
        </p:spPr>
        <p:txBody>
          <a:bodyPr lIns="63500" tIns="0" rIns="64800" bIns="0" rtlCol="0" anchor="ctr">
            <a:noAutofit/>
          </a:bodyPr>
          <a:lstStyle/>
          <a:p>
            <a:pPr lvl="0" algn="ctr">
              <a:spcBef>
                <a:spcPct val="0"/>
              </a:spcBef>
              <a:buClrTx/>
              <a:buSzPct val="90000"/>
            </a:pPr>
            <a:endParaRPr lang="en-US" sz="1600" b="1" noProof="0">
              <a:solidFill>
                <a:schemeClr val="bg1"/>
              </a:solidFill>
              <a:cs typeface="Arial" pitchFamily="34" charset="0"/>
            </a:endParaRPr>
          </a:p>
        </p:txBody>
      </p:sp>
    </p:spTree>
    <p:extLst>
      <p:ext uri="{BB962C8B-B14F-4D97-AF65-F5344CB8AC3E}">
        <p14:creationId xmlns:p14="http://schemas.microsoft.com/office/powerpoint/2010/main" val="3767757441"/>
      </p:ext>
    </p:extLst>
  </p:cSld>
  <p:clrMapOvr>
    <a:masterClrMapping/>
  </p:clrMapOvr>
  <p:transition/>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Large title +right image">
    <p:spTree>
      <p:nvGrpSpPr>
        <p:cNvPr id="1" name=""/>
        <p:cNvGrpSpPr/>
        <p:nvPr/>
      </p:nvGrpSpPr>
      <p:grpSpPr>
        <a:xfrm>
          <a:off x="0" y="0"/>
          <a:ext cx="0" cy="0"/>
          <a:chOff x="0" y="0"/>
          <a:chExt cx="0" cy="0"/>
        </a:xfrm>
      </p:grpSpPr>
      <p:sp>
        <p:nvSpPr>
          <p:cNvPr id="4" name="Title Placeholder 1">
            <a:extLst>
              <a:ext uri="{FF2B5EF4-FFF2-40B4-BE49-F238E27FC236}">
                <a16:creationId xmlns:a16="http://schemas.microsoft.com/office/drawing/2014/main" id="{17AC7F31-D848-7A42-9ED8-A1A89D3409FC}"/>
              </a:ext>
            </a:extLst>
          </p:cNvPr>
          <p:cNvSpPr>
            <a:spLocks noGrp="1"/>
          </p:cNvSpPr>
          <p:nvPr>
            <p:ph type="title" hasCustomPrompt="1"/>
          </p:nvPr>
        </p:nvSpPr>
        <p:spPr>
          <a:xfrm>
            <a:off x="766764" y="619403"/>
            <a:ext cx="4567237" cy="2508110"/>
          </a:xfrm>
          <a:prstGeom prst="rect">
            <a:avLst/>
          </a:prstGeom>
        </p:spPr>
        <p:txBody>
          <a:bodyPr vert="horz" lIns="0" tIns="0" rIns="0" bIns="0" rtlCol="0" anchor="t" anchorCtr="0">
            <a:noAutofit/>
          </a:bodyPr>
          <a:lstStyle>
            <a:lvl1pPr>
              <a:defRPr sz="4800">
                <a:solidFill>
                  <a:schemeClr val="tx1"/>
                </a:solidFill>
              </a:defRPr>
            </a:lvl1pPr>
          </a:lstStyle>
          <a:p>
            <a:r>
              <a:rPr lang="en-US" noProof="0"/>
              <a:t>Click to add title</a:t>
            </a:r>
          </a:p>
        </p:txBody>
      </p:sp>
      <p:sp>
        <p:nvSpPr>
          <p:cNvPr id="5" name="Content Placeholder 20">
            <a:extLst>
              <a:ext uri="{FF2B5EF4-FFF2-40B4-BE49-F238E27FC236}">
                <a16:creationId xmlns:a16="http://schemas.microsoft.com/office/drawing/2014/main" id="{B70092EE-877E-F647-8457-99B829A53438}"/>
              </a:ext>
            </a:extLst>
          </p:cNvPr>
          <p:cNvSpPr>
            <a:spLocks noGrp="1"/>
          </p:cNvSpPr>
          <p:nvPr>
            <p:ph sz="quarter" idx="17" hasCustomPrompt="1"/>
          </p:nvPr>
        </p:nvSpPr>
        <p:spPr>
          <a:xfrm>
            <a:off x="766764" y="3429000"/>
            <a:ext cx="4567237" cy="2663825"/>
          </a:xfrm>
          <a:prstGeom prst="rect">
            <a:avLst/>
          </a:prstGeom>
          <a:noFill/>
        </p:spPr>
        <p:txBody>
          <a:bodyPr lIns="0" tIns="0" rIns="0" bIns="0">
            <a:noAutofit/>
          </a:bodyPr>
          <a:lstStyle>
            <a:lvl1pPr marL="0" indent="0">
              <a:spcBef>
                <a:spcPts val="500"/>
              </a:spcBef>
              <a:buClr>
                <a:schemeClr val="tx1"/>
              </a:buClr>
              <a:buSzPct val="110000"/>
              <a:buFont typeface="Arial" pitchFamily="34" charset="0"/>
              <a:buNone/>
              <a:defRPr sz="2000" b="0">
                <a:solidFill>
                  <a:schemeClr val="tx1"/>
                </a:solidFill>
                <a:latin typeface="+mn-lt"/>
              </a:defRPr>
            </a:lvl1pPr>
            <a:lvl2pPr marL="263525" indent="-263525">
              <a:spcBef>
                <a:spcPts val="500"/>
              </a:spcBef>
              <a:buClr>
                <a:schemeClr val="tx1"/>
              </a:buClr>
              <a:buSzPct val="110000"/>
              <a:buFont typeface="Arial" pitchFamily="34" charset="0"/>
              <a:buChar char="•"/>
              <a:defRPr sz="2000" baseline="0">
                <a:solidFill>
                  <a:schemeClr val="tx1"/>
                </a:solidFill>
                <a:latin typeface="Arial" pitchFamily="34" charset="0"/>
              </a:defRPr>
            </a:lvl2pPr>
            <a:lvl3pPr marL="536575" indent="-273050">
              <a:spcBef>
                <a:spcPts val="500"/>
              </a:spcBef>
              <a:buClr>
                <a:schemeClr val="tx1"/>
              </a:buClr>
              <a:buSzTx/>
              <a:buFont typeface="Calibri" panose="020F0502020204030204" pitchFamily="34" charset="0"/>
              <a:buChar char="–"/>
              <a:defRPr sz="1800">
                <a:solidFill>
                  <a:schemeClr val="tx1"/>
                </a:solidFill>
                <a:latin typeface="Arial" pitchFamily="34" charset="0"/>
              </a:defRPr>
            </a:lvl3pPr>
            <a:lvl4pPr marL="811213" indent="-274638">
              <a:spcBef>
                <a:spcPts val="500"/>
              </a:spcBef>
              <a:buClr>
                <a:schemeClr val="tx1"/>
              </a:buClr>
              <a:buSzPct val="110000"/>
              <a:buFont typeface="Wingdings" pitchFamily="2" charset="2"/>
              <a:buChar char="§"/>
              <a:defRPr sz="1600">
                <a:solidFill>
                  <a:schemeClr val="tx1"/>
                </a:solidFill>
                <a:latin typeface="Arial" pitchFamily="34" charset="0"/>
              </a:defRPr>
            </a:lvl4pPr>
            <a:lvl5pPr marL="1074738" indent="-263525">
              <a:spcBef>
                <a:spcPts val="500"/>
              </a:spcBef>
              <a:buClr>
                <a:schemeClr val="tx1"/>
              </a:buClr>
              <a:buSzPct val="110000"/>
              <a:buFont typeface="Courier New" panose="02070309020205020404" pitchFamily="49" charset="0"/>
              <a:buChar char="o"/>
              <a:defRPr sz="1400">
                <a:solidFill>
                  <a:schemeClr val="tx1"/>
                </a:solidFill>
                <a:latin typeface="Arial" pitchFamily="34" charset="0"/>
              </a:defRPr>
            </a:lvl5pPr>
            <a:lvl6pPr marL="1136650" indent="-215900">
              <a:spcBef>
                <a:spcPts val="500"/>
              </a:spcBef>
              <a:buClr>
                <a:schemeClr val="accent1"/>
              </a:buClr>
              <a:buFont typeface="Verdana" pitchFamily="34" charset="0"/>
              <a:buChar char="•"/>
              <a:defRPr sz="1400" baseline="0">
                <a:solidFill>
                  <a:schemeClr val="tx1"/>
                </a:solidFill>
              </a:defRPr>
            </a:lvl6pPr>
            <a:lvl7pPr marL="1343025" indent="-228600">
              <a:spcBef>
                <a:spcPts val="500"/>
              </a:spcBef>
              <a:buClr>
                <a:schemeClr val="tx1">
                  <a:lumMod val="60000"/>
                  <a:lumOff val="40000"/>
                </a:schemeClr>
              </a:buClr>
              <a:buFont typeface="Verdana" pitchFamily="34" charset="0"/>
              <a:buChar char="•"/>
              <a:defRPr sz="1400" baseline="0">
                <a:solidFill>
                  <a:schemeClr val="tx1"/>
                </a:solidFill>
              </a:defRPr>
            </a:lvl7pPr>
          </a:lstStyle>
          <a:p>
            <a:pPr lvl="0"/>
            <a:r>
              <a:rPr lang="en-US" noProof="0"/>
              <a:t>Click to add text or select icon to insert content.</a:t>
            </a:r>
          </a:p>
        </p:txBody>
      </p:sp>
      <p:sp>
        <p:nvSpPr>
          <p:cNvPr id="6" name="Picture Placeholder 2" descr="Image placeholder. Click icon to add image. Images are available to download from the Brand Source image library.&#10;">
            <a:extLst>
              <a:ext uri="{FF2B5EF4-FFF2-40B4-BE49-F238E27FC236}">
                <a16:creationId xmlns:a16="http://schemas.microsoft.com/office/drawing/2014/main" id="{84A30FA9-EFE0-BD49-888A-59263379F2F6}"/>
              </a:ext>
              <a:ext uri="{C183D7F6-B498-43B3-948B-1728B52AA6E4}">
                <adec:decorative xmlns:adec="http://schemas.microsoft.com/office/drawing/2017/decorative" val="0"/>
              </a:ext>
            </a:extLst>
          </p:cNvPr>
          <p:cNvSpPr>
            <a:spLocks noGrp="1"/>
          </p:cNvSpPr>
          <p:nvPr>
            <p:ph type="pic" sz="quarter" idx="18" hasCustomPrompt="1"/>
          </p:nvPr>
        </p:nvSpPr>
        <p:spPr>
          <a:xfrm>
            <a:off x="6096000" y="765174"/>
            <a:ext cx="5329239" cy="5327651"/>
          </a:xfrm>
          <a:prstGeom prst="rect">
            <a:avLst/>
          </a:prstGeom>
        </p:spPr>
        <p:txBody>
          <a:bodyPr anchor="t" anchorCtr="0">
            <a:noAutofit/>
          </a:bodyPr>
          <a:lstStyle>
            <a:lvl1pPr marL="0" indent="0" algn="l">
              <a:buNone/>
              <a:defRPr sz="1800">
                <a:sym typeface="Wingdings" panose="05000000000000000000" pitchFamily="2" charset="2"/>
              </a:defRPr>
            </a:lvl1pPr>
          </a:lstStyle>
          <a:p>
            <a:r>
              <a:rPr lang="en-US" noProof="0"/>
              <a:t>Click icon to add image. Images are available to download from the Brand Source image library  brand.cgi.com</a:t>
            </a:r>
          </a:p>
        </p:txBody>
      </p:sp>
      <p:sp>
        <p:nvSpPr>
          <p:cNvPr id="2" name="Footer Placeholder 1">
            <a:extLst>
              <a:ext uri="{FF2B5EF4-FFF2-40B4-BE49-F238E27FC236}">
                <a16:creationId xmlns:a16="http://schemas.microsoft.com/office/drawing/2014/main" id="{4AD02D09-217C-4FEB-7C49-069EB2FC1E2B}"/>
              </a:ext>
              <a:ext uri="{C183D7F6-B498-43B3-948B-1728B52AA6E4}">
                <adec:decorative xmlns:adec="http://schemas.microsoft.com/office/drawing/2017/decorative" val="1"/>
              </a:ext>
            </a:extLst>
          </p:cNvPr>
          <p:cNvSpPr>
            <a:spLocks noGrp="1"/>
          </p:cNvSpPr>
          <p:nvPr>
            <p:ph type="ftr" sz="quarter" idx="22"/>
          </p:nvPr>
        </p:nvSpPr>
        <p:spPr/>
        <p:txBody>
          <a:bodyPr/>
          <a:lstStyle/>
          <a:p>
            <a:endParaRPr lang="en-US" noProof="0"/>
          </a:p>
        </p:txBody>
      </p:sp>
      <p:sp>
        <p:nvSpPr>
          <p:cNvPr id="10" name="Slide Number Placeholder 9">
            <a:extLst>
              <a:ext uri="{FF2B5EF4-FFF2-40B4-BE49-F238E27FC236}">
                <a16:creationId xmlns:a16="http://schemas.microsoft.com/office/drawing/2014/main" id="{5D94A19A-67D7-850F-8887-B4BFAF0A2CED}"/>
              </a:ext>
              <a:ext uri="{C183D7F6-B498-43B3-948B-1728B52AA6E4}">
                <adec:decorative xmlns:adec="http://schemas.microsoft.com/office/drawing/2017/decorative" val="1"/>
              </a:ext>
            </a:extLst>
          </p:cNvPr>
          <p:cNvSpPr>
            <a:spLocks noGrp="1"/>
          </p:cNvSpPr>
          <p:nvPr>
            <p:ph type="sldNum" sz="quarter" idx="21"/>
          </p:nvPr>
        </p:nvSpPr>
        <p:spPr/>
        <p:txBody>
          <a:bodyPr/>
          <a:lstStyle/>
          <a:p>
            <a:fld id="{525A3C56-E491-49B2-93F3-63532DF516BC}" type="slidenum">
              <a:rPr lang="en-US" noProof="0" smtClean="0"/>
              <a:pPr/>
              <a:t>‹n°›</a:t>
            </a:fld>
            <a:endParaRPr lang="en-US" noProof="0"/>
          </a:p>
        </p:txBody>
      </p:sp>
    </p:spTree>
    <p:extLst>
      <p:ext uri="{BB962C8B-B14F-4D97-AF65-F5344CB8AC3E}">
        <p14:creationId xmlns:p14="http://schemas.microsoft.com/office/powerpoint/2010/main" val="764821314"/>
      </p:ext>
    </p:extLst>
  </p:cSld>
  <p:clrMapOvr>
    <a:masterClrMapping/>
  </p:clrMapOvr>
  <p:transition/>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Large title+right graphic device">
    <p:spTree>
      <p:nvGrpSpPr>
        <p:cNvPr id="1" name=""/>
        <p:cNvGrpSpPr/>
        <p:nvPr/>
      </p:nvGrpSpPr>
      <p:grpSpPr>
        <a:xfrm>
          <a:off x="0" y="0"/>
          <a:ext cx="0" cy="0"/>
          <a:chOff x="0" y="0"/>
          <a:chExt cx="0" cy="0"/>
        </a:xfrm>
      </p:grpSpPr>
      <p:sp>
        <p:nvSpPr>
          <p:cNvPr id="7" name="Title Placeholder 1">
            <a:extLst>
              <a:ext uri="{FF2B5EF4-FFF2-40B4-BE49-F238E27FC236}">
                <a16:creationId xmlns:a16="http://schemas.microsoft.com/office/drawing/2014/main" id="{BEBAC359-7971-3346-8D90-684CC25CF1B3}"/>
              </a:ext>
            </a:extLst>
          </p:cNvPr>
          <p:cNvSpPr>
            <a:spLocks noGrp="1"/>
          </p:cNvSpPr>
          <p:nvPr>
            <p:ph type="title" hasCustomPrompt="1"/>
          </p:nvPr>
        </p:nvSpPr>
        <p:spPr>
          <a:xfrm>
            <a:off x="767700" y="619403"/>
            <a:ext cx="4556776" cy="2508110"/>
          </a:xfrm>
          <a:prstGeom prst="rect">
            <a:avLst/>
          </a:prstGeom>
        </p:spPr>
        <p:txBody>
          <a:bodyPr vert="horz" lIns="0" tIns="0" rIns="0" bIns="0" rtlCol="0" anchor="t" anchorCtr="0">
            <a:noAutofit/>
          </a:bodyPr>
          <a:lstStyle>
            <a:lvl1pPr>
              <a:defRPr sz="4800">
                <a:solidFill>
                  <a:schemeClr val="tx1"/>
                </a:solidFill>
              </a:defRPr>
            </a:lvl1pPr>
          </a:lstStyle>
          <a:p>
            <a:r>
              <a:rPr lang="en-US" noProof="0"/>
              <a:t>Click to add title</a:t>
            </a:r>
          </a:p>
        </p:txBody>
      </p:sp>
      <p:sp>
        <p:nvSpPr>
          <p:cNvPr id="10" name="Content Placeholder 20">
            <a:extLst>
              <a:ext uri="{FF2B5EF4-FFF2-40B4-BE49-F238E27FC236}">
                <a16:creationId xmlns:a16="http://schemas.microsoft.com/office/drawing/2014/main" id="{724BBC96-0D1F-2C4D-B3B5-A7EE6A8D87D1}"/>
              </a:ext>
            </a:extLst>
          </p:cNvPr>
          <p:cNvSpPr>
            <a:spLocks noGrp="1"/>
          </p:cNvSpPr>
          <p:nvPr>
            <p:ph sz="quarter" idx="18" hasCustomPrompt="1"/>
          </p:nvPr>
        </p:nvSpPr>
        <p:spPr>
          <a:xfrm>
            <a:off x="766763" y="3429000"/>
            <a:ext cx="4567237" cy="2663825"/>
          </a:xfrm>
          <a:prstGeom prst="rect">
            <a:avLst/>
          </a:prstGeom>
        </p:spPr>
        <p:txBody>
          <a:bodyPr lIns="0" tIns="0" rIns="0" bIns="0">
            <a:noAutofit/>
          </a:bodyPr>
          <a:lstStyle>
            <a:lvl1pPr marL="0" indent="0">
              <a:spcBef>
                <a:spcPct val="0"/>
              </a:spcBef>
              <a:buClrTx/>
              <a:buSzTx/>
              <a:buFont typeface="Arial" pitchFamily="34" charset="0"/>
              <a:buNone/>
              <a:defRPr sz="2000">
                <a:solidFill>
                  <a:schemeClr val="tx1"/>
                </a:solidFill>
                <a:latin typeface="+mn-lt"/>
              </a:defRPr>
            </a:lvl1pPr>
            <a:lvl2pPr marL="263525" indent="-263525">
              <a:spcBef>
                <a:spcPts val="500"/>
              </a:spcBef>
              <a:buClrTx/>
              <a:buSzTx/>
              <a:buFont typeface="Arial" pitchFamily="34" charset="0"/>
              <a:buChar char="•"/>
              <a:defRPr sz="2000" baseline="0">
                <a:solidFill>
                  <a:schemeClr val="tx1"/>
                </a:solidFill>
                <a:latin typeface="Arial" pitchFamily="34" charset="0"/>
              </a:defRPr>
            </a:lvl2pPr>
            <a:lvl3pPr marL="536575" indent="-273050">
              <a:spcBef>
                <a:spcPts val="500"/>
              </a:spcBef>
              <a:buClrTx/>
              <a:buSzTx/>
              <a:buFont typeface="Calibri" panose="020F0502020204030204" pitchFamily="34" charset="0"/>
              <a:buChar char="–"/>
              <a:defRPr sz="1800">
                <a:solidFill>
                  <a:schemeClr val="tx1"/>
                </a:solidFill>
                <a:latin typeface="Arial" pitchFamily="34" charset="0"/>
              </a:defRPr>
            </a:lvl3pPr>
            <a:lvl4pPr marL="811213" indent="-279400">
              <a:spcBef>
                <a:spcPts val="500"/>
              </a:spcBef>
              <a:buClrTx/>
              <a:buSzTx/>
              <a:buFont typeface="Wingdings" pitchFamily="2" charset="2"/>
              <a:buChar char="§"/>
              <a:defRPr sz="1600">
                <a:solidFill>
                  <a:schemeClr val="tx1"/>
                </a:solidFill>
                <a:latin typeface="Arial" pitchFamily="34" charset="0"/>
              </a:defRPr>
            </a:lvl4pPr>
            <a:lvl5pPr marL="1074738" indent="-263525">
              <a:spcBef>
                <a:spcPts val="500"/>
              </a:spcBef>
              <a:buClrTx/>
              <a:buSzTx/>
              <a:buFont typeface="Courier New" panose="02070309020205020404" pitchFamily="49" charset="0"/>
              <a:buChar char="o"/>
              <a:defRPr sz="1400">
                <a:solidFill>
                  <a:schemeClr val="tx1"/>
                </a:solidFill>
                <a:latin typeface="Arial" pitchFamily="34" charset="0"/>
              </a:defRPr>
            </a:lvl5pPr>
            <a:lvl6pPr marL="1136650" indent="-215900">
              <a:spcBef>
                <a:spcPts val="500"/>
              </a:spcBef>
              <a:buClr>
                <a:schemeClr val="accent1"/>
              </a:buClr>
              <a:buFont typeface="Verdana" pitchFamily="34" charset="0"/>
              <a:buChar char="•"/>
              <a:defRPr sz="1400" baseline="0">
                <a:solidFill>
                  <a:schemeClr val="tx1"/>
                </a:solidFill>
              </a:defRPr>
            </a:lvl6pPr>
            <a:lvl7pPr marL="1343025" indent="-228600">
              <a:spcBef>
                <a:spcPts val="500"/>
              </a:spcBef>
              <a:buClr>
                <a:schemeClr val="tx1">
                  <a:lumMod val="60000"/>
                  <a:lumOff val="40000"/>
                </a:schemeClr>
              </a:buClr>
              <a:buFont typeface="Verdana" pitchFamily="34" charset="0"/>
              <a:buChar char="•"/>
              <a:defRPr sz="1400" baseline="0">
                <a:solidFill>
                  <a:schemeClr val="tx1"/>
                </a:solidFill>
              </a:defRPr>
            </a:lvl7pPr>
          </a:lstStyle>
          <a:p>
            <a:pPr lvl="0"/>
            <a:r>
              <a:rPr lang="en-US" noProof="0"/>
              <a:t>Click to add text or select icon to insert content.</a:t>
            </a:r>
          </a:p>
        </p:txBody>
      </p:sp>
      <p:sp>
        <p:nvSpPr>
          <p:cNvPr id="6" name="Picture placeholder 8" descr="Image placeholder. Click icon to add image. Images are available to download from the Brand Source image library.&#10;">
            <a:extLst>
              <a:ext uri="{FF2B5EF4-FFF2-40B4-BE49-F238E27FC236}">
                <a16:creationId xmlns:a16="http://schemas.microsoft.com/office/drawing/2014/main" id="{C4B7093F-77F3-3449-9E60-BC70230FC0A3}"/>
              </a:ext>
              <a:ext uri="{C183D7F6-B498-43B3-948B-1728B52AA6E4}">
                <adec:decorative xmlns:adec="http://schemas.microsoft.com/office/drawing/2017/decorative" val="0"/>
              </a:ext>
            </a:extLst>
          </p:cNvPr>
          <p:cNvSpPr>
            <a:spLocks noGrp="1" noChangeAspect="1"/>
          </p:cNvSpPr>
          <p:nvPr>
            <p:ph type="pic" sz="quarter" idx="15" hasCustomPrompt="1"/>
          </p:nvPr>
        </p:nvSpPr>
        <p:spPr>
          <a:xfrm>
            <a:off x="6096000" y="765175"/>
            <a:ext cx="5332037" cy="5332038"/>
          </a:xfrm>
          <a:custGeom>
            <a:avLst/>
            <a:gdLst>
              <a:gd name="connsiteX0" fmla="*/ 0 w 6003155"/>
              <a:gd name="connsiteY0" fmla="*/ 0 h 6003156"/>
              <a:gd name="connsiteX1" fmla="*/ 6003155 w 6003155"/>
              <a:gd name="connsiteY1" fmla="*/ 0 h 6003156"/>
              <a:gd name="connsiteX2" fmla="*/ 6003155 w 6003155"/>
              <a:gd name="connsiteY2" fmla="*/ 1 h 6003156"/>
              <a:gd name="connsiteX3" fmla="*/ 6003155 w 6003155"/>
              <a:gd name="connsiteY3" fmla="*/ 2404742 h 6003156"/>
              <a:gd name="connsiteX4" fmla="*/ 6003155 w 6003155"/>
              <a:gd name="connsiteY4" fmla="*/ 6003156 h 6003156"/>
              <a:gd name="connsiteX5" fmla="*/ 3598413 w 6003155"/>
              <a:gd name="connsiteY5" fmla="*/ 6003156 h 6003156"/>
              <a:gd name="connsiteX6" fmla="*/ 3598413 w 6003155"/>
              <a:gd name="connsiteY6" fmla="*/ 2404742 h 6003156"/>
              <a:gd name="connsiteX7" fmla="*/ 0 w 6003155"/>
              <a:gd name="connsiteY7" fmla="*/ 2404742 h 60031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003155" h="6003156">
                <a:moveTo>
                  <a:pt x="0" y="0"/>
                </a:moveTo>
                <a:lnTo>
                  <a:pt x="6003155" y="0"/>
                </a:lnTo>
                <a:lnTo>
                  <a:pt x="6003155" y="1"/>
                </a:lnTo>
                <a:lnTo>
                  <a:pt x="6003155" y="2404742"/>
                </a:lnTo>
                <a:lnTo>
                  <a:pt x="6003155" y="6003156"/>
                </a:lnTo>
                <a:lnTo>
                  <a:pt x="3598413" y="6003156"/>
                </a:lnTo>
                <a:lnTo>
                  <a:pt x="3598413" y="2404742"/>
                </a:lnTo>
                <a:lnTo>
                  <a:pt x="0" y="2404742"/>
                </a:lnTo>
                <a:close/>
              </a:path>
            </a:pathLst>
          </a:custGeom>
          <a:noFill/>
        </p:spPr>
        <p:txBody>
          <a:bodyPr wrap="square">
            <a:noAutofit/>
          </a:bodyPr>
          <a:lstStyle>
            <a:lvl1pPr marL="0" indent="0">
              <a:buNone/>
              <a:defRPr sz="1800">
                <a:sym typeface="Wingdings" panose="05000000000000000000" pitchFamily="2" charset="2"/>
              </a:defRPr>
            </a:lvl1pPr>
          </a:lstStyle>
          <a:p>
            <a:r>
              <a:rPr lang="en-US" sz="1800" noProof="0">
                <a:cs typeface="Arial" pitchFamily="34" charset="0"/>
              </a:rPr>
              <a:t>Click icon to add image. Images are available to download from the Brand Source image library  brand.cgi.com</a:t>
            </a:r>
          </a:p>
        </p:txBody>
      </p:sp>
      <p:sp>
        <p:nvSpPr>
          <p:cNvPr id="2" name="Footer Placeholder 1">
            <a:extLst>
              <a:ext uri="{FF2B5EF4-FFF2-40B4-BE49-F238E27FC236}">
                <a16:creationId xmlns:a16="http://schemas.microsoft.com/office/drawing/2014/main" id="{ADB4C667-0FA7-D609-1ADA-EB0C16E0746E}"/>
              </a:ext>
              <a:ext uri="{C183D7F6-B498-43B3-948B-1728B52AA6E4}">
                <adec:decorative xmlns:adec="http://schemas.microsoft.com/office/drawing/2017/decorative" val="1"/>
              </a:ext>
            </a:extLst>
          </p:cNvPr>
          <p:cNvSpPr>
            <a:spLocks noGrp="1"/>
          </p:cNvSpPr>
          <p:nvPr>
            <p:ph type="ftr" sz="quarter" idx="22"/>
          </p:nvPr>
        </p:nvSpPr>
        <p:spPr/>
        <p:txBody>
          <a:bodyPr/>
          <a:lstStyle/>
          <a:p>
            <a:endParaRPr lang="en-US" noProof="0"/>
          </a:p>
        </p:txBody>
      </p:sp>
      <p:sp>
        <p:nvSpPr>
          <p:cNvPr id="9" name="Slide Number Placeholder 8">
            <a:extLst>
              <a:ext uri="{FF2B5EF4-FFF2-40B4-BE49-F238E27FC236}">
                <a16:creationId xmlns:a16="http://schemas.microsoft.com/office/drawing/2014/main" id="{B2D0C67A-81E4-24D5-8D9F-71A927E7E326}"/>
              </a:ext>
              <a:ext uri="{C183D7F6-B498-43B3-948B-1728B52AA6E4}">
                <adec:decorative xmlns:adec="http://schemas.microsoft.com/office/drawing/2017/decorative" val="1"/>
              </a:ext>
            </a:extLst>
          </p:cNvPr>
          <p:cNvSpPr>
            <a:spLocks noGrp="1"/>
          </p:cNvSpPr>
          <p:nvPr>
            <p:ph type="sldNum" sz="quarter" idx="21"/>
          </p:nvPr>
        </p:nvSpPr>
        <p:spPr/>
        <p:txBody>
          <a:bodyPr/>
          <a:lstStyle/>
          <a:p>
            <a:fld id="{525A3C56-E491-49B2-93F3-63532DF516BC}" type="slidenum">
              <a:rPr lang="en-US" noProof="0" smtClean="0"/>
              <a:pPr/>
              <a:t>‹n°›</a:t>
            </a:fld>
            <a:endParaRPr lang="en-US" noProof="0"/>
          </a:p>
        </p:txBody>
      </p:sp>
    </p:spTree>
    <p:extLst>
      <p:ext uri="{BB962C8B-B14F-4D97-AF65-F5344CB8AC3E}">
        <p14:creationId xmlns:p14="http://schemas.microsoft.com/office/powerpoint/2010/main" val="2598027867"/>
      </p:ext>
    </p:extLst>
  </p:cSld>
  <p:clrMapOvr>
    <a:masterClrMapping/>
  </p:clrMapOvr>
  <p:transition/>
  <p:extLst>
    <p:ext uri="{DCECCB84-F9BA-43D5-87BE-67443E8EF086}">
      <p15:sldGuideLst xmlns:p15="http://schemas.microsoft.com/office/powerpoint/2012/main"/>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Large image left+content">
    <p:spTree>
      <p:nvGrpSpPr>
        <p:cNvPr id="1" name=""/>
        <p:cNvGrpSpPr/>
        <p:nvPr/>
      </p:nvGrpSpPr>
      <p:grpSpPr>
        <a:xfrm>
          <a:off x="0" y="0"/>
          <a:ext cx="0" cy="0"/>
          <a:chOff x="0" y="0"/>
          <a:chExt cx="0" cy="0"/>
        </a:xfrm>
      </p:grpSpPr>
      <p:sp>
        <p:nvSpPr>
          <p:cNvPr id="4" name="Title Placeholder 1">
            <a:extLst>
              <a:ext uri="{FF2B5EF4-FFF2-40B4-BE49-F238E27FC236}">
                <a16:creationId xmlns:a16="http://schemas.microsoft.com/office/drawing/2014/main" id="{3E14D4F1-0AFF-214C-92AA-BD02450E38BA}"/>
              </a:ext>
            </a:extLst>
          </p:cNvPr>
          <p:cNvSpPr>
            <a:spLocks noGrp="1"/>
          </p:cNvSpPr>
          <p:nvPr>
            <p:ph type="title" hasCustomPrompt="1"/>
          </p:nvPr>
        </p:nvSpPr>
        <p:spPr>
          <a:xfrm>
            <a:off x="6858000" y="684000"/>
            <a:ext cx="4568023" cy="530352"/>
          </a:xfrm>
          <a:prstGeom prst="rect">
            <a:avLst/>
          </a:prstGeom>
        </p:spPr>
        <p:txBody>
          <a:bodyPr vert="horz" lIns="0" tIns="0" rIns="0" bIns="0" rtlCol="0" anchor="t" anchorCtr="0">
            <a:noAutofit/>
          </a:bodyPr>
          <a:lstStyle>
            <a:lvl1pPr>
              <a:defRPr>
                <a:solidFill>
                  <a:schemeClr val="tx1"/>
                </a:solidFill>
              </a:defRPr>
            </a:lvl1pPr>
          </a:lstStyle>
          <a:p>
            <a:r>
              <a:rPr lang="en-US" noProof="0"/>
              <a:t>Click to add title</a:t>
            </a:r>
          </a:p>
        </p:txBody>
      </p:sp>
      <p:sp>
        <p:nvSpPr>
          <p:cNvPr id="5" name="Content Placeholder 20">
            <a:extLst>
              <a:ext uri="{FF2B5EF4-FFF2-40B4-BE49-F238E27FC236}">
                <a16:creationId xmlns:a16="http://schemas.microsoft.com/office/drawing/2014/main" id="{6855D02E-339D-5043-B91B-5FF8B79BA5F8}"/>
              </a:ext>
            </a:extLst>
          </p:cNvPr>
          <p:cNvSpPr>
            <a:spLocks noGrp="1"/>
          </p:cNvSpPr>
          <p:nvPr>
            <p:ph sz="quarter" idx="17" hasCustomPrompt="1"/>
          </p:nvPr>
        </p:nvSpPr>
        <p:spPr>
          <a:xfrm>
            <a:off x="6858000" y="1527175"/>
            <a:ext cx="4566107" cy="4565650"/>
          </a:xfrm>
          <a:prstGeom prst="rect">
            <a:avLst/>
          </a:prstGeom>
        </p:spPr>
        <p:txBody>
          <a:bodyPr lIns="0" tIns="0" rIns="0" bIns="0">
            <a:noAutofit/>
          </a:bodyPr>
          <a:lstStyle>
            <a:lvl1pPr marL="0" indent="0">
              <a:spcBef>
                <a:spcPts val="500"/>
              </a:spcBef>
              <a:buClr>
                <a:schemeClr val="tx1"/>
              </a:buClr>
              <a:buSzPct val="110000"/>
              <a:buFont typeface="Arial" pitchFamily="34" charset="0"/>
              <a:buNone/>
              <a:defRPr sz="2000">
                <a:solidFill>
                  <a:schemeClr val="tx1"/>
                </a:solidFill>
                <a:latin typeface="+mn-lt"/>
              </a:defRPr>
            </a:lvl1pPr>
            <a:lvl2pPr marL="263525" indent="-263525">
              <a:spcBef>
                <a:spcPts val="500"/>
              </a:spcBef>
              <a:buClr>
                <a:schemeClr val="tx1"/>
              </a:buClr>
              <a:buSzPct val="110000"/>
              <a:buFont typeface="Arial" pitchFamily="34" charset="0"/>
              <a:buChar char="•"/>
              <a:defRPr sz="2000" baseline="0">
                <a:solidFill>
                  <a:schemeClr val="tx1"/>
                </a:solidFill>
                <a:latin typeface="Arial" pitchFamily="34" charset="0"/>
              </a:defRPr>
            </a:lvl2pPr>
            <a:lvl3pPr marL="536575" indent="-273050">
              <a:spcBef>
                <a:spcPts val="500"/>
              </a:spcBef>
              <a:buClr>
                <a:schemeClr val="tx1"/>
              </a:buClr>
              <a:buSzTx/>
              <a:buFont typeface="Calibri" panose="020F0502020204030204" pitchFamily="34" charset="0"/>
              <a:buChar char="–"/>
              <a:defRPr sz="1800">
                <a:solidFill>
                  <a:schemeClr val="tx1"/>
                </a:solidFill>
                <a:latin typeface="Arial" pitchFamily="34" charset="0"/>
              </a:defRPr>
            </a:lvl3pPr>
            <a:lvl4pPr marL="811213" indent="-274638">
              <a:spcBef>
                <a:spcPts val="500"/>
              </a:spcBef>
              <a:buClr>
                <a:schemeClr val="tx1"/>
              </a:buClr>
              <a:buSzPct val="110000"/>
              <a:buFont typeface="Wingdings" pitchFamily="2" charset="2"/>
              <a:buChar char="§"/>
              <a:defRPr sz="1600">
                <a:solidFill>
                  <a:schemeClr val="tx1"/>
                </a:solidFill>
                <a:latin typeface="Arial" pitchFamily="34" charset="0"/>
              </a:defRPr>
            </a:lvl4pPr>
            <a:lvl5pPr marL="1074738" indent="-263525">
              <a:spcBef>
                <a:spcPts val="500"/>
              </a:spcBef>
              <a:buClr>
                <a:schemeClr val="tx1"/>
              </a:buClr>
              <a:buSzPct val="110000"/>
              <a:buFont typeface="Courier New" panose="02070309020205020404" pitchFamily="49" charset="0"/>
              <a:buChar char="o"/>
              <a:defRPr sz="1400">
                <a:solidFill>
                  <a:schemeClr val="tx1"/>
                </a:solidFill>
                <a:latin typeface="Arial" pitchFamily="34" charset="0"/>
              </a:defRPr>
            </a:lvl5pPr>
            <a:lvl6pPr marL="1136650" indent="-215900">
              <a:spcBef>
                <a:spcPts val="500"/>
              </a:spcBef>
              <a:buClr>
                <a:schemeClr val="accent1"/>
              </a:buClr>
              <a:buFont typeface="Verdana" pitchFamily="34" charset="0"/>
              <a:buChar char="•"/>
              <a:defRPr sz="1400" baseline="0">
                <a:solidFill>
                  <a:schemeClr val="tx1"/>
                </a:solidFill>
              </a:defRPr>
            </a:lvl6pPr>
            <a:lvl7pPr marL="1343025" indent="-228600">
              <a:spcBef>
                <a:spcPts val="500"/>
              </a:spcBef>
              <a:buClr>
                <a:schemeClr val="tx1">
                  <a:lumMod val="60000"/>
                  <a:lumOff val="40000"/>
                </a:schemeClr>
              </a:buClr>
              <a:buFont typeface="Verdana" pitchFamily="34" charset="0"/>
              <a:buChar char="•"/>
              <a:defRPr sz="1400" baseline="0">
                <a:solidFill>
                  <a:schemeClr val="tx1"/>
                </a:solidFill>
              </a:defRPr>
            </a:lvl7pPr>
          </a:lstStyle>
          <a:p>
            <a:pPr marL="0" marR="0" lvl="0" indent="0" algn="l" defTabSz="914400" rtl="0" eaLnBrk="1" fontAlgn="auto" latinLnBrk="0" hangingPunct="1">
              <a:lnSpc>
                <a:spcPct val="100000"/>
              </a:lnSpc>
              <a:spcBef>
                <a:spcPts val="500"/>
              </a:spcBef>
              <a:spcAft>
                <a:spcPts val="0"/>
              </a:spcAft>
              <a:buClr>
                <a:schemeClr val="tx1"/>
              </a:buClr>
              <a:buSzPct val="110000"/>
              <a:buFont typeface="Arial" pitchFamily="34" charset="0"/>
              <a:buNone/>
              <a:tabLst/>
              <a:defRPr/>
            </a:pPr>
            <a:r>
              <a:rPr lang="en-US" noProof="0"/>
              <a:t>Click to add text or select icon to insert content.</a:t>
            </a:r>
          </a:p>
          <a:p>
            <a:pPr lvl="0"/>
            <a:endParaRPr lang="en-US" noProof="0"/>
          </a:p>
        </p:txBody>
      </p:sp>
      <p:sp>
        <p:nvSpPr>
          <p:cNvPr id="2" name="Footer Placeholder 1">
            <a:extLst>
              <a:ext uri="{FF2B5EF4-FFF2-40B4-BE49-F238E27FC236}">
                <a16:creationId xmlns:a16="http://schemas.microsoft.com/office/drawing/2014/main" id="{EFCFB3ED-7781-D4EF-E83D-C48F05F58FB6}"/>
              </a:ext>
              <a:ext uri="{C183D7F6-B498-43B3-948B-1728B52AA6E4}">
                <adec:decorative xmlns:adec="http://schemas.microsoft.com/office/drawing/2017/decorative" val="1"/>
              </a:ext>
            </a:extLst>
          </p:cNvPr>
          <p:cNvSpPr>
            <a:spLocks noGrp="1"/>
          </p:cNvSpPr>
          <p:nvPr>
            <p:ph type="ftr" sz="quarter" idx="22"/>
          </p:nvPr>
        </p:nvSpPr>
        <p:spPr/>
        <p:txBody>
          <a:bodyPr/>
          <a:lstStyle/>
          <a:p>
            <a:endParaRPr lang="en-US" noProof="0"/>
          </a:p>
        </p:txBody>
      </p:sp>
      <p:sp>
        <p:nvSpPr>
          <p:cNvPr id="10" name="Slide Number Placeholder 9">
            <a:extLst>
              <a:ext uri="{FF2B5EF4-FFF2-40B4-BE49-F238E27FC236}">
                <a16:creationId xmlns:a16="http://schemas.microsoft.com/office/drawing/2014/main" id="{D049E518-0D49-2B58-4476-F2561B342B8E}"/>
              </a:ext>
              <a:ext uri="{C183D7F6-B498-43B3-948B-1728B52AA6E4}">
                <adec:decorative xmlns:adec="http://schemas.microsoft.com/office/drawing/2017/decorative" val="1"/>
              </a:ext>
            </a:extLst>
          </p:cNvPr>
          <p:cNvSpPr>
            <a:spLocks noGrp="1"/>
          </p:cNvSpPr>
          <p:nvPr>
            <p:ph type="sldNum" sz="quarter" idx="21"/>
          </p:nvPr>
        </p:nvSpPr>
        <p:spPr/>
        <p:txBody>
          <a:bodyPr/>
          <a:lstStyle/>
          <a:p>
            <a:fld id="{525A3C56-E491-49B2-93F3-63532DF516BC}" type="slidenum">
              <a:rPr lang="en-US" noProof="0" smtClean="0"/>
              <a:pPr/>
              <a:t>‹n°›</a:t>
            </a:fld>
            <a:endParaRPr lang="en-US" noProof="0"/>
          </a:p>
        </p:txBody>
      </p:sp>
      <p:sp>
        <p:nvSpPr>
          <p:cNvPr id="3" name="Picture Placeholder 13">
            <a:extLst>
              <a:ext uri="{FF2B5EF4-FFF2-40B4-BE49-F238E27FC236}">
                <a16:creationId xmlns:a16="http://schemas.microsoft.com/office/drawing/2014/main" id="{54964ECE-1B55-A207-005C-25E1C69E84A6}"/>
              </a:ext>
            </a:extLst>
          </p:cNvPr>
          <p:cNvSpPr>
            <a:spLocks noGrp="1"/>
          </p:cNvSpPr>
          <p:nvPr>
            <p:ph type="pic" sz="quarter" idx="16"/>
          </p:nvPr>
        </p:nvSpPr>
        <p:spPr>
          <a:xfrm>
            <a:off x="765978" y="765175"/>
            <a:ext cx="5330712" cy="5331600"/>
          </a:xfrm>
          <a:custGeom>
            <a:avLst/>
            <a:gdLst>
              <a:gd name="connsiteX0" fmla="*/ 0 w 5308600"/>
              <a:gd name="connsiteY0" fmla="*/ 0 h 5295900"/>
              <a:gd name="connsiteX1" fmla="*/ 5308600 w 5308600"/>
              <a:gd name="connsiteY1" fmla="*/ 0 h 5295900"/>
              <a:gd name="connsiteX2" fmla="*/ 5308600 w 5308600"/>
              <a:gd name="connsiteY2" fmla="*/ 5295900 h 5295900"/>
              <a:gd name="connsiteX3" fmla="*/ 1771200 w 5308600"/>
              <a:gd name="connsiteY3" fmla="*/ 5289553 h 5295900"/>
              <a:gd name="connsiteX4" fmla="*/ 1771200 w 5308600"/>
              <a:gd name="connsiteY4" fmla="*/ 3524700 h 5295900"/>
              <a:gd name="connsiteX5" fmla="*/ 0 w 5308600"/>
              <a:gd name="connsiteY5" fmla="*/ 3524700 h 52959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308600" h="5295900">
                <a:moveTo>
                  <a:pt x="0" y="0"/>
                </a:moveTo>
                <a:lnTo>
                  <a:pt x="5308600" y="0"/>
                </a:lnTo>
                <a:lnTo>
                  <a:pt x="5308600" y="5295900"/>
                </a:lnTo>
                <a:lnTo>
                  <a:pt x="1771200" y="5289553"/>
                </a:lnTo>
                <a:lnTo>
                  <a:pt x="1771200" y="3524700"/>
                </a:lnTo>
                <a:lnTo>
                  <a:pt x="0" y="3524700"/>
                </a:lnTo>
                <a:close/>
              </a:path>
            </a:pathLst>
          </a:custGeom>
        </p:spPr>
        <p:txBody>
          <a:bodyPr wrap="square">
            <a:noAutofit/>
          </a:bodyPr>
          <a:lstStyle>
            <a:lvl1pPr marL="0" indent="0">
              <a:buNone/>
              <a:defRPr/>
            </a:lvl1pPr>
          </a:lstStyle>
          <a:p>
            <a:r>
              <a:rPr lang="fr-CA"/>
              <a:t>Cliquez sur l'icône pour ajouter une image</a:t>
            </a:r>
            <a:endParaRPr lang="en-GB" dirty="0"/>
          </a:p>
        </p:txBody>
      </p:sp>
      <p:sp>
        <p:nvSpPr>
          <p:cNvPr id="6" name="Freeform 5" descr="CGI cornerstone">
            <a:extLst>
              <a:ext uri="{FF2B5EF4-FFF2-40B4-BE49-F238E27FC236}">
                <a16:creationId xmlns:a16="http://schemas.microsoft.com/office/drawing/2014/main" id="{6627F970-A1AA-A82F-55DE-1F22D0418728}"/>
              </a:ext>
              <a:ext uri="{C183D7F6-B498-43B3-948B-1728B52AA6E4}">
                <adec:decorative xmlns:adec="http://schemas.microsoft.com/office/drawing/2017/decorative" val="0"/>
              </a:ext>
            </a:extLst>
          </p:cNvPr>
          <p:cNvSpPr>
            <a:spLocks/>
          </p:cNvSpPr>
          <p:nvPr userDrawn="1"/>
        </p:nvSpPr>
        <p:spPr bwMode="auto">
          <a:xfrm rot="16200000" flipH="1">
            <a:off x="765977" y="4307225"/>
            <a:ext cx="1785600" cy="1785600"/>
          </a:xfrm>
          <a:custGeom>
            <a:avLst/>
            <a:gdLst>
              <a:gd name="T0" fmla="*/ 0 w 4337"/>
              <a:gd name="T1" fmla="*/ 0 h 4312"/>
              <a:gd name="T2" fmla="*/ 0 w 4337"/>
              <a:gd name="T3" fmla="*/ 4312 h 4312"/>
              <a:gd name="T4" fmla="*/ 4337 w 4337"/>
              <a:gd name="T5" fmla="*/ 4312 h 4312"/>
              <a:gd name="T6" fmla="*/ 4337 w 4337"/>
              <a:gd name="T7" fmla="*/ 2586 h 4312"/>
              <a:gd name="T8" fmla="*/ 1736 w 4337"/>
              <a:gd name="T9" fmla="*/ 2586 h 4312"/>
              <a:gd name="T10" fmla="*/ 1736 w 4337"/>
              <a:gd name="T11" fmla="*/ 0 h 4312"/>
              <a:gd name="T12" fmla="*/ 0 w 4337"/>
              <a:gd name="T13" fmla="*/ 0 h 4312"/>
            </a:gdLst>
            <a:ahLst/>
            <a:cxnLst>
              <a:cxn ang="0">
                <a:pos x="T0" y="T1"/>
              </a:cxn>
              <a:cxn ang="0">
                <a:pos x="T2" y="T3"/>
              </a:cxn>
              <a:cxn ang="0">
                <a:pos x="T4" y="T5"/>
              </a:cxn>
              <a:cxn ang="0">
                <a:pos x="T6" y="T7"/>
              </a:cxn>
              <a:cxn ang="0">
                <a:pos x="T8" y="T9"/>
              </a:cxn>
              <a:cxn ang="0">
                <a:pos x="T10" y="T11"/>
              </a:cxn>
              <a:cxn ang="0">
                <a:pos x="T12" y="T13"/>
              </a:cxn>
            </a:cxnLst>
            <a:rect l="0" t="0" r="r" b="b"/>
            <a:pathLst>
              <a:path w="4337" h="4312">
                <a:moveTo>
                  <a:pt x="0" y="0"/>
                </a:moveTo>
                <a:lnTo>
                  <a:pt x="0" y="4312"/>
                </a:lnTo>
                <a:lnTo>
                  <a:pt x="4337" y="4312"/>
                </a:lnTo>
                <a:lnTo>
                  <a:pt x="4337" y="2586"/>
                </a:lnTo>
                <a:lnTo>
                  <a:pt x="1736" y="2586"/>
                </a:lnTo>
                <a:lnTo>
                  <a:pt x="1736" y="0"/>
                </a:lnTo>
                <a:lnTo>
                  <a:pt x="0" y="0"/>
                </a:lnTo>
                <a:close/>
              </a:path>
            </a:pathLst>
          </a:custGeom>
          <a:gradFill flip="none" rotWithShape="1">
            <a:gsLst>
              <a:gs pos="60000">
                <a:srgbClr val="A82465"/>
              </a:gs>
              <a:gs pos="0">
                <a:srgbClr val="E31937"/>
              </a:gs>
              <a:gs pos="100000">
                <a:srgbClr val="5236AB"/>
              </a:gs>
            </a:gsLst>
            <a:lin ang="10800000" scaled="0"/>
          </a:gradFill>
          <a:ln w="9525" algn="ctr">
            <a:noFill/>
            <a:miter lim="800000"/>
          </a:ln>
          <a:effectLst/>
        </p:spPr>
        <p:txBody>
          <a:bodyPr lIns="63500" tIns="0" rIns="64800" bIns="0" rtlCol="0" anchor="ctr">
            <a:noAutofit/>
          </a:bodyPr>
          <a:lstStyle/>
          <a:p>
            <a:pPr lvl="0" algn="ctr">
              <a:spcBef>
                <a:spcPct val="0"/>
              </a:spcBef>
              <a:buClrTx/>
              <a:buSzPct val="90000"/>
            </a:pPr>
            <a:endParaRPr lang="en-US" sz="1600" b="1" noProof="0">
              <a:solidFill>
                <a:schemeClr val="bg1"/>
              </a:solidFill>
              <a:cs typeface="Arial" pitchFamily="34" charset="0"/>
            </a:endParaRPr>
          </a:p>
        </p:txBody>
      </p:sp>
    </p:spTree>
    <p:extLst>
      <p:ext uri="{BB962C8B-B14F-4D97-AF65-F5344CB8AC3E}">
        <p14:creationId xmlns:p14="http://schemas.microsoft.com/office/powerpoint/2010/main" val="1201815292"/>
      </p:ext>
    </p:extLst>
  </p:cSld>
  <p:clrMapOvr>
    <a:masterClrMapping/>
  </p:clrMapOvr>
  <p:transition/>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Large title +left image">
    <p:spTree>
      <p:nvGrpSpPr>
        <p:cNvPr id="1" name=""/>
        <p:cNvGrpSpPr/>
        <p:nvPr/>
      </p:nvGrpSpPr>
      <p:grpSpPr>
        <a:xfrm>
          <a:off x="0" y="0"/>
          <a:ext cx="0" cy="0"/>
          <a:chOff x="0" y="0"/>
          <a:chExt cx="0" cy="0"/>
        </a:xfrm>
      </p:grpSpPr>
      <p:sp>
        <p:nvSpPr>
          <p:cNvPr id="4" name="Title Placeholder 1">
            <a:extLst>
              <a:ext uri="{FF2B5EF4-FFF2-40B4-BE49-F238E27FC236}">
                <a16:creationId xmlns:a16="http://schemas.microsoft.com/office/drawing/2014/main" id="{4E82D4CB-D75A-1A45-B05D-E33B4030488F}"/>
              </a:ext>
            </a:extLst>
          </p:cNvPr>
          <p:cNvSpPr>
            <a:spLocks noGrp="1"/>
          </p:cNvSpPr>
          <p:nvPr>
            <p:ph type="title" hasCustomPrompt="1"/>
          </p:nvPr>
        </p:nvSpPr>
        <p:spPr>
          <a:xfrm>
            <a:off x="6858001" y="621792"/>
            <a:ext cx="4567238" cy="2511382"/>
          </a:xfrm>
          <a:prstGeom prst="rect">
            <a:avLst/>
          </a:prstGeom>
        </p:spPr>
        <p:txBody>
          <a:bodyPr vert="horz" lIns="0" tIns="0" rIns="0" bIns="0" rtlCol="0" anchor="t" anchorCtr="0">
            <a:noAutofit/>
          </a:bodyPr>
          <a:lstStyle>
            <a:lvl1pPr>
              <a:defRPr sz="4800">
                <a:solidFill>
                  <a:schemeClr val="tx1"/>
                </a:solidFill>
              </a:defRPr>
            </a:lvl1pPr>
          </a:lstStyle>
          <a:p>
            <a:r>
              <a:rPr lang="en-US" noProof="0"/>
              <a:t>Click to add title</a:t>
            </a:r>
          </a:p>
        </p:txBody>
      </p:sp>
      <p:sp>
        <p:nvSpPr>
          <p:cNvPr id="6" name="Picture Placeholder 2" descr="Image placeholder. Click icon to add image. Images are available to download from the Brand Source image library.&#10;">
            <a:extLst>
              <a:ext uri="{FF2B5EF4-FFF2-40B4-BE49-F238E27FC236}">
                <a16:creationId xmlns:a16="http://schemas.microsoft.com/office/drawing/2014/main" id="{A46A2561-43A0-D843-B868-9E14FD55F20B}"/>
              </a:ext>
              <a:ext uri="{C183D7F6-B498-43B3-948B-1728B52AA6E4}">
                <adec:decorative xmlns:adec="http://schemas.microsoft.com/office/drawing/2017/decorative" val="0"/>
              </a:ext>
            </a:extLst>
          </p:cNvPr>
          <p:cNvSpPr>
            <a:spLocks noGrp="1"/>
          </p:cNvSpPr>
          <p:nvPr>
            <p:ph type="pic" sz="quarter" idx="18" hasCustomPrompt="1"/>
          </p:nvPr>
        </p:nvSpPr>
        <p:spPr>
          <a:xfrm>
            <a:off x="766763" y="765175"/>
            <a:ext cx="5329237" cy="5327650"/>
          </a:xfrm>
          <a:prstGeom prst="rect">
            <a:avLst/>
          </a:prstGeom>
        </p:spPr>
        <p:txBody>
          <a:bodyPr anchor="t" anchorCtr="0">
            <a:noAutofit/>
          </a:bodyPr>
          <a:lstStyle>
            <a:lvl1pPr marL="0" indent="0" algn="l">
              <a:buNone/>
              <a:defRPr sz="1800">
                <a:latin typeface="+mn-lt"/>
                <a:sym typeface="Wingdings" panose="05000000000000000000" pitchFamily="2" charset="2"/>
              </a:defRPr>
            </a:lvl1pPr>
          </a:lstStyle>
          <a:p>
            <a:r>
              <a:rPr lang="en-US" noProof="0"/>
              <a:t>Click icon to add image. Images are available to download from the Brand Source image library  brand.cgi.com</a:t>
            </a:r>
          </a:p>
        </p:txBody>
      </p:sp>
      <p:sp>
        <p:nvSpPr>
          <p:cNvPr id="5" name="Content Placeholder 20">
            <a:extLst>
              <a:ext uri="{FF2B5EF4-FFF2-40B4-BE49-F238E27FC236}">
                <a16:creationId xmlns:a16="http://schemas.microsoft.com/office/drawing/2014/main" id="{78BAFC30-690F-6A41-BE1B-8B7925B9B41A}"/>
              </a:ext>
            </a:extLst>
          </p:cNvPr>
          <p:cNvSpPr>
            <a:spLocks noGrp="1"/>
          </p:cNvSpPr>
          <p:nvPr>
            <p:ph sz="quarter" idx="17" hasCustomPrompt="1"/>
          </p:nvPr>
        </p:nvSpPr>
        <p:spPr>
          <a:xfrm>
            <a:off x="6858001" y="3429000"/>
            <a:ext cx="4567238" cy="2660904"/>
          </a:xfrm>
          <a:prstGeom prst="rect">
            <a:avLst/>
          </a:prstGeom>
        </p:spPr>
        <p:txBody>
          <a:bodyPr lIns="0" tIns="0" rIns="0" bIns="0">
            <a:noAutofit/>
          </a:bodyPr>
          <a:lstStyle>
            <a:lvl1pPr marL="0" indent="0">
              <a:spcBef>
                <a:spcPts val="500"/>
              </a:spcBef>
              <a:buClr>
                <a:srgbClr val="000000"/>
              </a:buClr>
              <a:buSzPct val="110000"/>
              <a:buFont typeface="Arial" pitchFamily="34" charset="0"/>
              <a:buNone/>
              <a:defRPr sz="2000">
                <a:solidFill>
                  <a:schemeClr val="tx1"/>
                </a:solidFill>
                <a:latin typeface="+mn-lt"/>
              </a:defRPr>
            </a:lvl1pPr>
            <a:lvl2pPr marL="263525" indent="-263525">
              <a:spcBef>
                <a:spcPts val="500"/>
              </a:spcBef>
              <a:buClr>
                <a:srgbClr val="000000"/>
              </a:buClr>
              <a:buSzPct val="110000"/>
              <a:buFont typeface="Arial" pitchFamily="34" charset="0"/>
              <a:buChar char="•"/>
              <a:defRPr sz="2000" baseline="0">
                <a:solidFill>
                  <a:schemeClr val="tx1"/>
                </a:solidFill>
                <a:latin typeface="Arial" pitchFamily="34" charset="0"/>
              </a:defRPr>
            </a:lvl2pPr>
            <a:lvl3pPr marL="536575" indent="-273050">
              <a:spcBef>
                <a:spcPts val="500"/>
              </a:spcBef>
              <a:buClr>
                <a:srgbClr val="000000"/>
              </a:buClr>
              <a:buSzTx/>
              <a:buFont typeface="Calibri" panose="020F0502020204030204" pitchFamily="34" charset="0"/>
              <a:buChar char="–"/>
              <a:defRPr sz="1800">
                <a:solidFill>
                  <a:schemeClr val="tx1"/>
                </a:solidFill>
                <a:latin typeface="Arial" pitchFamily="34" charset="0"/>
              </a:defRPr>
            </a:lvl3pPr>
            <a:lvl4pPr marL="811213" indent="-274638">
              <a:spcBef>
                <a:spcPts val="500"/>
              </a:spcBef>
              <a:buClr>
                <a:srgbClr val="000000"/>
              </a:buClr>
              <a:buSzPct val="110000"/>
              <a:buFont typeface="Wingdings" pitchFamily="2" charset="2"/>
              <a:buChar char="§"/>
              <a:defRPr sz="1600">
                <a:solidFill>
                  <a:schemeClr val="tx1"/>
                </a:solidFill>
                <a:latin typeface="Arial" pitchFamily="34" charset="0"/>
              </a:defRPr>
            </a:lvl4pPr>
            <a:lvl5pPr marL="1074738" indent="-263525">
              <a:spcBef>
                <a:spcPts val="500"/>
              </a:spcBef>
              <a:buClr>
                <a:srgbClr val="000000"/>
              </a:buClr>
              <a:buSzPct val="110000"/>
              <a:buFont typeface="Courier New" panose="02070309020205020404" pitchFamily="49" charset="0"/>
              <a:buChar char="o"/>
              <a:defRPr sz="1400">
                <a:solidFill>
                  <a:schemeClr val="tx1"/>
                </a:solidFill>
                <a:latin typeface="Arial" pitchFamily="34" charset="0"/>
              </a:defRPr>
            </a:lvl5pPr>
            <a:lvl6pPr marL="1136650" indent="-215900">
              <a:spcBef>
                <a:spcPts val="500"/>
              </a:spcBef>
              <a:buClr>
                <a:schemeClr val="accent1"/>
              </a:buClr>
              <a:buFont typeface="Verdana" pitchFamily="34" charset="0"/>
              <a:buChar char="•"/>
              <a:defRPr sz="1400" baseline="0">
                <a:solidFill>
                  <a:schemeClr val="tx1"/>
                </a:solidFill>
              </a:defRPr>
            </a:lvl6pPr>
            <a:lvl7pPr marL="1343025" indent="-228600">
              <a:spcBef>
                <a:spcPts val="500"/>
              </a:spcBef>
              <a:buClr>
                <a:schemeClr val="tx1">
                  <a:lumMod val="60000"/>
                  <a:lumOff val="40000"/>
                </a:schemeClr>
              </a:buClr>
              <a:buFont typeface="Verdana" pitchFamily="34" charset="0"/>
              <a:buChar char="•"/>
              <a:defRPr sz="1400" baseline="0">
                <a:solidFill>
                  <a:schemeClr val="tx1"/>
                </a:solidFill>
              </a:defRPr>
            </a:lvl7pPr>
          </a:lstStyle>
          <a:p>
            <a:pPr lvl="0"/>
            <a:r>
              <a:rPr lang="en-US" noProof="0"/>
              <a:t>Click to add text or select icon to insert content.</a:t>
            </a:r>
          </a:p>
        </p:txBody>
      </p:sp>
      <p:sp>
        <p:nvSpPr>
          <p:cNvPr id="2" name="Footer Placeholder 1">
            <a:extLst>
              <a:ext uri="{FF2B5EF4-FFF2-40B4-BE49-F238E27FC236}">
                <a16:creationId xmlns:a16="http://schemas.microsoft.com/office/drawing/2014/main" id="{1BB5AD0C-44EC-32B8-F1EF-E2197F69C25A}"/>
              </a:ext>
              <a:ext uri="{C183D7F6-B498-43B3-948B-1728B52AA6E4}">
                <adec:decorative xmlns:adec="http://schemas.microsoft.com/office/drawing/2017/decorative" val="1"/>
              </a:ext>
            </a:extLst>
          </p:cNvPr>
          <p:cNvSpPr>
            <a:spLocks noGrp="1"/>
          </p:cNvSpPr>
          <p:nvPr>
            <p:ph type="ftr" sz="quarter" idx="22"/>
          </p:nvPr>
        </p:nvSpPr>
        <p:spPr/>
        <p:txBody>
          <a:bodyPr/>
          <a:lstStyle/>
          <a:p>
            <a:endParaRPr lang="en-US" noProof="0"/>
          </a:p>
        </p:txBody>
      </p:sp>
      <p:sp>
        <p:nvSpPr>
          <p:cNvPr id="10" name="Slide Number Placeholder 9">
            <a:extLst>
              <a:ext uri="{FF2B5EF4-FFF2-40B4-BE49-F238E27FC236}">
                <a16:creationId xmlns:a16="http://schemas.microsoft.com/office/drawing/2014/main" id="{C26774E6-82FA-9467-E28A-C4CC98B3DEA3}"/>
              </a:ext>
              <a:ext uri="{C183D7F6-B498-43B3-948B-1728B52AA6E4}">
                <adec:decorative xmlns:adec="http://schemas.microsoft.com/office/drawing/2017/decorative" val="1"/>
              </a:ext>
            </a:extLst>
          </p:cNvPr>
          <p:cNvSpPr>
            <a:spLocks noGrp="1"/>
          </p:cNvSpPr>
          <p:nvPr>
            <p:ph type="sldNum" sz="quarter" idx="21"/>
          </p:nvPr>
        </p:nvSpPr>
        <p:spPr/>
        <p:txBody>
          <a:bodyPr/>
          <a:lstStyle/>
          <a:p>
            <a:fld id="{525A3C56-E491-49B2-93F3-63532DF516BC}" type="slidenum">
              <a:rPr lang="en-US" noProof="0" smtClean="0"/>
              <a:pPr/>
              <a:t>‹n°›</a:t>
            </a:fld>
            <a:endParaRPr lang="en-US" noProof="0"/>
          </a:p>
        </p:txBody>
      </p:sp>
    </p:spTree>
    <p:extLst>
      <p:ext uri="{BB962C8B-B14F-4D97-AF65-F5344CB8AC3E}">
        <p14:creationId xmlns:p14="http://schemas.microsoft.com/office/powerpoint/2010/main" val="243528866"/>
      </p:ext>
    </p:extLst>
  </p:cSld>
  <p:clrMapOvr>
    <a:masterClrMapping/>
  </p:clrMapOvr>
  <p:transition/>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Large graphic device left+content">
    <p:spTree>
      <p:nvGrpSpPr>
        <p:cNvPr id="1" name=""/>
        <p:cNvGrpSpPr/>
        <p:nvPr/>
      </p:nvGrpSpPr>
      <p:grpSpPr>
        <a:xfrm>
          <a:off x="0" y="0"/>
          <a:ext cx="0" cy="0"/>
          <a:chOff x="0" y="0"/>
          <a:chExt cx="0" cy="0"/>
        </a:xfrm>
      </p:grpSpPr>
      <p:sp>
        <p:nvSpPr>
          <p:cNvPr id="8" name="Title 4">
            <a:extLst>
              <a:ext uri="{FF2B5EF4-FFF2-40B4-BE49-F238E27FC236}">
                <a16:creationId xmlns:a16="http://schemas.microsoft.com/office/drawing/2014/main" id="{B83A3C21-1796-71D9-30EA-EAA78864551D}"/>
              </a:ext>
            </a:extLst>
          </p:cNvPr>
          <p:cNvSpPr>
            <a:spLocks noGrp="1"/>
          </p:cNvSpPr>
          <p:nvPr>
            <p:ph type="title" hasCustomPrompt="1"/>
          </p:nvPr>
        </p:nvSpPr>
        <p:spPr>
          <a:xfrm>
            <a:off x="6858000" y="621792"/>
            <a:ext cx="4572000" cy="2514600"/>
          </a:xfrm>
        </p:spPr>
        <p:txBody>
          <a:bodyPr>
            <a:noAutofit/>
          </a:bodyPr>
          <a:lstStyle>
            <a:lvl1pPr>
              <a:defRPr sz="4800"/>
            </a:lvl1pPr>
          </a:lstStyle>
          <a:p>
            <a:r>
              <a:rPr lang="en-US" noProof="0"/>
              <a:t>Click to add title</a:t>
            </a:r>
          </a:p>
        </p:txBody>
      </p:sp>
      <p:sp>
        <p:nvSpPr>
          <p:cNvPr id="3" name="Picture placeholder 8" descr="Image placeholder. Click icon to add image. Images are available to download from the Brand Source image library.&#10;">
            <a:extLst>
              <a:ext uri="{FF2B5EF4-FFF2-40B4-BE49-F238E27FC236}">
                <a16:creationId xmlns:a16="http://schemas.microsoft.com/office/drawing/2014/main" id="{A421830E-43AD-2D8E-C6C8-BCE3A9BF6F1E}"/>
              </a:ext>
              <a:ext uri="{C183D7F6-B498-43B3-948B-1728B52AA6E4}">
                <adec:decorative xmlns:adec="http://schemas.microsoft.com/office/drawing/2017/decorative" val="0"/>
              </a:ext>
            </a:extLst>
          </p:cNvPr>
          <p:cNvSpPr>
            <a:spLocks noGrp="1" noChangeAspect="1"/>
          </p:cNvSpPr>
          <p:nvPr>
            <p:ph type="pic" sz="quarter" idx="15" hasCustomPrompt="1"/>
          </p:nvPr>
        </p:nvSpPr>
        <p:spPr>
          <a:xfrm>
            <a:off x="768096" y="765175"/>
            <a:ext cx="5332037" cy="5332038"/>
          </a:xfrm>
          <a:custGeom>
            <a:avLst/>
            <a:gdLst>
              <a:gd name="connsiteX0" fmla="*/ 0 w 6003155"/>
              <a:gd name="connsiteY0" fmla="*/ 0 h 6003156"/>
              <a:gd name="connsiteX1" fmla="*/ 6003155 w 6003155"/>
              <a:gd name="connsiteY1" fmla="*/ 0 h 6003156"/>
              <a:gd name="connsiteX2" fmla="*/ 6003155 w 6003155"/>
              <a:gd name="connsiteY2" fmla="*/ 1 h 6003156"/>
              <a:gd name="connsiteX3" fmla="*/ 6003155 w 6003155"/>
              <a:gd name="connsiteY3" fmla="*/ 2404742 h 6003156"/>
              <a:gd name="connsiteX4" fmla="*/ 6003155 w 6003155"/>
              <a:gd name="connsiteY4" fmla="*/ 6003156 h 6003156"/>
              <a:gd name="connsiteX5" fmla="*/ 3598413 w 6003155"/>
              <a:gd name="connsiteY5" fmla="*/ 6003156 h 6003156"/>
              <a:gd name="connsiteX6" fmla="*/ 3598413 w 6003155"/>
              <a:gd name="connsiteY6" fmla="*/ 2404742 h 6003156"/>
              <a:gd name="connsiteX7" fmla="*/ 0 w 6003155"/>
              <a:gd name="connsiteY7" fmla="*/ 2404742 h 60031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003155" h="6003156">
                <a:moveTo>
                  <a:pt x="0" y="0"/>
                </a:moveTo>
                <a:lnTo>
                  <a:pt x="6003155" y="0"/>
                </a:lnTo>
                <a:lnTo>
                  <a:pt x="6003155" y="1"/>
                </a:lnTo>
                <a:lnTo>
                  <a:pt x="6003155" y="2404742"/>
                </a:lnTo>
                <a:lnTo>
                  <a:pt x="6003155" y="6003156"/>
                </a:lnTo>
                <a:lnTo>
                  <a:pt x="3598413" y="6003156"/>
                </a:lnTo>
                <a:lnTo>
                  <a:pt x="3598413" y="2404742"/>
                </a:lnTo>
                <a:lnTo>
                  <a:pt x="0" y="2404742"/>
                </a:lnTo>
                <a:close/>
              </a:path>
            </a:pathLst>
          </a:custGeom>
          <a:noFill/>
        </p:spPr>
        <p:txBody>
          <a:bodyPr wrap="square">
            <a:noAutofit/>
          </a:bodyPr>
          <a:lstStyle>
            <a:lvl1pPr marL="0" indent="0">
              <a:buNone/>
              <a:defRPr sz="1800">
                <a:sym typeface="Wingdings" panose="05000000000000000000" pitchFamily="2" charset="2"/>
              </a:defRPr>
            </a:lvl1pPr>
          </a:lstStyle>
          <a:p>
            <a:r>
              <a:rPr lang="en-US" sz="1800" noProof="0">
                <a:cs typeface="Arial" pitchFamily="34" charset="0"/>
              </a:rPr>
              <a:t>Click icon to add image. Images are available to download from the Brand Source image library  brand.cgi.com</a:t>
            </a:r>
          </a:p>
        </p:txBody>
      </p:sp>
      <p:sp>
        <p:nvSpPr>
          <p:cNvPr id="7" name="Content Placeholder 20">
            <a:extLst>
              <a:ext uri="{FF2B5EF4-FFF2-40B4-BE49-F238E27FC236}">
                <a16:creationId xmlns:a16="http://schemas.microsoft.com/office/drawing/2014/main" id="{0E9648EC-C942-EFC6-8E33-CAB1FAB99C7C}"/>
              </a:ext>
            </a:extLst>
          </p:cNvPr>
          <p:cNvSpPr>
            <a:spLocks noGrp="1"/>
          </p:cNvSpPr>
          <p:nvPr>
            <p:ph sz="quarter" idx="20" hasCustomPrompt="1"/>
          </p:nvPr>
        </p:nvSpPr>
        <p:spPr>
          <a:xfrm>
            <a:off x="6858002" y="3429000"/>
            <a:ext cx="4567237" cy="2660904"/>
          </a:xfrm>
          <a:prstGeom prst="rect">
            <a:avLst/>
          </a:prstGeom>
        </p:spPr>
        <p:txBody>
          <a:bodyPr lIns="0" tIns="0" rIns="0" bIns="0">
            <a:noAutofit/>
          </a:bodyPr>
          <a:lstStyle>
            <a:lvl1pPr marL="0" indent="0">
              <a:spcBef>
                <a:spcPct val="0"/>
              </a:spcBef>
              <a:buClrTx/>
              <a:buSzTx/>
              <a:buFont typeface="Arial" pitchFamily="34" charset="0"/>
              <a:buNone/>
              <a:defRPr sz="2000">
                <a:solidFill>
                  <a:schemeClr val="tx1"/>
                </a:solidFill>
                <a:latin typeface="Arial" pitchFamily="34" charset="0"/>
              </a:defRPr>
            </a:lvl1pPr>
            <a:lvl2pPr marL="263525" indent="-263525">
              <a:spcBef>
                <a:spcPts val="500"/>
              </a:spcBef>
              <a:buClrTx/>
              <a:buSzTx/>
              <a:buFont typeface="Arial" pitchFamily="34" charset="0"/>
              <a:buChar char="•"/>
              <a:defRPr sz="2000" baseline="0">
                <a:solidFill>
                  <a:schemeClr val="tx1"/>
                </a:solidFill>
                <a:latin typeface="Arial" pitchFamily="34" charset="0"/>
              </a:defRPr>
            </a:lvl2pPr>
            <a:lvl3pPr marL="536575" indent="-273050">
              <a:spcBef>
                <a:spcPts val="500"/>
              </a:spcBef>
              <a:buClrTx/>
              <a:buSzTx/>
              <a:buFont typeface="Calibri" panose="020F0502020204030204" pitchFamily="34" charset="0"/>
              <a:buChar char="–"/>
              <a:defRPr sz="1800">
                <a:solidFill>
                  <a:schemeClr val="tx1"/>
                </a:solidFill>
                <a:latin typeface="Arial" pitchFamily="34" charset="0"/>
              </a:defRPr>
            </a:lvl3pPr>
            <a:lvl4pPr marL="811213" indent="-279400">
              <a:spcBef>
                <a:spcPts val="500"/>
              </a:spcBef>
              <a:buClrTx/>
              <a:buSzTx/>
              <a:buFont typeface="Wingdings" pitchFamily="2" charset="2"/>
              <a:buChar char="§"/>
              <a:defRPr sz="1600">
                <a:solidFill>
                  <a:schemeClr val="tx1"/>
                </a:solidFill>
                <a:latin typeface="Arial" pitchFamily="34" charset="0"/>
              </a:defRPr>
            </a:lvl4pPr>
            <a:lvl5pPr marL="1074738" indent="-263525">
              <a:spcBef>
                <a:spcPts val="500"/>
              </a:spcBef>
              <a:buClrTx/>
              <a:buSzTx/>
              <a:buFont typeface="Courier New" panose="02070309020205020404" pitchFamily="49" charset="0"/>
              <a:buChar char="o"/>
              <a:defRPr sz="1400">
                <a:solidFill>
                  <a:schemeClr val="tx1"/>
                </a:solidFill>
                <a:latin typeface="Arial" pitchFamily="34" charset="0"/>
              </a:defRPr>
            </a:lvl5pPr>
            <a:lvl6pPr marL="1136650" indent="-215900">
              <a:spcBef>
                <a:spcPts val="500"/>
              </a:spcBef>
              <a:buClr>
                <a:schemeClr val="accent1"/>
              </a:buClr>
              <a:buFont typeface="Verdana" pitchFamily="34" charset="0"/>
              <a:buChar char="•"/>
              <a:defRPr sz="1400" baseline="0">
                <a:solidFill>
                  <a:schemeClr val="tx1"/>
                </a:solidFill>
              </a:defRPr>
            </a:lvl6pPr>
            <a:lvl7pPr marL="1343025" indent="-228600">
              <a:spcBef>
                <a:spcPts val="500"/>
              </a:spcBef>
              <a:buClr>
                <a:schemeClr val="tx1">
                  <a:lumMod val="60000"/>
                  <a:lumOff val="40000"/>
                </a:schemeClr>
              </a:buClr>
              <a:buFont typeface="Verdana" pitchFamily="34" charset="0"/>
              <a:buChar char="•"/>
              <a:defRPr sz="1400" baseline="0">
                <a:solidFill>
                  <a:schemeClr val="tx1"/>
                </a:solidFill>
              </a:defRPr>
            </a:lvl7pPr>
          </a:lstStyle>
          <a:p>
            <a:pPr lvl="0"/>
            <a:r>
              <a:rPr lang="en-US" noProof="0"/>
              <a:t>Click to add text or select icon to insert content.</a:t>
            </a:r>
          </a:p>
        </p:txBody>
      </p:sp>
      <p:sp>
        <p:nvSpPr>
          <p:cNvPr id="2" name="Footer Placeholder 1">
            <a:extLst>
              <a:ext uri="{FF2B5EF4-FFF2-40B4-BE49-F238E27FC236}">
                <a16:creationId xmlns:a16="http://schemas.microsoft.com/office/drawing/2014/main" id="{5F2D5990-B71C-813A-9F27-4810CBA2E1F3}"/>
              </a:ext>
              <a:ext uri="{C183D7F6-B498-43B3-948B-1728B52AA6E4}">
                <adec:decorative xmlns:adec="http://schemas.microsoft.com/office/drawing/2017/decorative" val="1"/>
              </a:ext>
            </a:extLst>
          </p:cNvPr>
          <p:cNvSpPr>
            <a:spLocks noGrp="1"/>
          </p:cNvSpPr>
          <p:nvPr>
            <p:ph type="ftr" sz="quarter" idx="24"/>
          </p:nvPr>
        </p:nvSpPr>
        <p:spPr/>
        <p:txBody>
          <a:bodyPr/>
          <a:lstStyle/>
          <a:p>
            <a:endParaRPr lang="en-US" noProof="0"/>
          </a:p>
        </p:txBody>
      </p:sp>
      <p:sp>
        <p:nvSpPr>
          <p:cNvPr id="12" name="Slide Number Placeholder 11">
            <a:extLst>
              <a:ext uri="{FF2B5EF4-FFF2-40B4-BE49-F238E27FC236}">
                <a16:creationId xmlns:a16="http://schemas.microsoft.com/office/drawing/2014/main" id="{1463B1C6-8C17-350A-261D-406041A96245}"/>
              </a:ext>
              <a:ext uri="{C183D7F6-B498-43B3-948B-1728B52AA6E4}">
                <adec:decorative xmlns:adec="http://schemas.microsoft.com/office/drawing/2017/decorative" val="1"/>
              </a:ext>
            </a:extLst>
          </p:cNvPr>
          <p:cNvSpPr>
            <a:spLocks noGrp="1"/>
          </p:cNvSpPr>
          <p:nvPr>
            <p:ph type="sldNum" sz="quarter" idx="23"/>
          </p:nvPr>
        </p:nvSpPr>
        <p:spPr/>
        <p:txBody>
          <a:bodyPr/>
          <a:lstStyle/>
          <a:p>
            <a:fld id="{525A3C56-E491-49B2-93F3-63532DF516BC}" type="slidenum">
              <a:rPr lang="en-US" noProof="0" smtClean="0"/>
              <a:pPr/>
              <a:t>‹n°›</a:t>
            </a:fld>
            <a:endParaRPr lang="en-US" noProof="0"/>
          </a:p>
        </p:txBody>
      </p:sp>
    </p:spTree>
    <p:extLst>
      <p:ext uri="{BB962C8B-B14F-4D97-AF65-F5344CB8AC3E}">
        <p14:creationId xmlns:p14="http://schemas.microsoft.com/office/powerpoint/2010/main" val="3699746258"/>
      </p:ext>
    </p:extLst>
  </p:cSld>
  <p:clrMapOvr>
    <a:masterClrMapping/>
  </p:clrMapOvr>
  <p:transition/>
  <p:extLst>
    <p:ext uri="{DCECCB84-F9BA-43D5-87BE-67443E8EF086}">
      <p15:sldGuideLst xmlns:p15="http://schemas.microsoft.com/office/powerpoint/2012/main"/>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Computer + editable scree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D1ECE7-029C-9470-FB12-50E6EE95BB4D}"/>
              </a:ext>
            </a:extLst>
          </p:cNvPr>
          <p:cNvSpPr>
            <a:spLocks noGrp="1"/>
          </p:cNvSpPr>
          <p:nvPr>
            <p:ph type="title" hasCustomPrompt="1"/>
          </p:nvPr>
        </p:nvSpPr>
        <p:spPr/>
        <p:txBody>
          <a:bodyPr lIns="0"/>
          <a:lstStyle>
            <a:lvl1pPr>
              <a:defRPr/>
            </a:lvl1pPr>
          </a:lstStyle>
          <a:p>
            <a:r>
              <a:rPr lang="en-US" noProof="0"/>
              <a:t>Content slide with editable computer screen – click to add title</a:t>
            </a:r>
          </a:p>
        </p:txBody>
      </p:sp>
      <p:pic>
        <p:nvPicPr>
          <p:cNvPr id="4" name="Picture 3">
            <a:extLst>
              <a:ext uri="{FF2B5EF4-FFF2-40B4-BE49-F238E27FC236}">
                <a16:creationId xmlns:a16="http://schemas.microsoft.com/office/drawing/2014/main" id="{8CACD659-21BD-FF75-6930-8221A796EB80}"/>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6020545" y="1594918"/>
            <a:ext cx="5404149" cy="4580569"/>
          </a:xfrm>
          <a:prstGeom prst="rect">
            <a:avLst/>
          </a:prstGeom>
        </p:spPr>
      </p:pic>
      <p:sp>
        <p:nvSpPr>
          <p:cNvPr id="3" name="Footer Placeholder 2">
            <a:extLst>
              <a:ext uri="{FF2B5EF4-FFF2-40B4-BE49-F238E27FC236}">
                <a16:creationId xmlns:a16="http://schemas.microsoft.com/office/drawing/2014/main" id="{CCD897C4-E2F2-4CF8-5229-A76A4CC36652}"/>
              </a:ext>
              <a:ext uri="{C183D7F6-B498-43B3-948B-1728B52AA6E4}">
                <adec:decorative xmlns:adec="http://schemas.microsoft.com/office/drawing/2017/decorative" val="1"/>
              </a:ext>
            </a:extLst>
          </p:cNvPr>
          <p:cNvSpPr>
            <a:spLocks noGrp="1"/>
          </p:cNvSpPr>
          <p:nvPr userDrawn="1">
            <p:ph type="ftr" sz="quarter" idx="23"/>
          </p:nvPr>
        </p:nvSpPr>
        <p:spPr/>
        <p:txBody>
          <a:bodyPr/>
          <a:lstStyle/>
          <a:p>
            <a:endParaRPr lang="en-US" noProof="0"/>
          </a:p>
        </p:txBody>
      </p:sp>
      <p:sp>
        <p:nvSpPr>
          <p:cNvPr id="9" name="Slide Number Placeholder 8">
            <a:extLst>
              <a:ext uri="{FF2B5EF4-FFF2-40B4-BE49-F238E27FC236}">
                <a16:creationId xmlns:a16="http://schemas.microsoft.com/office/drawing/2014/main" id="{13B1A9B0-8D59-83A5-4DBA-D7CE9A694A31}"/>
              </a:ext>
              <a:ext uri="{C183D7F6-B498-43B3-948B-1728B52AA6E4}">
                <adec:decorative xmlns:adec="http://schemas.microsoft.com/office/drawing/2017/decorative" val="1"/>
              </a:ext>
            </a:extLst>
          </p:cNvPr>
          <p:cNvSpPr>
            <a:spLocks noGrp="1"/>
          </p:cNvSpPr>
          <p:nvPr userDrawn="1">
            <p:ph type="sldNum" sz="quarter" idx="22"/>
          </p:nvPr>
        </p:nvSpPr>
        <p:spPr/>
        <p:txBody>
          <a:bodyPr/>
          <a:lstStyle/>
          <a:p>
            <a:fld id="{525A3C56-E491-49B2-93F3-63532DF516BC}" type="slidenum">
              <a:rPr lang="en-US" noProof="0" smtClean="0"/>
              <a:pPr/>
              <a:t>‹n°›</a:t>
            </a:fld>
            <a:endParaRPr lang="en-US" noProof="0"/>
          </a:p>
        </p:txBody>
      </p:sp>
      <p:sp>
        <p:nvSpPr>
          <p:cNvPr id="7" name="Picture Placeholder 6">
            <a:extLst>
              <a:ext uri="{FF2B5EF4-FFF2-40B4-BE49-F238E27FC236}">
                <a16:creationId xmlns:a16="http://schemas.microsoft.com/office/drawing/2014/main" id="{52F58082-4E21-8983-9822-25F161D8E6C4}"/>
              </a:ext>
            </a:extLst>
          </p:cNvPr>
          <p:cNvSpPr>
            <a:spLocks noGrp="1"/>
          </p:cNvSpPr>
          <p:nvPr>
            <p:ph type="pic" sz="quarter" idx="24"/>
          </p:nvPr>
        </p:nvSpPr>
        <p:spPr>
          <a:xfrm>
            <a:off x="6199632" y="1783080"/>
            <a:ext cx="5038344" cy="2907792"/>
          </a:xfrm>
        </p:spPr>
        <p:txBody>
          <a:bodyPr lIns="91440" tIns="91440" rIns="91440" bIns="91440"/>
          <a:lstStyle>
            <a:lvl1pPr>
              <a:defRPr sz="2000"/>
            </a:lvl1pPr>
          </a:lstStyle>
          <a:p>
            <a:pPr marL="0" marR="0" lvl="0" indent="0" algn="l" defTabSz="914400" rtl="0" eaLnBrk="1" fontAlgn="auto" latinLnBrk="0" hangingPunct="1">
              <a:lnSpc>
                <a:spcPct val="100000"/>
              </a:lnSpc>
              <a:spcBef>
                <a:spcPct val="20000"/>
              </a:spcBef>
              <a:spcAft>
                <a:spcPts val="0"/>
              </a:spcAft>
              <a:buClrTx/>
              <a:buSzTx/>
              <a:buFont typeface="Arial" panose="020B0604020202020204" pitchFamily="34" charset="0"/>
              <a:buNone/>
              <a:tabLst/>
              <a:defRPr/>
            </a:pPr>
            <a:r>
              <a:rPr lang="fr-CA" noProof="0"/>
              <a:t>Cliquez sur l'icône pour ajouter une image</a:t>
            </a:r>
            <a:endParaRPr lang="en-US" noProof="0"/>
          </a:p>
        </p:txBody>
      </p:sp>
      <p:sp>
        <p:nvSpPr>
          <p:cNvPr id="5" name="Content Placeholder 20">
            <a:extLst>
              <a:ext uri="{FF2B5EF4-FFF2-40B4-BE49-F238E27FC236}">
                <a16:creationId xmlns:a16="http://schemas.microsoft.com/office/drawing/2014/main" id="{7A5DC591-0F3B-CC93-78B8-9BED5DE66560}"/>
              </a:ext>
            </a:extLst>
          </p:cNvPr>
          <p:cNvSpPr>
            <a:spLocks noGrp="1"/>
          </p:cNvSpPr>
          <p:nvPr>
            <p:ph sz="quarter" idx="19" hasCustomPrompt="1"/>
          </p:nvPr>
        </p:nvSpPr>
        <p:spPr>
          <a:xfrm>
            <a:off x="765737" y="1767176"/>
            <a:ext cx="4568263" cy="4325649"/>
          </a:xfrm>
          <a:prstGeom prst="rect">
            <a:avLst/>
          </a:prstGeom>
        </p:spPr>
        <p:txBody>
          <a:bodyPr lIns="0" tIns="0" rIns="0" bIns="0">
            <a:normAutofit/>
          </a:bodyPr>
          <a:lstStyle>
            <a:lvl1pPr marL="0" indent="0">
              <a:spcBef>
                <a:spcPts val="0"/>
              </a:spcBef>
              <a:buClr>
                <a:schemeClr val="accent2"/>
              </a:buClr>
              <a:buSzPct val="110000"/>
              <a:buFont typeface="Arial" pitchFamily="34" charset="0"/>
              <a:buNone/>
              <a:defRPr sz="2000">
                <a:solidFill>
                  <a:schemeClr val="tx1"/>
                </a:solidFill>
                <a:latin typeface="+mn-lt"/>
              </a:defRPr>
            </a:lvl1pPr>
            <a:lvl2pPr marL="263525" indent="-263525">
              <a:spcBef>
                <a:spcPts val="500"/>
              </a:spcBef>
              <a:buClrTx/>
              <a:buSzPct val="100000"/>
              <a:buFont typeface="Arial" pitchFamily="34" charset="0"/>
              <a:buChar char="•"/>
              <a:defRPr sz="2000" baseline="0">
                <a:solidFill>
                  <a:schemeClr val="tx1"/>
                </a:solidFill>
                <a:latin typeface="Arial" pitchFamily="34" charset="0"/>
              </a:defRPr>
            </a:lvl2pPr>
            <a:lvl3pPr marL="536575" indent="-273050">
              <a:spcBef>
                <a:spcPts val="500"/>
              </a:spcBef>
              <a:buClrTx/>
              <a:buSzPct val="100000"/>
              <a:buFont typeface="Calibri" panose="020F0502020204030204" pitchFamily="34" charset="0"/>
              <a:buChar char="–"/>
              <a:defRPr sz="1800">
                <a:solidFill>
                  <a:schemeClr val="tx1"/>
                </a:solidFill>
                <a:latin typeface="Arial" pitchFamily="34" charset="0"/>
              </a:defRPr>
            </a:lvl3pPr>
            <a:lvl4pPr marL="811213" indent="-279400">
              <a:spcBef>
                <a:spcPts val="500"/>
              </a:spcBef>
              <a:buClrTx/>
              <a:buSzPct val="100000"/>
              <a:buFont typeface="Wingdings" panose="05000000000000000000" pitchFamily="2" charset="2"/>
              <a:buChar char="§"/>
              <a:defRPr sz="1600">
                <a:solidFill>
                  <a:schemeClr val="tx1"/>
                </a:solidFill>
                <a:latin typeface="Arial" pitchFamily="34" charset="0"/>
              </a:defRPr>
            </a:lvl4pPr>
            <a:lvl5pPr marL="1074738" indent="-263525">
              <a:spcBef>
                <a:spcPts val="500"/>
              </a:spcBef>
              <a:buClrTx/>
              <a:buSzPct val="100000"/>
              <a:buFont typeface="Courier New" panose="02070309020205020404" pitchFamily="49" charset="0"/>
              <a:buChar char="o"/>
              <a:defRPr sz="1400">
                <a:solidFill>
                  <a:schemeClr val="tx1"/>
                </a:solidFill>
                <a:latin typeface="Arial" pitchFamily="34" charset="0"/>
              </a:defRPr>
            </a:lvl5pPr>
            <a:lvl6pPr marL="1136650" indent="-215900">
              <a:spcBef>
                <a:spcPts val="500"/>
              </a:spcBef>
              <a:buClr>
                <a:schemeClr val="accent1"/>
              </a:buClr>
              <a:buFont typeface="Verdana" pitchFamily="34" charset="0"/>
              <a:buChar char="•"/>
              <a:defRPr sz="1400" baseline="0">
                <a:solidFill>
                  <a:schemeClr val="tx1"/>
                </a:solidFill>
              </a:defRPr>
            </a:lvl6pPr>
            <a:lvl7pPr marL="1343025" indent="-228600">
              <a:spcBef>
                <a:spcPts val="500"/>
              </a:spcBef>
              <a:buClr>
                <a:schemeClr val="tx1">
                  <a:lumMod val="60000"/>
                  <a:lumOff val="40000"/>
                </a:schemeClr>
              </a:buClr>
              <a:buFont typeface="Verdana" pitchFamily="34" charset="0"/>
              <a:buChar char="•"/>
              <a:defRPr sz="1400" baseline="0">
                <a:solidFill>
                  <a:schemeClr val="tx1"/>
                </a:solidFill>
              </a:defRPr>
            </a:lvl7pPr>
          </a:lstStyle>
          <a:p>
            <a:pPr marL="0" marR="0" lvl="0" indent="0" algn="l" defTabSz="914400" rtl="0" eaLnBrk="1" fontAlgn="auto" latinLnBrk="0" hangingPunct="1">
              <a:lnSpc>
                <a:spcPct val="100000"/>
              </a:lnSpc>
              <a:spcBef>
                <a:spcPts val="0"/>
              </a:spcBef>
              <a:spcAft>
                <a:spcPts val="0"/>
              </a:spcAft>
              <a:buClr>
                <a:schemeClr val="accent2"/>
              </a:buClr>
              <a:buSzPct val="110000"/>
              <a:buFont typeface="Arial" pitchFamily="34" charset="0"/>
              <a:buNone/>
              <a:tabLst/>
              <a:defRPr/>
            </a:pPr>
            <a:r>
              <a:rPr lang="en-US" noProof="0"/>
              <a:t>Click to add text or select icon to insert content.</a:t>
            </a:r>
          </a:p>
          <a:p>
            <a:pPr lvl="0"/>
            <a:endParaRPr lang="en-US" noProof="0"/>
          </a:p>
        </p:txBody>
      </p:sp>
    </p:spTree>
    <p:extLst>
      <p:ext uri="{BB962C8B-B14F-4D97-AF65-F5344CB8AC3E}">
        <p14:creationId xmlns:p14="http://schemas.microsoft.com/office/powerpoint/2010/main" val="351479667"/>
      </p:ext>
    </p:extLst>
  </p:cSld>
  <p:clrMapOvr>
    <a:masterClrMapping/>
  </p:clrMapOvr>
  <p:transition/>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Laptop + editable scree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D1ECE7-029C-9470-FB12-50E6EE95BB4D}"/>
              </a:ext>
            </a:extLst>
          </p:cNvPr>
          <p:cNvSpPr>
            <a:spLocks noGrp="1"/>
          </p:cNvSpPr>
          <p:nvPr>
            <p:ph type="title" hasCustomPrompt="1"/>
          </p:nvPr>
        </p:nvSpPr>
        <p:spPr/>
        <p:txBody>
          <a:bodyPr/>
          <a:lstStyle>
            <a:lvl1pPr>
              <a:defRPr/>
            </a:lvl1pPr>
          </a:lstStyle>
          <a:p>
            <a:r>
              <a:rPr lang="en-US" noProof="0"/>
              <a:t>Content slide with editable laptop screen – click to add title</a:t>
            </a:r>
          </a:p>
        </p:txBody>
      </p:sp>
      <p:sp>
        <p:nvSpPr>
          <p:cNvPr id="14" name="Content Placeholder 20">
            <a:extLst>
              <a:ext uri="{FF2B5EF4-FFF2-40B4-BE49-F238E27FC236}">
                <a16:creationId xmlns:a16="http://schemas.microsoft.com/office/drawing/2014/main" id="{27B262E3-C2DF-AD9E-2069-876FCA1C8464}"/>
              </a:ext>
            </a:extLst>
          </p:cNvPr>
          <p:cNvSpPr>
            <a:spLocks noGrp="1"/>
          </p:cNvSpPr>
          <p:nvPr>
            <p:ph sz="quarter" idx="19" hasCustomPrompt="1"/>
          </p:nvPr>
        </p:nvSpPr>
        <p:spPr>
          <a:xfrm>
            <a:off x="765737" y="1767176"/>
            <a:ext cx="4568263" cy="4325649"/>
          </a:xfrm>
          <a:prstGeom prst="rect">
            <a:avLst/>
          </a:prstGeom>
        </p:spPr>
        <p:txBody>
          <a:bodyPr lIns="0" tIns="0" rIns="0" bIns="0">
            <a:normAutofit/>
          </a:bodyPr>
          <a:lstStyle>
            <a:lvl1pPr marL="0" indent="0">
              <a:spcBef>
                <a:spcPts val="0"/>
              </a:spcBef>
              <a:buClr>
                <a:schemeClr val="accent2"/>
              </a:buClr>
              <a:buSzPct val="110000"/>
              <a:buFont typeface="Arial" pitchFamily="34" charset="0"/>
              <a:buNone/>
              <a:defRPr sz="2000">
                <a:solidFill>
                  <a:schemeClr val="tx1"/>
                </a:solidFill>
                <a:latin typeface="+mn-lt"/>
              </a:defRPr>
            </a:lvl1pPr>
            <a:lvl2pPr marL="263525" indent="-263525">
              <a:spcBef>
                <a:spcPts val="500"/>
              </a:spcBef>
              <a:buClrTx/>
              <a:buSzPct val="100000"/>
              <a:buFont typeface="Arial" pitchFamily="34" charset="0"/>
              <a:buChar char="•"/>
              <a:defRPr sz="2000" baseline="0">
                <a:solidFill>
                  <a:schemeClr val="tx1"/>
                </a:solidFill>
                <a:latin typeface="Arial" pitchFamily="34" charset="0"/>
              </a:defRPr>
            </a:lvl2pPr>
            <a:lvl3pPr marL="536575" indent="-273050">
              <a:spcBef>
                <a:spcPts val="500"/>
              </a:spcBef>
              <a:buClrTx/>
              <a:buSzPct val="100000"/>
              <a:buFont typeface="Calibri" panose="020F0502020204030204" pitchFamily="34" charset="0"/>
              <a:buChar char="–"/>
              <a:defRPr sz="1800">
                <a:solidFill>
                  <a:schemeClr val="tx1"/>
                </a:solidFill>
                <a:latin typeface="Arial" pitchFamily="34" charset="0"/>
              </a:defRPr>
            </a:lvl3pPr>
            <a:lvl4pPr marL="811213" indent="-279400">
              <a:spcBef>
                <a:spcPts val="500"/>
              </a:spcBef>
              <a:buClrTx/>
              <a:buSzPct val="100000"/>
              <a:buFont typeface="Wingdings" panose="05000000000000000000" pitchFamily="2" charset="2"/>
              <a:buChar char="§"/>
              <a:defRPr sz="1600">
                <a:solidFill>
                  <a:schemeClr val="tx1"/>
                </a:solidFill>
                <a:latin typeface="Arial" pitchFamily="34" charset="0"/>
              </a:defRPr>
            </a:lvl4pPr>
            <a:lvl5pPr marL="1074738" indent="-263525">
              <a:spcBef>
                <a:spcPts val="500"/>
              </a:spcBef>
              <a:buClrTx/>
              <a:buSzPct val="100000"/>
              <a:buFont typeface="Courier New" panose="02070309020205020404" pitchFamily="49" charset="0"/>
              <a:buChar char="o"/>
              <a:defRPr sz="1400">
                <a:solidFill>
                  <a:schemeClr val="tx1"/>
                </a:solidFill>
                <a:latin typeface="Arial" pitchFamily="34" charset="0"/>
              </a:defRPr>
            </a:lvl5pPr>
            <a:lvl6pPr marL="1136650" indent="-215900">
              <a:spcBef>
                <a:spcPts val="500"/>
              </a:spcBef>
              <a:buClr>
                <a:schemeClr val="accent1"/>
              </a:buClr>
              <a:buFont typeface="Verdana" pitchFamily="34" charset="0"/>
              <a:buChar char="•"/>
              <a:defRPr sz="1400" baseline="0">
                <a:solidFill>
                  <a:schemeClr val="tx1"/>
                </a:solidFill>
              </a:defRPr>
            </a:lvl6pPr>
            <a:lvl7pPr marL="1343025" indent="-228600">
              <a:spcBef>
                <a:spcPts val="500"/>
              </a:spcBef>
              <a:buClr>
                <a:schemeClr val="tx1">
                  <a:lumMod val="60000"/>
                  <a:lumOff val="40000"/>
                </a:schemeClr>
              </a:buClr>
              <a:buFont typeface="Verdana" pitchFamily="34" charset="0"/>
              <a:buChar char="•"/>
              <a:defRPr sz="1400" baseline="0">
                <a:solidFill>
                  <a:schemeClr val="tx1"/>
                </a:solidFill>
              </a:defRPr>
            </a:lvl7pPr>
          </a:lstStyle>
          <a:p>
            <a:pPr marL="0" marR="0" lvl="0" indent="0" algn="l" defTabSz="914400" rtl="0" eaLnBrk="1" fontAlgn="auto" latinLnBrk="0" hangingPunct="1">
              <a:lnSpc>
                <a:spcPct val="100000"/>
              </a:lnSpc>
              <a:spcBef>
                <a:spcPts val="0"/>
              </a:spcBef>
              <a:spcAft>
                <a:spcPts val="0"/>
              </a:spcAft>
              <a:buClr>
                <a:schemeClr val="accent2"/>
              </a:buClr>
              <a:buSzPct val="110000"/>
              <a:buFont typeface="Arial" pitchFamily="34" charset="0"/>
              <a:buNone/>
              <a:tabLst/>
              <a:defRPr/>
            </a:pPr>
            <a:r>
              <a:rPr lang="en-US" noProof="0"/>
              <a:t>Click to add text or select icon to insert content.</a:t>
            </a:r>
          </a:p>
          <a:p>
            <a:pPr lvl="0"/>
            <a:endParaRPr lang="en-US" noProof="0"/>
          </a:p>
        </p:txBody>
      </p:sp>
      <p:pic>
        <p:nvPicPr>
          <p:cNvPr id="4" name="Laptop" descr="Laptop">
            <a:extLst>
              <a:ext uri="{FF2B5EF4-FFF2-40B4-BE49-F238E27FC236}">
                <a16:creationId xmlns:a16="http://schemas.microsoft.com/office/drawing/2014/main" id="{2AADE652-AE35-AFBD-A1C4-B2BCED871AAF}"/>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5278171" y="1532674"/>
            <a:ext cx="6913829" cy="4413037"/>
          </a:xfrm>
          <a:prstGeom prst="rect">
            <a:avLst/>
          </a:prstGeom>
        </p:spPr>
      </p:pic>
      <p:sp>
        <p:nvSpPr>
          <p:cNvPr id="5" name="Picture Placeholder 2" descr="Photograph of information aligning with slide content, displayed on a computer screen.">
            <a:extLst>
              <a:ext uri="{FF2B5EF4-FFF2-40B4-BE49-F238E27FC236}">
                <a16:creationId xmlns:a16="http://schemas.microsoft.com/office/drawing/2014/main" id="{91948F71-FA03-3475-4DF8-8A1530870041}"/>
              </a:ext>
              <a:ext uri="{C183D7F6-B498-43B3-948B-1728B52AA6E4}">
                <adec:decorative xmlns:adec="http://schemas.microsoft.com/office/drawing/2017/decorative" val="0"/>
              </a:ext>
            </a:extLst>
          </p:cNvPr>
          <p:cNvSpPr>
            <a:spLocks noGrp="1"/>
          </p:cNvSpPr>
          <p:nvPr>
            <p:ph type="pic" sz="quarter" idx="24"/>
          </p:nvPr>
        </p:nvSpPr>
        <p:spPr>
          <a:xfrm>
            <a:off x="6629400" y="1767176"/>
            <a:ext cx="5562600" cy="3607904"/>
          </a:xfrm>
          <a:prstGeom prst="rect">
            <a:avLst/>
          </a:prstGeom>
          <a:noFill/>
        </p:spPr>
        <p:txBody>
          <a:bodyPr lIns="91440" tIns="91440" rIns="91440" bIns="91440" anchor="t" anchorCtr="0">
            <a:normAutofit/>
          </a:bodyPr>
          <a:lstStyle>
            <a:lvl1pPr marL="0" indent="0" algn="l">
              <a:buNone/>
              <a:defRPr sz="2000"/>
            </a:lvl1pPr>
          </a:lstStyle>
          <a:p>
            <a:r>
              <a:rPr lang="fr-CA" noProof="0"/>
              <a:t>Cliquez sur l'icône pour ajouter une image</a:t>
            </a:r>
            <a:endParaRPr lang="en-US" noProof="0"/>
          </a:p>
        </p:txBody>
      </p:sp>
      <p:sp>
        <p:nvSpPr>
          <p:cNvPr id="3" name="Footer Placeholder 2">
            <a:extLst>
              <a:ext uri="{FF2B5EF4-FFF2-40B4-BE49-F238E27FC236}">
                <a16:creationId xmlns:a16="http://schemas.microsoft.com/office/drawing/2014/main" id="{6E47998D-D816-211C-2B52-20DC56458634}"/>
              </a:ext>
              <a:ext uri="{C183D7F6-B498-43B3-948B-1728B52AA6E4}">
                <adec:decorative xmlns:adec="http://schemas.microsoft.com/office/drawing/2017/decorative" val="0"/>
              </a:ext>
            </a:extLst>
          </p:cNvPr>
          <p:cNvSpPr>
            <a:spLocks noGrp="1"/>
          </p:cNvSpPr>
          <p:nvPr userDrawn="1">
            <p:ph type="ftr" sz="quarter" idx="23"/>
          </p:nvPr>
        </p:nvSpPr>
        <p:spPr/>
        <p:txBody>
          <a:bodyPr/>
          <a:lstStyle/>
          <a:p>
            <a:endParaRPr lang="en-US" noProof="0"/>
          </a:p>
        </p:txBody>
      </p:sp>
      <p:sp>
        <p:nvSpPr>
          <p:cNvPr id="9" name="Slide Number Placeholder 8">
            <a:extLst>
              <a:ext uri="{FF2B5EF4-FFF2-40B4-BE49-F238E27FC236}">
                <a16:creationId xmlns:a16="http://schemas.microsoft.com/office/drawing/2014/main" id="{53447895-D093-DE49-C329-17565F7FABBB}"/>
              </a:ext>
            </a:extLst>
          </p:cNvPr>
          <p:cNvSpPr>
            <a:spLocks noGrp="1"/>
          </p:cNvSpPr>
          <p:nvPr userDrawn="1">
            <p:ph type="sldNum" sz="quarter" idx="22"/>
          </p:nvPr>
        </p:nvSpPr>
        <p:spPr/>
        <p:txBody>
          <a:bodyPr/>
          <a:lstStyle/>
          <a:p>
            <a:fld id="{525A3C56-E491-49B2-93F3-63532DF516BC}" type="slidenum">
              <a:rPr lang="en-US" noProof="0" smtClean="0"/>
              <a:pPr/>
              <a:t>‹n°›</a:t>
            </a:fld>
            <a:endParaRPr lang="en-US" noProof="0"/>
          </a:p>
        </p:txBody>
      </p:sp>
    </p:spTree>
    <p:extLst>
      <p:ext uri="{BB962C8B-B14F-4D97-AF65-F5344CB8AC3E}">
        <p14:creationId xmlns:p14="http://schemas.microsoft.com/office/powerpoint/2010/main" val="1637006035"/>
      </p:ext>
    </p:extLst>
  </p:cSld>
  <p:clrMapOvr>
    <a:masterClrMapping/>
  </p:clrMapOvr>
  <p:transition/>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Tablet + editable scree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D1ECE7-029C-9470-FB12-50E6EE95BB4D}"/>
              </a:ext>
            </a:extLst>
          </p:cNvPr>
          <p:cNvSpPr>
            <a:spLocks noGrp="1"/>
          </p:cNvSpPr>
          <p:nvPr>
            <p:ph type="title" hasCustomPrompt="1"/>
          </p:nvPr>
        </p:nvSpPr>
        <p:spPr>
          <a:noFill/>
        </p:spPr>
        <p:txBody>
          <a:bodyPr/>
          <a:lstStyle>
            <a:lvl1pPr>
              <a:defRPr/>
            </a:lvl1pPr>
          </a:lstStyle>
          <a:p>
            <a:r>
              <a:rPr lang="en-US" noProof="0"/>
              <a:t>Content slide with editable tablet screen – click to add title</a:t>
            </a:r>
          </a:p>
        </p:txBody>
      </p:sp>
      <p:pic>
        <p:nvPicPr>
          <p:cNvPr id="4" name="Picture 3" descr="Tablet with blank screen.">
            <a:extLst>
              <a:ext uri="{FF2B5EF4-FFF2-40B4-BE49-F238E27FC236}">
                <a16:creationId xmlns:a16="http://schemas.microsoft.com/office/drawing/2014/main" id="{CD542B68-861B-4C30-90C5-5016FA31094E}"/>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6444053" y="1578394"/>
            <a:ext cx="4075070" cy="4642813"/>
          </a:xfrm>
          <a:prstGeom prst="rect">
            <a:avLst/>
          </a:prstGeom>
        </p:spPr>
      </p:pic>
      <p:sp>
        <p:nvSpPr>
          <p:cNvPr id="11" name="Picture Placeholder 2" descr="Placeholder to add picture of information aligning with slide content, displayed on a tablet screen.">
            <a:extLst>
              <a:ext uri="{FF2B5EF4-FFF2-40B4-BE49-F238E27FC236}">
                <a16:creationId xmlns:a16="http://schemas.microsoft.com/office/drawing/2014/main" id="{08B77F00-A11D-0CF2-7AE7-A86D95DA19EA}"/>
              </a:ext>
              <a:ext uri="{C183D7F6-B498-43B3-948B-1728B52AA6E4}">
                <adec:decorative xmlns:adec="http://schemas.microsoft.com/office/drawing/2017/decorative" val="0"/>
              </a:ext>
            </a:extLst>
          </p:cNvPr>
          <p:cNvSpPr>
            <a:spLocks noGrp="1"/>
          </p:cNvSpPr>
          <p:nvPr>
            <p:ph type="pic" sz="quarter" idx="18"/>
          </p:nvPr>
        </p:nvSpPr>
        <p:spPr>
          <a:xfrm>
            <a:off x="7022592" y="1920240"/>
            <a:ext cx="2907792" cy="3749040"/>
          </a:xfrm>
          <a:prstGeom prst="rect">
            <a:avLst/>
          </a:prstGeom>
          <a:noFill/>
          <a:ln>
            <a:noFill/>
          </a:ln>
        </p:spPr>
        <p:txBody>
          <a:bodyPr lIns="91440" tIns="91440" rIns="91440" bIns="91440" anchor="t" anchorCtr="0"/>
          <a:lstStyle>
            <a:lvl1pPr marL="0" indent="0" algn="ctr">
              <a:buNone/>
              <a:defRPr sz="2000"/>
            </a:lvl1pPr>
          </a:lstStyle>
          <a:p>
            <a:r>
              <a:rPr lang="fr-CA" noProof="0"/>
              <a:t>Cliquez sur l'icône pour ajouter une image</a:t>
            </a:r>
            <a:endParaRPr lang="en-US" noProof="0"/>
          </a:p>
        </p:txBody>
      </p:sp>
      <p:sp>
        <p:nvSpPr>
          <p:cNvPr id="3" name="Footer Placeholder 2">
            <a:extLst>
              <a:ext uri="{FF2B5EF4-FFF2-40B4-BE49-F238E27FC236}">
                <a16:creationId xmlns:a16="http://schemas.microsoft.com/office/drawing/2014/main" id="{551FF1A3-1160-C4C4-A626-206C16181D21}"/>
              </a:ext>
              <a:ext uri="{C183D7F6-B498-43B3-948B-1728B52AA6E4}">
                <adec:decorative xmlns:adec="http://schemas.microsoft.com/office/drawing/2017/decorative" val="1"/>
              </a:ext>
            </a:extLst>
          </p:cNvPr>
          <p:cNvSpPr>
            <a:spLocks noGrp="1"/>
          </p:cNvSpPr>
          <p:nvPr userDrawn="1">
            <p:ph type="ftr" sz="quarter" idx="23"/>
          </p:nvPr>
        </p:nvSpPr>
        <p:spPr/>
        <p:txBody>
          <a:bodyPr/>
          <a:lstStyle/>
          <a:p>
            <a:endParaRPr lang="en-US" noProof="0"/>
          </a:p>
        </p:txBody>
      </p:sp>
      <p:sp>
        <p:nvSpPr>
          <p:cNvPr id="9" name="Slide Number Placeholder 8">
            <a:extLst>
              <a:ext uri="{FF2B5EF4-FFF2-40B4-BE49-F238E27FC236}">
                <a16:creationId xmlns:a16="http://schemas.microsoft.com/office/drawing/2014/main" id="{9E659B3B-343D-4046-633E-2244C47D9ED4}"/>
              </a:ext>
              <a:ext uri="{C183D7F6-B498-43B3-948B-1728B52AA6E4}">
                <adec:decorative xmlns:adec="http://schemas.microsoft.com/office/drawing/2017/decorative" val="1"/>
              </a:ext>
            </a:extLst>
          </p:cNvPr>
          <p:cNvSpPr>
            <a:spLocks noGrp="1"/>
          </p:cNvSpPr>
          <p:nvPr userDrawn="1">
            <p:ph type="sldNum" sz="quarter" idx="22"/>
          </p:nvPr>
        </p:nvSpPr>
        <p:spPr/>
        <p:txBody>
          <a:bodyPr/>
          <a:lstStyle/>
          <a:p>
            <a:fld id="{525A3C56-E491-49B2-93F3-63532DF516BC}" type="slidenum">
              <a:rPr lang="en-US" noProof="0" smtClean="0"/>
              <a:pPr/>
              <a:t>‹n°›</a:t>
            </a:fld>
            <a:endParaRPr lang="en-US" noProof="0"/>
          </a:p>
        </p:txBody>
      </p:sp>
      <p:sp>
        <p:nvSpPr>
          <p:cNvPr id="5" name="Content Placeholder 20">
            <a:extLst>
              <a:ext uri="{FF2B5EF4-FFF2-40B4-BE49-F238E27FC236}">
                <a16:creationId xmlns:a16="http://schemas.microsoft.com/office/drawing/2014/main" id="{5E6282E1-2EC2-E37A-5839-3290768DE8BE}"/>
              </a:ext>
            </a:extLst>
          </p:cNvPr>
          <p:cNvSpPr>
            <a:spLocks noGrp="1"/>
          </p:cNvSpPr>
          <p:nvPr>
            <p:ph sz="quarter" idx="19" hasCustomPrompt="1"/>
          </p:nvPr>
        </p:nvSpPr>
        <p:spPr>
          <a:xfrm>
            <a:off x="765737" y="1767176"/>
            <a:ext cx="4568263" cy="4325649"/>
          </a:xfrm>
          <a:prstGeom prst="rect">
            <a:avLst/>
          </a:prstGeom>
        </p:spPr>
        <p:txBody>
          <a:bodyPr lIns="0" tIns="0" rIns="0" bIns="0">
            <a:normAutofit/>
          </a:bodyPr>
          <a:lstStyle>
            <a:lvl1pPr marL="0" indent="0">
              <a:spcBef>
                <a:spcPts val="0"/>
              </a:spcBef>
              <a:buClr>
                <a:schemeClr val="accent2"/>
              </a:buClr>
              <a:buSzPct val="110000"/>
              <a:buFont typeface="Arial" pitchFamily="34" charset="0"/>
              <a:buNone/>
              <a:defRPr sz="2000">
                <a:solidFill>
                  <a:schemeClr val="tx1"/>
                </a:solidFill>
                <a:latin typeface="+mn-lt"/>
              </a:defRPr>
            </a:lvl1pPr>
            <a:lvl2pPr marL="263525" indent="-263525">
              <a:spcBef>
                <a:spcPts val="500"/>
              </a:spcBef>
              <a:buClrTx/>
              <a:buSzPct val="100000"/>
              <a:buFont typeface="Arial" pitchFamily="34" charset="0"/>
              <a:buChar char="•"/>
              <a:defRPr sz="2000" baseline="0">
                <a:solidFill>
                  <a:schemeClr val="tx1"/>
                </a:solidFill>
                <a:latin typeface="Arial" pitchFamily="34" charset="0"/>
              </a:defRPr>
            </a:lvl2pPr>
            <a:lvl3pPr marL="536575" indent="-273050">
              <a:spcBef>
                <a:spcPts val="500"/>
              </a:spcBef>
              <a:buClrTx/>
              <a:buSzPct val="100000"/>
              <a:buFont typeface="Calibri" panose="020F0502020204030204" pitchFamily="34" charset="0"/>
              <a:buChar char="–"/>
              <a:defRPr sz="1800">
                <a:solidFill>
                  <a:schemeClr val="tx1"/>
                </a:solidFill>
                <a:latin typeface="Arial" pitchFamily="34" charset="0"/>
              </a:defRPr>
            </a:lvl3pPr>
            <a:lvl4pPr marL="811213" indent="-279400">
              <a:spcBef>
                <a:spcPts val="500"/>
              </a:spcBef>
              <a:buClrTx/>
              <a:buSzPct val="100000"/>
              <a:buFont typeface="Wingdings" panose="05000000000000000000" pitchFamily="2" charset="2"/>
              <a:buChar char="§"/>
              <a:defRPr sz="1600">
                <a:solidFill>
                  <a:schemeClr val="tx1"/>
                </a:solidFill>
                <a:latin typeface="Arial" pitchFamily="34" charset="0"/>
              </a:defRPr>
            </a:lvl4pPr>
            <a:lvl5pPr marL="1074738" indent="-263525">
              <a:spcBef>
                <a:spcPts val="500"/>
              </a:spcBef>
              <a:buClrTx/>
              <a:buSzPct val="100000"/>
              <a:buFont typeface="Courier New" panose="02070309020205020404" pitchFamily="49" charset="0"/>
              <a:buChar char="o"/>
              <a:defRPr sz="1400">
                <a:solidFill>
                  <a:schemeClr val="tx1"/>
                </a:solidFill>
                <a:latin typeface="Arial" pitchFamily="34" charset="0"/>
              </a:defRPr>
            </a:lvl5pPr>
            <a:lvl6pPr marL="1136650" indent="-215900">
              <a:spcBef>
                <a:spcPts val="500"/>
              </a:spcBef>
              <a:buClr>
                <a:schemeClr val="accent1"/>
              </a:buClr>
              <a:buFont typeface="Verdana" pitchFamily="34" charset="0"/>
              <a:buChar char="•"/>
              <a:defRPr sz="1400" baseline="0">
                <a:solidFill>
                  <a:schemeClr val="tx1"/>
                </a:solidFill>
              </a:defRPr>
            </a:lvl6pPr>
            <a:lvl7pPr marL="1343025" indent="-228600">
              <a:spcBef>
                <a:spcPts val="500"/>
              </a:spcBef>
              <a:buClr>
                <a:schemeClr val="tx1">
                  <a:lumMod val="60000"/>
                  <a:lumOff val="40000"/>
                </a:schemeClr>
              </a:buClr>
              <a:buFont typeface="Verdana" pitchFamily="34" charset="0"/>
              <a:buChar char="•"/>
              <a:defRPr sz="1400" baseline="0">
                <a:solidFill>
                  <a:schemeClr val="tx1"/>
                </a:solidFill>
              </a:defRPr>
            </a:lvl7pPr>
          </a:lstStyle>
          <a:p>
            <a:pPr marL="0" marR="0" lvl="0" indent="0" algn="l" defTabSz="914400" rtl="0" eaLnBrk="1" fontAlgn="auto" latinLnBrk="0" hangingPunct="1">
              <a:lnSpc>
                <a:spcPct val="100000"/>
              </a:lnSpc>
              <a:spcBef>
                <a:spcPts val="0"/>
              </a:spcBef>
              <a:spcAft>
                <a:spcPts val="0"/>
              </a:spcAft>
              <a:buClr>
                <a:schemeClr val="accent2"/>
              </a:buClr>
              <a:buSzPct val="110000"/>
              <a:buFont typeface="Arial" pitchFamily="34" charset="0"/>
              <a:buNone/>
              <a:tabLst/>
              <a:defRPr/>
            </a:pPr>
            <a:r>
              <a:rPr lang="en-US" noProof="0"/>
              <a:t>Click to add text or select icon to insert content.</a:t>
            </a:r>
          </a:p>
          <a:p>
            <a:pPr lvl="0"/>
            <a:endParaRPr lang="en-US" noProof="0"/>
          </a:p>
        </p:txBody>
      </p:sp>
    </p:spTree>
    <p:extLst>
      <p:ext uri="{BB962C8B-B14F-4D97-AF65-F5344CB8AC3E}">
        <p14:creationId xmlns:p14="http://schemas.microsoft.com/office/powerpoint/2010/main" val="2571257292"/>
      </p:ext>
    </p:extLst>
  </p:cSld>
  <p:clrMapOvr>
    <a:masterClrMapping/>
  </p:clrMapOvr>
  <p:transition/>
  <p:extLst>
    <p:ext uri="{DCECCB84-F9BA-43D5-87BE-67443E8EF086}">
      <p15:sldGuideLst xmlns:p15="http://schemas.microsoft.com/office/powerpoint/2012/main"/>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Mobile + editable scree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D1ECE7-029C-9470-FB12-50E6EE95BB4D}"/>
              </a:ext>
            </a:extLst>
          </p:cNvPr>
          <p:cNvSpPr>
            <a:spLocks noGrp="1"/>
          </p:cNvSpPr>
          <p:nvPr>
            <p:ph type="title" hasCustomPrompt="1"/>
          </p:nvPr>
        </p:nvSpPr>
        <p:spPr/>
        <p:txBody>
          <a:bodyPr/>
          <a:lstStyle>
            <a:lvl1pPr>
              <a:defRPr/>
            </a:lvl1pPr>
          </a:lstStyle>
          <a:p>
            <a:r>
              <a:rPr lang="en-US" noProof="0"/>
              <a:t>Content slide with editable mobile phone screen – click to add title</a:t>
            </a:r>
          </a:p>
        </p:txBody>
      </p:sp>
      <p:pic>
        <p:nvPicPr>
          <p:cNvPr id="4" name="Picture 3">
            <a:extLst>
              <a:ext uri="{FF2B5EF4-FFF2-40B4-BE49-F238E27FC236}">
                <a16:creationId xmlns:a16="http://schemas.microsoft.com/office/drawing/2014/main" id="{4C0811E1-3F8E-2C46-3C75-8CFD0806D4F4}"/>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7370657" y="1532674"/>
            <a:ext cx="2797893" cy="4727592"/>
          </a:xfrm>
          <a:prstGeom prst="rect">
            <a:avLst/>
          </a:prstGeom>
        </p:spPr>
      </p:pic>
      <p:sp>
        <p:nvSpPr>
          <p:cNvPr id="3" name="Footer Placeholder 2">
            <a:extLst>
              <a:ext uri="{FF2B5EF4-FFF2-40B4-BE49-F238E27FC236}">
                <a16:creationId xmlns:a16="http://schemas.microsoft.com/office/drawing/2014/main" id="{4DC01B46-EE15-3169-76FA-5E007386196A}"/>
              </a:ext>
              <a:ext uri="{C183D7F6-B498-43B3-948B-1728B52AA6E4}">
                <adec:decorative xmlns:adec="http://schemas.microsoft.com/office/drawing/2017/decorative" val="1"/>
              </a:ext>
            </a:extLst>
          </p:cNvPr>
          <p:cNvSpPr>
            <a:spLocks noGrp="1"/>
          </p:cNvSpPr>
          <p:nvPr userDrawn="1">
            <p:ph type="ftr" sz="quarter" idx="23"/>
          </p:nvPr>
        </p:nvSpPr>
        <p:spPr/>
        <p:txBody>
          <a:bodyPr/>
          <a:lstStyle/>
          <a:p>
            <a:endParaRPr lang="en-US" noProof="0"/>
          </a:p>
        </p:txBody>
      </p:sp>
      <p:sp>
        <p:nvSpPr>
          <p:cNvPr id="9" name="Slide Number Placeholder 8">
            <a:extLst>
              <a:ext uri="{FF2B5EF4-FFF2-40B4-BE49-F238E27FC236}">
                <a16:creationId xmlns:a16="http://schemas.microsoft.com/office/drawing/2014/main" id="{230ED152-8F64-205C-DD05-E8E32791A0E3}"/>
              </a:ext>
              <a:ext uri="{C183D7F6-B498-43B3-948B-1728B52AA6E4}">
                <adec:decorative xmlns:adec="http://schemas.microsoft.com/office/drawing/2017/decorative" val="1"/>
              </a:ext>
            </a:extLst>
          </p:cNvPr>
          <p:cNvSpPr>
            <a:spLocks noGrp="1"/>
          </p:cNvSpPr>
          <p:nvPr userDrawn="1">
            <p:ph type="sldNum" sz="quarter" idx="22"/>
          </p:nvPr>
        </p:nvSpPr>
        <p:spPr/>
        <p:txBody>
          <a:bodyPr/>
          <a:lstStyle/>
          <a:p>
            <a:fld id="{525A3C56-E491-49B2-93F3-63532DF516BC}" type="slidenum">
              <a:rPr lang="en-US" noProof="0" smtClean="0"/>
              <a:pPr/>
              <a:t>‹n°›</a:t>
            </a:fld>
            <a:endParaRPr lang="en-US" noProof="0"/>
          </a:p>
        </p:txBody>
      </p:sp>
      <p:sp>
        <p:nvSpPr>
          <p:cNvPr id="7" name="Picture Placeholder 6">
            <a:extLst>
              <a:ext uri="{FF2B5EF4-FFF2-40B4-BE49-F238E27FC236}">
                <a16:creationId xmlns:a16="http://schemas.microsoft.com/office/drawing/2014/main" id="{7AAACC6F-A2B2-201C-1143-00C234082089}"/>
              </a:ext>
            </a:extLst>
          </p:cNvPr>
          <p:cNvSpPr>
            <a:spLocks noGrp="1"/>
          </p:cNvSpPr>
          <p:nvPr>
            <p:ph type="pic" sz="quarter" idx="24"/>
          </p:nvPr>
        </p:nvSpPr>
        <p:spPr>
          <a:xfrm>
            <a:off x="7772400" y="1911096"/>
            <a:ext cx="1993392" cy="3803904"/>
          </a:xfrm>
        </p:spPr>
        <p:txBody>
          <a:bodyPr lIns="91440" tIns="91440" rIns="91440" bIns="91440"/>
          <a:lstStyle>
            <a:lvl1pPr>
              <a:defRPr sz="2000"/>
            </a:lvl1pPr>
          </a:lstStyle>
          <a:p>
            <a:r>
              <a:rPr lang="fr-CA" noProof="0"/>
              <a:t>Cliquez sur l'icône pour ajouter une image</a:t>
            </a:r>
            <a:endParaRPr lang="en-US" noProof="0"/>
          </a:p>
        </p:txBody>
      </p:sp>
      <p:sp>
        <p:nvSpPr>
          <p:cNvPr id="5" name="Content Placeholder 20">
            <a:extLst>
              <a:ext uri="{FF2B5EF4-FFF2-40B4-BE49-F238E27FC236}">
                <a16:creationId xmlns:a16="http://schemas.microsoft.com/office/drawing/2014/main" id="{B92E25EB-FFDE-E9E0-7CEA-6BF2B9F0A6DF}"/>
              </a:ext>
            </a:extLst>
          </p:cNvPr>
          <p:cNvSpPr>
            <a:spLocks noGrp="1"/>
          </p:cNvSpPr>
          <p:nvPr>
            <p:ph sz="quarter" idx="19" hasCustomPrompt="1"/>
          </p:nvPr>
        </p:nvSpPr>
        <p:spPr>
          <a:xfrm>
            <a:off x="765737" y="1767176"/>
            <a:ext cx="4568263" cy="4325649"/>
          </a:xfrm>
          <a:prstGeom prst="rect">
            <a:avLst/>
          </a:prstGeom>
        </p:spPr>
        <p:txBody>
          <a:bodyPr lIns="0" tIns="0" rIns="0" bIns="0">
            <a:normAutofit/>
          </a:bodyPr>
          <a:lstStyle>
            <a:lvl1pPr marL="0" indent="0">
              <a:spcBef>
                <a:spcPts val="0"/>
              </a:spcBef>
              <a:buClr>
                <a:schemeClr val="accent2"/>
              </a:buClr>
              <a:buSzPct val="110000"/>
              <a:buFont typeface="Arial" pitchFamily="34" charset="0"/>
              <a:buNone/>
              <a:defRPr sz="2000">
                <a:solidFill>
                  <a:schemeClr val="tx1"/>
                </a:solidFill>
                <a:latin typeface="+mn-lt"/>
              </a:defRPr>
            </a:lvl1pPr>
            <a:lvl2pPr marL="263525" indent="-263525">
              <a:spcBef>
                <a:spcPts val="500"/>
              </a:spcBef>
              <a:buClrTx/>
              <a:buSzPct val="100000"/>
              <a:buFont typeface="Arial" pitchFamily="34" charset="0"/>
              <a:buChar char="•"/>
              <a:defRPr sz="2000" baseline="0">
                <a:solidFill>
                  <a:schemeClr val="tx1"/>
                </a:solidFill>
                <a:latin typeface="Arial" pitchFamily="34" charset="0"/>
              </a:defRPr>
            </a:lvl2pPr>
            <a:lvl3pPr marL="536575" indent="-273050">
              <a:spcBef>
                <a:spcPts val="500"/>
              </a:spcBef>
              <a:buClrTx/>
              <a:buSzPct val="100000"/>
              <a:buFont typeface="Calibri" panose="020F0502020204030204" pitchFamily="34" charset="0"/>
              <a:buChar char="–"/>
              <a:defRPr sz="1800">
                <a:solidFill>
                  <a:schemeClr val="tx1"/>
                </a:solidFill>
                <a:latin typeface="Arial" pitchFamily="34" charset="0"/>
              </a:defRPr>
            </a:lvl3pPr>
            <a:lvl4pPr marL="811213" indent="-279400">
              <a:spcBef>
                <a:spcPts val="500"/>
              </a:spcBef>
              <a:buClrTx/>
              <a:buSzPct val="100000"/>
              <a:buFont typeface="Wingdings" panose="05000000000000000000" pitchFamily="2" charset="2"/>
              <a:buChar char="§"/>
              <a:defRPr sz="1600">
                <a:solidFill>
                  <a:schemeClr val="tx1"/>
                </a:solidFill>
                <a:latin typeface="Arial" pitchFamily="34" charset="0"/>
              </a:defRPr>
            </a:lvl4pPr>
            <a:lvl5pPr marL="1074738" indent="-263525">
              <a:spcBef>
                <a:spcPts val="500"/>
              </a:spcBef>
              <a:buClrTx/>
              <a:buSzPct val="100000"/>
              <a:buFont typeface="Courier New" panose="02070309020205020404" pitchFamily="49" charset="0"/>
              <a:buChar char="o"/>
              <a:defRPr sz="1400">
                <a:solidFill>
                  <a:schemeClr val="tx1"/>
                </a:solidFill>
                <a:latin typeface="Arial" pitchFamily="34" charset="0"/>
              </a:defRPr>
            </a:lvl5pPr>
            <a:lvl6pPr marL="1136650" indent="-215900">
              <a:spcBef>
                <a:spcPts val="500"/>
              </a:spcBef>
              <a:buClr>
                <a:schemeClr val="accent1"/>
              </a:buClr>
              <a:buFont typeface="Verdana" pitchFamily="34" charset="0"/>
              <a:buChar char="•"/>
              <a:defRPr sz="1400" baseline="0">
                <a:solidFill>
                  <a:schemeClr val="tx1"/>
                </a:solidFill>
              </a:defRPr>
            </a:lvl6pPr>
            <a:lvl7pPr marL="1343025" indent="-228600">
              <a:spcBef>
                <a:spcPts val="500"/>
              </a:spcBef>
              <a:buClr>
                <a:schemeClr val="tx1">
                  <a:lumMod val="60000"/>
                  <a:lumOff val="40000"/>
                </a:schemeClr>
              </a:buClr>
              <a:buFont typeface="Verdana" pitchFamily="34" charset="0"/>
              <a:buChar char="•"/>
              <a:defRPr sz="1400" baseline="0">
                <a:solidFill>
                  <a:schemeClr val="tx1"/>
                </a:solidFill>
              </a:defRPr>
            </a:lvl7pPr>
          </a:lstStyle>
          <a:p>
            <a:pPr marL="0" marR="0" lvl="0" indent="0" algn="l" defTabSz="914400" rtl="0" eaLnBrk="1" fontAlgn="auto" latinLnBrk="0" hangingPunct="1">
              <a:lnSpc>
                <a:spcPct val="100000"/>
              </a:lnSpc>
              <a:spcBef>
                <a:spcPts val="0"/>
              </a:spcBef>
              <a:spcAft>
                <a:spcPts val="0"/>
              </a:spcAft>
              <a:buClr>
                <a:schemeClr val="accent2"/>
              </a:buClr>
              <a:buSzPct val="110000"/>
              <a:buFont typeface="Arial" pitchFamily="34" charset="0"/>
              <a:buNone/>
              <a:tabLst/>
              <a:defRPr/>
            </a:pPr>
            <a:r>
              <a:rPr lang="en-US" noProof="0"/>
              <a:t>Click to add text or select icon to insert content.</a:t>
            </a:r>
          </a:p>
          <a:p>
            <a:pPr lvl="0"/>
            <a:endParaRPr lang="en-US" noProof="0"/>
          </a:p>
        </p:txBody>
      </p:sp>
    </p:spTree>
    <p:extLst>
      <p:ext uri="{BB962C8B-B14F-4D97-AF65-F5344CB8AC3E}">
        <p14:creationId xmlns:p14="http://schemas.microsoft.com/office/powerpoint/2010/main" val="2816947622"/>
      </p:ext>
    </p:extLst>
  </p:cSld>
  <p:clrMapOvr>
    <a:masterClrMapping/>
  </p:clrMapOvr>
  <p:transition/>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Title only slide">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B794BB4-8070-CB70-06F6-0F69C001300A}"/>
              </a:ext>
            </a:extLst>
          </p:cNvPr>
          <p:cNvSpPr>
            <a:spLocks noGrp="1"/>
          </p:cNvSpPr>
          <p:nvPr>
            <p:ph type="title" hasCustomPrompt="1"/>
          </p:nvPr>
        </p:nvSpPr>
        <p:spPr/>
        <p:txBody>
          <a:bodyPr/>
          <a:lstStyle/>
          <a:p>
            <a:r>
              <a:rPr lang="en-US"/>
              <a:t>Title only slide – click to add title</a:t>
            </a:r>
          </a:p>
        </p:txBody>
      </p:sp>
      <p:sp>
        <p:nvSpPr>
          <p:cNvPr id="2" name="Footer Placeholder 1">
            <a:extLst>
              <a:ext uri="{FF2B5EF4-FFF2-40B4-BE49-F238E27FC236}">
                <a16:creationId xmlns:a16="http://schemas.microsoft.com/office/drawing/2014/main" id="{F2C87742-AE32-5B9D-5FE2-AFB515A3B860}"/>
              </a:ext>
            </a:extLst>
          </p:cNvPr>
          <p:cNvSpPr>
            <a:spLocks noGrp="1"/>
          </p:cNvSpPr>
          <p:nvPr>
            <p:ph type="ftr" sz="quarter" idx="13"/>
          </p:nvPr>
        </p:nvSpPr>
        <p:spPr>
          <a:xfrm>
            <a:off x="4038600" y="6965950"/>
            <a:ext cx="4114800" cy="137160"/>
          </a:xfrm>
        </p:spPr>
        <p:txBody>
          <a:bodyPr/>
          <a:lstStyle/>
          <a:p>
            <a:endParaRPr lang="en-US" noProof="0"/>
          </a:p>
        </p:txBody>
      </p:sp>
      <p:sp>
        <p:nvSpPr>
          <p:cNvPr id="7" name="Slide Number Placeholder 6">
            <a:extLst>
              <a:ext uri="{FF2B5EF4-FFF2-40B4-BE49-F238E27FC236}">
                <a16:creationId xmlns:a16="http://schemas.microsoft.com/office/drawing/2014/main" id="{0CD77F76-3BCB-7CAC-C7D7-E0AAD9A90688}"/>
              </a:ext>
            </a:extLst>
          </p:cNvPr>
          <p:cNvSpPr>
            <a:spLocks noGrp="1"/>
          </p:cNvSpPr>
          <p:nvPr>
            <p:ph type="sldNum" sz="quarter" idx="12"/>
          </p:nvPr>
        </p:nvSpPr>
        <p:spPr>
          <a:xfrm>
            <a:off x="11163034" y="6965950"/>
            <a:ext cx="261660" cy="137160"/>
          </a:xfrm>
        </p:spPr>
        <p:txBody>
          <a:bodyPr/>
          <a:lstStyle/>
          <a:p>
            <a:fld id="{525A3C56-E491-49B2-93F3-63532DF516BC}" type="slidenum">
              <a:rPr lang="en-US" noProof="0" smtClean="0"/>
              <a:pPr/>
              <a:t>‹n°›</a:t>
            </a:fld>
            <a:endParaRPr lang="en-US" noProof="0"/>
          </a:p>
        </p:txBody>
      </p:sp>
    </p:spTree>
    <p:extLst>
      <p:ext uri="{BB962C8B-B14F-4D97-AF65-F5344CB8AC3E}">
        <p14:creationId xmlns:p14="http://schemas.microsoft.com/office/powerpoint/2010/main" val="1140486627"/>
      </p:ext>
    </p:extLst>
  </p:cSld>
  <p:clrMapOvr>
    <a:masterClrMapping/>
  </p:clrMapOvr>
  <p:transition/>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Read Only 3">
    <p:bg>
      <p:bgPr>
        <a:solidFill>
          <a:schemeClr val="tx1"/>
        </a:solidFill>
        <a:effectLst/>
      </p:bgPr>
    </p:bg>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8539E471-216A-F16D-9EED-678F84B8F90D}"/>
              </a:ext>
              <a:ext uri="{C183D7F6-B498-43B3-948B-1728B52AA6E4}">
                <adec:decorative xmlns:adec="http://schemas.microsoft.com/office/drawing/2017/decorative" val="1"/>
              </a:ext>
            </a:extLst>
          </p:cNvPr>
          <p:cNvSpPr>
            <a:spLocks noGrp="1"/>
          </p:cNvSpPr>
          <p:nvPr>
            <p:ph type="ftr" sz="quarter" idx="13"/>
          </p:nvPr>
        </p:nvSpPr>
        <p:spPr/>
        <p:txBody>
          <a:bodyPr/>
          <a:lstStyle/>
          <a:p>
            <a:endParaRPr lang="en-US" noProof="0"/>
          </a:p>
        </p:txBody>
      </p:sp>
      <p:sp>
        <p:nvSpPr>
          <p:cNvPr id="8" name="Slide Number Placeholder 7">
            <a:extLst>
              <a:ext uri="{FF2B5EF4-FFF2-40B4-BE49-F238E27FC236}">
                <a16:creationId xmlns:a16="http://schemas.microsoft.com/office/drawing/2014/main" id="{F005B678-1769-99EA-ECF6-E729115A540D}"/>
              </a:ext>
              <a:ext uri="{C183D7F6-B498-43B3-948B-1728B52AA6E4}">
                <adec:decorative xmlns:adec="http://schemas.microsoft.com/office/drawing/2017/decorative" val="1"/>
              </a:ext>
            </a:extLst>
          </p:cNvPr>
          <p:cNvSpPr>
            <a:spLocks noGrp="1"/>
          </p:cNvSpPr>
          <p:nvPr>
            <p:ph type="sldNum" sz="quarter" idx="12"/>
          </p:nvPr>
        </p:nvSpPr>
        <p:spPr/>
        <p:txBody>
          <a:bodyPr/>
          <a:lstStyle/>
          <a:p>
            <a:fld id="{525A3C56-E491-49B2-93F3-63532DF516BC}" type="slidenum">
              <a:rPr lang="en-US" noProof="0" smtClean="0"/>
              <a:pPr/>
              <a:t>‹n°›</a:t>
            </a:fld>
            <a:endParaRPr lang="en-US" noProof="0"/>
          </a:p>
        </p:txBody>
      </p:sp>
      <p:sp>
        <p:nvSpPr>
          <p:cNvPr id="4" name="TextBox 3">
            <a:extLst>
              <a:ext uri="{FF2B5EF4-FFF2-40B4-BE49-F238E27FC236}">
                <a16:creationId xmlns:a16="http://schemas.microsoft.com/office/drawing/2014/main" id="{BCED8B9F-977E-4292-9524-3F0A97972769}"/>
              </a:ext>
            </a:extLst>
          </p:cNvPr>
          <p:cNvSpPr txBox="1"/>
          <p:nvPr userDrawn="1"/>
        </p:nvSpPr>
        <p:spPr>
          <a:xfrm>
            <a:off x="0" y="0"/>
            <a:ext cx="12192000" cy="6858000"/>
          </a:xfrm>
          <a:prstGeom prst="rect">
            <a:avLst/>
          </a:prstGeom>
          <a:solidFill>
            <a:srgbClr val="333333"/>
          </a:solidFill>
        </p:spPr>
        <p:txBody>
          <a:bodyPr vert="horz" wrap="square" lIns="0" tIns="0" rIns="0" bIns="0" rtlCol="0" anchor="ctr" anchorCtr="0">
            <a:normAutofit/>
          </a:bodyPr>
          <a:lstStyle/>
          <a:p>
            <a:pPr algn="ctr"/>
            <a:r>
              <a:rPr lang="en-US" sz="16600" noProof="0">
                <a:solidFill>
                  <a:schemeClr val="bg1"/>
                </a:solidFill>
              </a:rPr>
              <a:t>CV &amp; team layouts</a:t>
            </a:r>
            <a:endParaRPr lang="en-US" sz="16600">
              <a:solidFill>
                <a:schemeClr val="bg1"/>
              </a:solidFill>
            </a:endParaRPr>
          </a:p>
        </p:txBody>
      </p:sp>
    </p:spTree>
    <p:extLst>
      <p:ext uri="{BB962C8B-B14F-4D97-AF65-F5344CB8AC3E}">
        <p14:creationId xmlns:p14="http://schemas.microsoft.com/office/powerpoint/2010/main" val="3702379852"/>
      </p:ext>
    </p:extLst>
  </p:cSld>
  <p:clrMapOvr>
    <a:masterClrMapping/>
  </p:clrMapOvr>
  <p:transition/>
  <p:extLst>
    <p:ext uri="{DCECCB84-F9BA-43D5-87BE-67443E8EF086}">
      <p15:sldGuideLst xmlns:p15="http://schemas.microsoft.com/office/powerpoint/2012/main"/>
    </p:ext>
  </p:extLst>
</p:sldLayout>
</file>

<file path=ppt/slideLayouts/slideLayout39.xml><?xml version="1.0" encoding="utf-8"?>
<p:sldLayout xmlns:a="http://schemas.openxmlformats.org/drawingml/2006/main" xmlns:r="http://schemas.openxmlformats.org/officeDocument/2006/relationships" xmlns:p="http://schemas.openxmlformats.org/presentationml/2006/main" userDrawn="1">
  <p:cSld name="CV/Resume slide – Layout 1">
    <p:spTree>
      <p:nvGrpSpPr>
        <p:cNvPr id="1" name=""/>
        <p:cNvGrpSpPr/>
        <p:nvPr/>
      </p:nvGrpSpPr>
      <p:grpSpPr>
        <a:xfrm>
          <a:off x="0" y="0"/>
          <a:ext cx="0" cy="0"/>
          <a:chOff x="0" y="0"/>
          <a:chExt cx="0" cy="0"/>
        </a:xfrm>
      </p:grpSpPr>
      <p:sp>
        <p:nvSpPr>
          <p:cNvPr id="35" name="Title 1">
            <a:extLst>
              <a:ext uri="{FF2B5EF4-FFF2-40B4-BE49-F238E27FC236}">
                <a16:creationId xmlns:a16="http://schemas.microsoft.com/office/drawing/2014/main" id="{E0888284-0A0C-7449-8B9C-C2DC99508215}"/>
              </a:ext>
            </a:extLst>
          </p:cNvPr>
          <p:cNvSpPr>
            <a:spLocks noGrp="1"/>
          </p:cNvSpPr>
          <p:nvPr>
            <p:ph type="title" hasCustomPrompt="1"/>
          </p:nvPr>
        </p:nvSpPr>
        <p:spPr>
          <a:xfrm>
            <a:off x="765737" y="683246"/>
            <a:ext cx="10676438" cy="531097"/>
          </a:xfrm>
        </p:spPr>
        <p:txBody>
          <a:bodyPr>
            <a:noAutofit/>
          </a:bodyPr>
          <a:lstStyle>
            <a:lvl1pPr>
              <a:defRPr sz="2800">
                <a:solidFill>
                  <a:schemeClr val="tx1"/>
                </a:solidFill>
              </a:defRPr>
            </a:lvl1pPr>
          </a:lstStyle>
          <a:p>
            <a:r>
              <a:rPr lang="en-US" noProof="0"/>
              <a:t>CV/Resume slide layout 1 – click to add title</a:t>
            </a:r>
          </a:p>
        </p:txBody>
      </p:sp>
      <p:sp>
        <p:nvSpPr>
          <p:cNvPr id="4" name="Picture placeholder 5" descr="Photograph of Name (person the slide is referencing)">
            <a:extLst>
              <a:ext uri="{FF2B5EF4-FFF2-40B4-BE49-F238E27FC236}">
                <a16:creationId xmlns:a16="http://schemas.microsoft.com/office/drawing/2014/main" id="{7AAD05C6-28F2-5949-86F2-1B5BC7639AC4}"/>
              </a:ext>
            </a:extLst>
          </p:cNvPr>
          <p:cNvSpPr>
            <a:spLocks noGrp="1"/>
          </p:cNvSpPr>
          <p:nvPr>
            <p:ph type="pic" sz="quarter" idx="12" hasCustomPrompt="1"/>
          </p:nvPr>
        </p:nvSpPr>
        <p:spPr>
          <a:xfrm>
            <a:off x="766763" y="1530350"/>
            <a:ext cx="2281237" cy="2222562"/>
          </a:xfrm>
          <a:prstGeom prst="rect">
            <a:avLst/>
          </a:prstGeom>
        </p:spPr>
        <p:txBody>
          <a:bodyPr>
            <a:noAutofit/>
          </a:bodyPr>
          <a:lstStyle>
            <a:lvl1pPr marL="0" indent="0">
              <a:buNone/>
              <a:defRPr sz="1400"/>
            </a:lvl1pPr>
          </a:lstStyle>
          <a:p>
            <a:r>
              <a:rPr lang="en-US" noProof="0"/>
              <a:t>Click icon to add photo</a:t>
            </a:r>
          </a:p>
        </p:txBody>
      </p:sp>
      <p:sp>
        <p:nvSpPr>
          <p:cNvPr id="6" name="Name last name">
            <a:extLst>
              <a:ext uri="{FF2B5EF4-FFF2-40B4-BE49-F238E27FC236}">
                <a16:creationId xmlns:a16="http://schemas.microsoft.com/office/drawing/2014/main" id="{FC61204A-C4F4-F447-8AE2-F98A13E570F6}"/>
              </a:ext>
            </a:extLst>
          </p:cNvPr>
          <p:cNvSpPr>
            <a:spLocks noGrp="1"/>
          </p:cNvSpPr>
          <p:nvPr>
            <p:ph type="body" sz="quarter" idx="13" hasCustomPrompt="1"/>
          </p:nvPr>
        </p:nvSpPr>
        <p:spPr>
          <a:xfrm>
            <a:off x="766764" y="3957329"/>
            <a:ext cx="2281236" cy="614671"/>
          </a:xfrm>
          <a:prstGeom prst="rect">
            <a:avLst/>
          </a:prstGeom>
        </p:spPr>
        <p:txBody>
          <a:bodyPr lIns="0" tIns="0" rIns="0" bIns="0">
            <a:noAutofit/>
          </a:bodyPr>
          <a:lstStyle>
            <a:lvl1pPr marL="0" indent="0">
              <a:buNone/>
              <a:defRPr sz="1600" b="1">
                <a:latin typeface="+mj-lt"/>
              </a:defRPr>
            </a:lvl1pPr>
            <a:lvl4pPr marL="1371600" indent="0">
              <a:buNone/>
              <a:defRPr/>
            </a:lvl4pPr>
          </a:lstStyle>
          <a:p>
            <a:pPr lvl="0"/>
            <a:r>
              <a:rPr lang="en-US" noProof="0"/>
              <a:t>First and Last name</a:t>
            </a:r>
          </a:p>
        </p:txBody>
      </p:sp>
      <p:sp>
        <p:nvSpPr>
          <p:cNvPr id="9" name="Personal description">
            <a:extLst>
              <a:ext uri="{FF2B5EF4-FFF2-40B4-BE49-F238E27FC236}">
                <a16:creationId xmlns:a16="http://schemas.microsoft.com/office/drawing/2014/main" id="{6D748139-EEC9-3443-A40E-44E57A58A3C7}"/>
              </a:ext>
            </a:extLst>
          </p:cNvPr>
          <p:cNvSpPr>
            <a:spLocks noGrp="1"/>
          </p:cNvSpPr>
          <p:nvPr>
            <p:ph type="body" sz="quarter" idx="14" hasCustomPrompt="1"/>
          </p:nvPr>
        </p:nvSpPr>
        <p:spPr>
          <a:xfrm>
            <a:off x="766764" y="4728184"/>
            <a:ext cx="2281236" cy="1364641"/>
          </a:xfrm>
          <a:prstGeom prst="rect">
            <a:avLst/>
          </a:prstGeom>
        </p:spPr>
        <p:txBody>
          <a:bodyPr lIns="0" tIns="0" rIns="0" bIns="0">
            <a:noAutofit/>
          </a:bodyPr>
          <a:lstStyle>
            <a:lvl1pPr marL="0" indent="0">
              <a:buNone/>
              <a:defRPr sz="1400" b="0"/>
            </a:lvl1pPr>
            <a:lvl4pPr marL="1371600" indent="0">
              <a:buNone/>
              <a:defRPr/>
            </a:lvl4pPr>
          </a:lstStyle>
          <a:p>
            <a:pPr lvl="0"/>
            <a:r>
              <a:rPr lang="en-US" noProof="0"/>
              <a:t>Short description</a:t>
            </a:r>
          </a:p>
        </p:txBody>
      </p:sp>
      <p:sp>
        <p:nvSpPr>
          <p:cNvPr id="13" name="Training header">
            <a:extLst>
              <a:ext uri="{FF2B5EF4-FFF2-40B4-BE49-F238E27FC236}">
                <a16:creationId xmlns:a16="http://schemas.microsoft.com/office/drawing/2014/main" id="{C58ECA42-F963-A040-A103-87B70E6AEEB5}"/>
              </a:ext>
            </a:extLst>
          </p:cNvPr>
          <p:cNvSpPr>
            <a:spLocks noGrp="1"/>
          </p:cNvSpPr>
          <p:nvPr userDrawn="1">
            <p:ph type="body" sz="quarter" idx="15" hasCustomPrompt="1"/>
          </p:nvPr>
        </p:nvSpPr>
        <p:spPr>
          <a:xfrm>
            <a:off x="3819144" y="1568845"/>
            <a:ext cx="2276856" cy="328613"/>
          </a:xfrm>
          <a:prstGeom prst="rect">
            <a:avLst/>
          </a:prstGeom>
        </p:spPr>
        <p:txBody>
          <a:bodyPr lIns="0" tIns="0" rIns="0" bIns="0">
            <a:noAutofit/>
          </a:bodyPr>
          <a:lstStyle>
            <a:lvl1pPr marL="0" indent="0">
              <a:buNone/>
              <a:defRPr sz="1600" b="1">
                <a:latin typeface="+mj-lt"/>
              </a:defRPr>
            </a:lvl1pPr>
          </a:lstStyle>
          <a:p>
            <a:pPr lvl="0"/>
            <a:r>
              <a:rPr lang="en-US" noProof="0"/>
              <a:t>Training</a:t>
            </a:r>
          </a:p>
        </p:txBody>
      </p:sp>
      <p:sp>
        <p:nvSpPr>
          <p:cNvPr id="16" name="Date 1">
            <a:extLst>
              <a:ext uri="{FF2B5EF4-FFF2-40B4-BE49-F238E27FC236}">
                <a16:creationId xmlns:a16="http://schemas.microsoft.com/office/drawing/2014/main" id="{20095CCD-CD5E-3949-AE61-F6C4C445012D}"/>
              </a:ext>
            </a:extLst>
          </p:cNvPr>
          <p:cNvSpPr>
            <a:spLocks noGrp="1"/>
          </p:cNvSpPr>
          <p:nvPr userDrawn="1">
            <p:ph type="body" sz="quarter" idx="18" hasCustomPrompt="1"/>
          </p:nvPr>
        </p:nvSpPr>
        <p:spPr>
          <a:xfrm>
            <a:off x="3819144" y="2175709"/>
            <a:ext cx="2276856" cy="310515"/>
          </a:xfrm>
          <a:prstGeom prst="rect">
            <a:avLst/>
          </a:prstGeom>
        </p:spPr>
        <p:txBody>
          <a:bodyPr lIns="0" tIns="0" rIns="0" bIns="0">
            <a:noAutofit/>
          </a:bodyPr>
          <a:lstStyle>
            <a:lvl1pPr marL="0" indent="0">
              <a:buNone/>
              <a:defRPr sz="1200" b="0">
                <a:solidFill>
                  <a:srgbClr val="5236AB"/>
                </a:solidFill>
              </a:defRPr>
            </a:lvl1pPr>
          </a:lstStyle>
          <a:p>
            <a:pPr lvl="0"/>
            <a:r>
              <a:rPr lang="en-US" noProof="0"/>
              <a:t>Date XXXX– XXXX</a:t>
            </a:r>
          </a:p>
        </p:txBody>
      </p:sp>
      <p:sp>
        <p:nvSpPr>
          <p:cNvPr id="24" name="Description 1">
            <a:extLst>
              <a:ext uri="{FF2B5EF4-FFF2-40B4-BE49-F238E27FC236}">
                <a16:creationId xmlns:a16="http://schemas.microsoft.com/office/drawing/2014/main" id="{AF74C33C-BE80-3E4F-AD16-B853AFB0DC94}"/>
              </a:ext>
            </a:extLst>
          </p:cNvPr>
          <p:cNvSpPr>
            <a:spLocks noGrp="1"/>
          </p:cNvSpPr>
          <p:nvPr userDrawn="1">
            <p:ph type="body" sz="quarter" idx="21" hasCustomPrompt="1"/>
          </p:nvPr>
        </p:nvSpPr>
        <p:spPr>
          <a:xfrm>
            <a:off x="3819144" y="2507105"/>
            <a:ext cx="2276856" cy="792000"/>
          </a:xfrm>
          <a:prstGeom prst="rect">
            <a:avLst/>
          </a:prstGeom>
        </p:spPr>
        <p:txBody>
          <a:bodyPr lIns="0" tIns="0" rIns="0" bIns="0">
            <a:noAutofit/>
          </a:bodyPr>
          <a:lstStyle>
            <a:lvl1pPr marL="0" indent="0">
              <a:buNone/>
              <a:defRPr sz="1200" b="0">
                <a:solidFill>
                  <a:schemeClr val="tx1"/>
                </a:solidFill>
              </a:defRPr>
            </a:lvl1pPr>
          </a:lstStyle>
          <a:p>
            <a:pPr lvl="0"/>
            <a:r>
              <a:rPr lang="en-US" noProof="0"/>
              <a:t>Description</a:t>
            </a:r>
          </a:p>
          <a:p>
            <a:pPr lvl="0"/>
            <a:endParaRPr lang="en-US" noProof="0"/>
          </a:p>
        </p:txBody>
      </p:sp>
      <p:sp>
        <p:nvSpPr>
          <p:cNvPr id="25" name="Date 2">
            <a:extLst>
              <a:ext uri="{FF2B5EF4-FFF2-40B4-BE49-F238E27FC236}">
                <a16:creationId xmlns:a16="http://schemas.microsoft.com/office/drawing/2014/main" id="{450C4AEB-3215-D247-8707-2CA376BCFA6C}"/>
              </a:ext>
            </a:extLst>
          </p:cNvPr>
          <p:cNvSpPr>
            <a:spLocks noGrp="1"/>
          </p:cNvSpPr>
          <p:nvPr userDrawn="1">
            <p:ph type="body" sz="quarter" idx="22" hasCustomPrompt="1"/>
          </p:nvPr>
        </p:nvSpPr>
        <p:spPr>
          <a:xfrm>
            <a:off x="3819144" y="3574377"/>
            <a:ext cx="2276856" cy="309600"/>
          </a:xfrm>
          <a:prstGeom prst="rect">
            <a:avLst/>
          </a:prstGeom>
        </p:spPr>
        <p:txBody>
          <a:bodyPr lIns="0" tIns="0" rIns="0" bIns="0">
            <a:noAutofit/>
          </a:bodyPr>
          <a:lstStyle>
            <a:lvl1pPr marL="0" indent="0">
              <a:buNone/>
              <a:defRPr sz="1200" b="0">
                <a:solidFill>
                  <a:srgbClr val="5236AB"/>
                </a:solidFill>
              </a:defRPr>
            </a:lvl1pPr>
          </a:lstStyle>
          <a:p>
            <a:pPr lvl="0"/>
            <a:r>
              <a:rPr lang="en-US" noProof="0"/>
              <a:t>Date XXXX– XXXX</a:t>
            </a:r>
          </a:p>
        </p:txBody>
      </p:sp>
      <p:sp>
        <p:nvSpPr>
          <p:cNvPr id="26" name="Description 2">
            <a:extLst>
              <a:ext uri="{FF2B5EF4-FFF2-40B4-BE49-F238E27FC236}">
                <a16:creationId xmlns:a16="http://schemas.microsoft.com/office/drawing/2014/main" id="{8DBD234F-66B6-D24F-8630-18330562C11D}"/>
              </a:ext>
            </a:extLst>
          </p:cNvPr>
          <p:cNvSpPr>
            <a:spLocks noGrp="1"/>
          </p:cNvSpPr>
          <p:nvPr userDrawn="1">
            <p:ph type="body" sz="quarter" idx="23" hasCustomPrompt="1"/>
          </p:nvPr>
        </p:nvSpPr>
        <p:spPr>
          <a:xfrm>
            <a:off x="3819144" y="3905772"/>
            <a:ext cx="2276856" cy="792000"/>
          </a:xfrm>
          <a:prstGeom prst="rect">
            <a:avLst/>
          </a:prstGeom>
        </p:spPr>
        <p:txBody>
          <a:bodyPr lIns="0" tIns="0" rIns="0" bIns="0">
            <a:noAutofit/>
          </a:bodyPr>
          <a:lstStyle>
            <a:lvl1pPr marL="0" indent="0">
              <a:buNone/>
              <a:defRPr sz="1200" b="0">
                <a:solidFill>
                  <a:schemeClr val="tx1"/>
                </a:solidFill>
              </a:defRPr>
            </a:lvl1pPr>
          </a:lstStyle>
          <a:p>
            <a:pPr lvl="0"/>
            <a:r>
              <a:rPr lang="en-US" noProof="0"/>
              <a:t>Description</a:t>
            </a:r>
          </a:p>
          <a:p>
            <a:pPr lvl="0"/>
            <a:endParaRPr lang="en-US" noProof="0"/>
          </a:p>
        </p:txBody>
      </p:sp>
      <p:sp>
        <p:nvSpPr>
          <p:cNvPr id="27" name="Date 3">
            <a:extLst>
              <a:ext uri="{FF2B5EF4-FFF2-40B4-BE49-F238E27FC236}">
                <a16:creationId xmlns:a16="http://schemas.microsoft.com/office/drawing/2014/main" id="{91D5779F-40F4-114C-8F51-0E0ED5801647}"/>
              </a:ext>
            </a:extLst>
          </p:cNvPr>
          <p:cNvSpPr>
            <a:spLocks noGrp="1"/>
          </p:cNvSpPr>
          <p:nvPr userDrawn="1">
            <p:ph type="body" sz="quarter" idx="24" hasCustomPrompt="1"/>
          </p:nvPr>
        </p:nvSpPr>
        <p:spPr>
          <a:xfrm>
            <a:off x="3819144" y="4970105"/>
            <a:ext cx="2276856" cy="310515"/>
          </a:xfrm>
          <a:prstGeom prst="rect">
            <a:avLst/>
          </a:prstGeom>
        </p:spPr>
        <p:txBody>
          <a:bodyPr lIns="0" tIns="0" rIns="0" bIns="0">
            <a:noAutofit/>
          </a:bodyPr>
          <a:lstStyle>
            <a:lvl1pPr marL="0" indent="0">
              <a:buNone/>
              <a:defRPr sz="1200" b="0">
                <a:solidFill>
                  <a:srgbClr val="5236AB"/>
                </a:solidFill>
              </a:defRPr>
            </a:lvl1pPr>
          </a:lstStyle>
          <a:p>
            <a:pPr lvl="0"/>
            <a:r>
              <a:rPr lang="en-US" noProof="0"/>
              <a:t>Date XXXX– XXXX</a:t>
            </a:r>
          </a:p>
          <a:p>
            <a:pPr lvl="0"/>
            <a:endParaRPr lang="en-US" noProof="0"/>
          </a:p>
        </p:txBody>
      </p:sp>
      <p:sp>
        <p:nvSpPr>
          <p:cNvPr id="28" name="Description 3">
            <a:extLst>
              <a:ext uri="{FF2B5EF4-FFF2-40B4-BE49-F238E27FC236}">
                <a16:creationId xmlns:a16="http://schemas.microsoft.com/office/drawing/2014/main" id="{02D4596C-769E-D04E-A5B1-EC681DAEE8E2}"/>
              </a:ext>
            </a:extLst>
          </p:cNvPr>
          <p:cNvSpPr>
            <a:spLocks noGrp="1"/>
          </p:cNvSpPr>
          <p:nvPr userDrawn="1">
            <p:ph type="body" sz="quarter" idx="25" hasCustomPrompt="1"/>
          </p:nvPr>
        </p:nvSpPr>
        <p:spPr>
          <a:xfrm>
            <a:off x="3819144" y="5293409"/>
            <a:ext cx="2276856" cy="792000"/>
          </a:xfrm>
          <a:prstGeom prst="rect">
            <a:avLst/>
          </a:prstGeom>
        </p:spPr>
        <p:txBody>
          <a:bodyPr lIns="0" tIns="0" rIns="0" bIns="0">
            <a:noAutofit/>
          </a:bodyPr>
          <a:lstStyle>
            <a:lvl1pPr marL="0" indent="0">
              <a:buNone/>
              <a:defRPr sz="1200" b="0">
                <a:solidFill>
                  <a:schemeClr val="tx1"/>
                </a:solidFill>
              </a:defRPr>
            </a:lvl1pPr>
          </a:lstStyle>
          <a:p>
            <a:pPr lvl="0"/>
            <a:r>
              <a:rPr lang="en-US" noProof="0"/>
              <a:t>Description</a:t>
            </a:r>
          </a:p>
          <a:p>
            <a:pPr lvl="0"/>
            <a:endParaRPr lang="en-US" noProof="0"/>
          </a:p>
        </p:txBody>
      </p:sp>
      <p:sp>
        <p:nvSpPr>
          <p:cNvPr id="14" name="Experience header">
            <a:extLst>
              <a:ext uri="{FF2B5EF4-FFF2-40B4-BE49-F238E27FC236}">
                <a16:creationId xmlns:a16="http://schemas.microsoft.com/office/drawing/2014/main" id="{98004762-0448-1B4A-8FEF-D3D363CEA960}"/>
              </a:ext>
            </a:extLst>
          </p:cNvPr>
          <p:cNvSpPr>
            <a:spLocks noGrp="1"/>
          </p:cNvSpPr>
          <p:nvPr userDrawn="1">
            <p:ph type="body" sz="quarter" idx="16" hasCustomPrompt="1"/>
          </p:nvPr>
        </p:nvSpPr>
        <p:spPr>
          <a:xfrm>
            <a:off x="6496430" y="1567053"/>
            <a:ext cx="2276856" cy="328613"/>
          </a:xfrm>
          <a:prstGeom prst="rect">
            <a:avLst/>
          </a:prstGeom>
        </p:spPr>
        <p:txBody>
          <a:bodyPr lIns="0" tIns="0" rIns="0" bIns="0">
            <a:noAutofit/>
          </a:bodyPr>
          <a:lstStyle>
            <a:lvl1pPr marL="0" indent="0">
              <a:buNone/>
              <a:defRPr sz="1600" b="1">
                <a:latin typeface="+mj-lt"/>
              </a:defRPr>
            </a:lvl1pPr>
          </a:lstStyle>
          <a:p>
            <a:pPr lvl="0"/>
            <a:r>
              <a:rPr lang="en-US" noProof="0"/>
              <a:t>Experience</a:t>
            </a:r>
          </a:p>
        </p:txBody>
      </p:sp>
      <p:sp>
        <p:nvSpPr>
          <p:cNvPr id="40" name="Date 4">
            <a:extLst>
              <a:ext uri="{FF2B5EF4-FFF2-40B4-BE49-F238E27FC236}">
                <a16:creationId xmlns:a16="http://schemas.microsoft.com/office/drawing/2014/main" id="{47888554-5D19-8841-B473-5B61BFF2C10C}"/>
              </a:ext>
            </a:extLst>
          </p:cNvPr>
          <p:cNvSpPr>
            <a:spLocks noGrp="1"/>
          </p:cNvSpPr>
          <p:nvPr userDrawn="1">
            <p:ph type="body" sz="quarter" idx="26" hasCustomPrompt="1"/>
          </p:nvPr>
        </p:nvSpPr>
        <p:spPr>
          <a:xfrm>
            <a:off x="6496430" y="2171405"/>
            <a:ext cx="2276856" cy="310515"/>
          </a:xfrm>
          <a:prstGeom prst="rect">
            <a:avLst/>
          </a:prstGeom>
        </p:spPr>
        <p:txBody>
          <a:bodyPr lIns="0" tIns="0" rIns="0" bIns="0">
            <a:noAutofit/>
          </a:bodyPr>
          <a:lstStyle>
            <a:lvl1pPr marL="0" indent="0">
              <a:buNone/>
              <a:defRPr sz="1200" b="0">
                <a:solidFill>
                  <a:srgbClr val="5236AB"/>
                </a:solidFill>
              </a:defRPr>
            </a:lvl1pPr>
          </a:lstStyle>
          <a:p>
            <a:pPr lvl="0"/>
            <a:r>
              <a:rPr lang="en-US" noProof="0"/>
              <a:t>Date XXXX– XXXX</a:t>
            </a:r>
          </a:p>
          <a:p>
            <a:pPr lvl="0"/>
            <a:endParaRPr lang="en-US" noProof="0"/>
          </a:p>
        </p:txBody>
      </p:sp>
      <p:sp>
        <p:nvSpPr>
          <p:cNvPr id="41" name="Description 4">
            <a:extLst>
              <a:ext uri="{FF2B5EF4-FFF2-40B4-BE49-F238E27FC236}">
                <a16:creationId xmlns:a16="http://schemas.microsoft.com/office/drawing/2014/main" id="{3970DAEB-7645-454B-8955-9052575C98F7}"/>
              </a:ext>
            </a:extLst>
          </p:cNvPr>
          <p:cNvSpPr>
            <a:spLocks noGrp="1"/>
          </p:cNvSpPr>
          <p:nvPr userDrawn="1">
            <p:ph type="body" sz="quarter" idx="27" hasCustomPrompt="1"/>
          </p:nvPr>
        </p:nvSpPr>
        <p:spPr>
          <a:xfrm>
            <a:off x="6496430" y="2502801"/>
            <a:ext cx="2276856" cy="792000"/>
          </a:xfrm>
          <a:prstGeom prst="rect">
            <a:avLst/>
          </a:prstGeom>
        </p:spPr>
        <p:txBody>
          <a:bodyPr lIns="0" tIns="0" rIns="0" bIns="0">
            <a:noAutofit/>
          </a:bodyPr>
          <a:lstStyle>
            <a:lvl1pPr marL="0" indent="0">
              <a:buNone/>
              <a:defRPr sz="1200" b="0">
                <a:solidFill>
                  <a:schemeClr val="tx1"/>
                </a:solidFill>
              </a:defRPr>
            </a:lvl1pPr>
          </a:lstStyle>
          <a:p>
            <a:pPr lvl="0"/>
            <a:r>
              <a:rPr lang="en-US" noProof="0"/>
              <a:t>Description</a:t>
            </a:r>
          </a:p>
          <a:p>
            <a:pPr lvl="0"/>
            <a:endParaRPr lang="en-US" noProof="0"/>
          </a:p>
        </p:txBody>
      </p:sp>
      <p:sp>
        <p:nvSpPr>
          <p:cNvPr id="42" name="Date 5">
            <a:extLst>
              <a:ext uri="{FF2B5EF4-FFF2-40B4-BE49-F238E27FC236}">
                <a16:creationId xmlns:a16="http://schemas.microsoft.com/office/drawing/2014/main" id="{65E9429C-4B9C-2C44-8067-2A7B97747993}"/>
              </a:ext>
            </a:extLst>
          </p:cNvPr>
          <p:cNvSpPr>
            <a:spLocks noGrp="1"/>
          </p:cNvSpPr>
          <p:nvPr userDrawn="1">
            <p:ph type="body" sz="quarter" idx="28" hasCustomPrompt="1"/>
          </p:nvPr>
        </p:nvSpPr>
        <p:spPr>
          <a:xfrm>
            <a:off x="6496430" y="3583521"/>
            <a:ext cx="2276856" cy="310515"/>
          </a:xfrm>
          <a:prstGeom prst="rect">
            <a:avLst/>
          </a:prstGeom>
        </p:spPr>
        <p:txBody>
          <a:bodyPr lIns="0" tIns="0" rIns="0" bIns="0">
            <a:noAutofit/>
          </a:bodyPr>
          <a:lstStyle>
            <a:lvl1pPr marL="0" indent="0">
              <a:buNone/>
              <a:defRPr sz="1200" b="0">
                <a:solidFill>
                  <a:schemeClr val="accent1"/>
                </a:solidFill>
              </a:defRPr>
            </a:lvl1pPr>
          </a:lstStyle>
          <a:p>
            <a:pPr lvl="0"/>
            <a:r>
              <a:rPr lang="en-US" noProof="0"/>
              <a:t>Date XXXX– XXXX</a:t>
            </a:r>
          </a:p>
          <a:p>
            <a:pPr lvl="0"/>
            <a:endParaRPr lang="en-US" noProof="0"/>
          </a:p>
        </p:txBody>
      </p:sp>
      <p:sp>
        <p:nvSpPr>
          <p:cNvPr id="43" name="Description 5">
            <a:extLst>
              <a:ext uri="{FF2B5EF4-FFF2-40B4-BE49-F238E27FC236}">
                <a16:creationId xmlns:a16="http://schemas.microsoft.com/office/drawing/2014/main" id="{C620E413-434A-AD48-9D92-DFC651AFAD06}"/>
              </a:ext>
            </a:extLst>
          </p:cNvPr>
          <p:cNvSpPr>
            <a:spLocks noGrp="1"/>
          </p:cNvSpPr>
          <p:nvPr userDrawn="1">
            <p:ph type="body" sz="quarter" idx="29" hasCustomPrompt="1"/>
          </p:nvPr>
        </p:nvSpPr>
        <p:spPr>
          <a:xfrm>
            <a:off x="6496430" y="3914917"/>
            <a:ext cx="2276856" cy="792000"/>
          </a:xfrm>
          <a:prstGeom prst="rect">
            <a:avLst/>
          </a:prstGeom>
        </p:spPr>
        <p:txBody>
          <a:bodyPr lIns="0" tIns="0" rIns="0" bIns="0">
            <a:noAutofit/>
          </a:bodyPr>
          <a:lstStyle>
            <a:lvl1pPr marL="0" indent="0">
              <a:buNone/>
              <a:defRPr sz="1200" b="0">
                <a:solidFill>
                  <a:schemeClr val="tx1"/>
                </a:solidFill>
              </a:defRPr>
            </a:lvl1pPr>
          </a:lstStyle>
          <a:p>
            <a:pPr lvl="0"/>
            <a:r>
              <a:rPr lang="en-US" noProof="0"/>
              <a:t>Description</a:t>
            </a:r>
          </a:p>
          <a:p>
            <a:pPr lvl="0"/>
            <a:endParaRPr lang="en-US" noProof="0"/>
          </a:p>
        </p:txBody>
      </p:sp>
      <p:sp>
        <p:nvSpPr>
          <p:cNvPr id="44" name="Date 6">
            <a:extLst>
              <a:ext uri="{FF2B5EF4-FFF2-40B4-BE49-F238E27FC236}">
                <a16:creationId xmlns:a16="http://schemas.microsoft.com/office/drawing/2014/main" id="{7CF6FBAA-EDE5-FB49-866C-B8EBCF06E86D}"/>
              </a:ext>
            </a:extLst>
          </p:cNvPr>
          <p:cNvSpPr>
            <a:spLocks noGrp="1"/>
          </p:cNvSpPr>
          <p:nvPr userDrawn="1">
            <p:ph type="body" sz="quarter" idx="30" hasCustomPrompt="1"/>
          </p:nvPr>
        </p:nvSpPr>
        <p:spPr>
          <a:xfrm>
            <a:off x="6496430" y="4970105"/>
            <a:ext cx="2276856" cy="310515"/>
          </a:xfrm>
          <a:prstGeom prst="rect">
            <a:avLst/>
          </a:prstGeom>
        </p:spPr>
        <p:txBody>
          <a:bodyPr lIns="0" tIns="0" rIns="0" bIns="0">
            <a:noAutofit/>
          </a:bodyPr>
          <a:lstStyle>
            <a:lvl1pPr marL="0" indent="0">
              <a:buNone/>
              <a:defRPr sz="1200" b="0">
                <a:solidFill>
                  <a:schemeClr val="accent1"/>
                </a:solidFill>
              </a:defRPr>
            </a:lvl1pPr>
          </a:lstStyle>
          <a:p>
            <a:pPr lvl="0"/>
            <a:r>
              <a:rPr lang="en-US" noProof="0"/>
              <a:t>Date XXXX– XXXX</a:t>
            </a:r>
          </a:p>
          <a:p>
            <a:pPr lvl="0"/>
            <a:endParaRPr lang="en-US" noProof="0"/>
          </a:p>
        </p:txBody>
      </p:sp>
      <p:sp>
        <p:nvSpPr>
          <p:cNvPr id="45" name="Description 6">
            <a:extLst>
              <a:ext uri="{FF2B5EF4-FFF2-40B4-BE49-F238E27FC236}">
                <a16:creationId xmlns:a16="http://schemas.microsoft.com/office/drawing/2014/main" id="{CBAB841A-326D-C24E-9D5D-1F837FD3C32A}"/>
              </a:ext>
            </a:extLst>
          </p:cNvPr>
          <p:cNvSpPr>
            <a:spLocks noGrp="1"/>
          </p:cNvSpPr>
          <p:nvPr userDrawn="1">
            <p:ph type="body" sz="quarter" idx="31" hasCustomPrompt="1"/>
          </p:nvPr>
        </p:nvSpPr>
        <p:spPr>
          <a:xfrm>
            <a:off x="6496430" y="5293409"/>
            <a:ext cx="2276856" cy="792000"/>
          </a:xfrm>
          <a:prstGeom prst="rect">
            <a:avLst/>
          </a:prstGeom>
        </p:spPr>
        <p:txBody>
          <a:bodyPr lIns="0" tIns="0" rIns="0" bIns="0">
            <a:noAutofit/>
          </a:bodyPr>
          <a:lstStyle>
            <a:lvl1pPr marL="0" indent="0">
              <a:buNone/>
              <a:defRPr sz="1200" b="0">
                <a:solidFill>
                  <a:schemeClr val="tx1"/>
                </a:solidFill>
              </a:defRPr>
            </a:lvl1pPr>
          </a:lstStyle>
          <a:p>
            <a:pPr lvl="0"/>
            <a:r>
              <a:rPr lang="en-US" noProof="0"/>
              <a:t>Description</a:t>
            </a:r>
          </a:p>
          <a:p>
            <a:pPr lvl="0"/>
            <a:endParaRPr lang="en-US" noProof="0"/>
          </a:p>
        </p:txBody>
      </p:sp>
      <p:sp>
        <p:nvSpPr>
          <p:cNvPr id="15" name="Skills header">
            <a:extLst>
              <a:ext uri="{FF2B5EF4-FFF2-40B4-BE49-F238E27FC236}">
                <a16:creationId xmlns:a16="http://schemas.microsoft.com/office/drawing/2014/main" id="{A8684217-8B73-6846-8964-A3D5A8B8F819}"/>
              </a:ext>
            </a:extLst>
          </p:cNvPr>
          <p:cNvSpPr>
            <a:spLocks noGrp="1"/>
          </p:cNvSpPr>
          <p:nvPr userDrawn="1">
            <p:ph type="body" sz="quarter" idx="17" hasCustomPrompt="1"/>
          </p:nvPr>
        </p:nvSpPr>
        <p:spPr>
          <a:xfrm>
            <a:off x="9146542" y="1567053"/>
            <a:ext cx="2276856" cy="328613"/>
          </a:xfrm>
          <a:prstGeom prst="rect">
            <a:avLst/>
          </a:prstGeom>
        </p:spPr>
        <p:txBody>
          <a:bodyPr lIns="0" tIns="0" rIns="0" bIns="0">
            <a:noAutofit/>
          </a:bodyPr>
          <a:lstStyle>
            <a:lvl1pPr marL="0" indent="0">
              <a:buNone/>
              <a:defRPr sz="1600" b="1">
                <a:latin typeface="+mj-lt"/>
              </a:defRPr>
            </a:lvl1pPr>
          </a:lstStyle>
          <a:p>
            <a:pPr lvl="0"/>
            <a:r>
              <a:rPr lang="en-US" noProof="0"/>
              <a:t>Skills</a:t>
            </a:r>
          </a:p>
        </p:txBody>
      </p:sp>
      <p:sp>
        <p:nvSpPr>
          <p:cNvPr id="47" name="Skill 1">
            <a:extLst>
              <a:ext uri="{FF2B5EF4-FFF2-40B4-BE49-F238E27FC236}">
                <a16:creationId xmlns:a16="http://schemas.microsoft.com/office/drawing/2014/main" id="{243ED50F-FE73-A540-9506-CF3FA6620F75}"/>
              </a:ext>
            </a:extLst>
          </p:cNvPr>
          <p:cNvSpPr>
            <a:spLocks noGrp="1"/>
          </p:cNvSpPr>
          <p:nvPr userDrawn="1">
            <p:ph type="body" sz="quarter" idx="33" hasCustomPrompt="1"/>
          </p:nvPr>
        </p:nvSpPr>
        <p:spPr>
          <a:xfrm>
            <a:off x="9146542" y="2183913"/>
            <a:ext cx="2276856" cy="310515"/>
          </a:xfrm>
          <a:prstGeom prst="rect">
            <a:avLst/>
          </a:prstGeom>
        </p:spPr>
        <p:txBody>
          <a:bodyPr lIns="0" tIns="0" rIns="0" bIns="0">
            <a:noAutofit/>
          </a:bodyPr>
          <a:lstStyle>
            <a:lvl1pPr marL="0" indent="0">
              <a:buNone/>
              <a:defRPr sz="1200" b="0">
                <a:solidFill>
                  <a:schemeClr val="tx1"/>
                </a:solidFill>
              </a:defRPr>
            </a:lvl1pPr>
          </a:lstStyle>
          <a:p>
            <a:pPr lvl="0"/>
            <a:r>
              <a:rPr lang="en-US" noProof="0"/>
              <a:t>Skills</a:t>
            </a:r>
          </a:p>
          <a:p>
            <a:pPr lvl="0"/>
            <a:endParaRPr lang="en-US" noProof="0"/>
          </a:p>
        </p:txBody>
      </p:sp>
      <p:sp>
        <p:nvSpPr>
          <p:cNvPr id="71" name="Rectangle 70">
            <a:extLst>
              <a:ext uri="{FF2B5EF4-FFF2-40B4-BE49-F238E27FC236}">
                <a16:creationId xmlns:a16="http://schemas.microsoft.com/office/drawing/2014/main" id="{A3E2C9B9-D123-9140-9766-89B60B158F43}"/>
              </a:ext>
              <a:ext uri="{C183D7F6-B498-43B3-948B-1728B52AA6E4}">
                <adec:decorative xmlns:adec="http://schemas.microsoft.com/office/drawing/2017/decorative" val="1"/>
              </a:ext>
            </a:extLst>
          </p:cNvPr>
          <p:cNvSpPr>
            <a:spLocks/>
          </p:cNvSpPr>
          <p:nvPr userDrawn="1"/>
        </p:nvSpPr>
        <p:spPr bwMode="gray">
          <a:xfrm>
            <a:off x="9146542" y="2502502"/>
            <a:ext cx="2276856" cy="77104"/>
          </a:xfrm>
          <a:prstGeom prst="rect">
            <a:avLst/>
          </a:prstGeom>
          <a:solidFill>
            <a:srgbClr val="E4E4E4"/>
          </a:solidFill>
          <a:ln w="9525" algn="ctr">
            <a:noFill/>
            <a:miter lim="800000"/>
          </a:ln>
          <a:effectLst/>
        </p:spPr>
        <p:txBody>
          <a:bodyPr lIns="63500" tIns="0" rIns="64800" bIns="0" rtlCol="0" anchor="ctr">
            <a:noAutofit/>
          </a:bodyPr>
          <a:lstStyle/>
          <a:p>
            <a:pPr algn="ctr">
              <a:spcBef>
                <a:spcPct val="0"/>
              </a:spcBef>
              <a:buClrTx/>
              <a:buSzPct val="90000"/>
            </a:pPr>
            <a:endParaRPr lang="en-US" sz="1600" b="1" noProof="0">
              <a:solidFill>
                <a:schemeClr val="bg1"/>
              </a:solidFill>
              <a:cs typeface="Arial" pitchFamily="34" charset="0"/>
            </a:endParaRPr>
          </a:p>
        </p:txBody>
      </p:sp>
      <p:sp>
        <p:nvSpPr>
          <p:cNvPr id="48" name="Skill 2">
            <a:extLst>
              <a:ext uri="{FF2B5EF4-FFF2-40B4-BE49-F238E27FC236}">
                <a16:creationId xmlns:a16="http://schemas.microsoft.com/office/drawing/2014/main" id="{2CCFDE26-46F5-944F-8BF0-84097E7D3521}"/>
              </a:ext>
            </a:extLst>
          </p:cNvPr>
          <p:cNvSpPr>
            <a:spLocks noGrp="1"/>
          </p:cNvSpPr>
          <p:nvPr userDrawn="1">
            <p:ph type="body" sz="quarter" idx="34" hasCustomPrompt="1"/>
          </p:nvPr>
        </p:nvSpPr>
        <p:spPr>
          <a:xfrm>
            <a:off x="9146542" y="2882115"/>
            <a:ext cx="2276856" cy="310515"/>
          </a:xfrm>
          <a:prstGeom prst="rect">
            <a:avLst/>
          </a:prstGeom>
        </p:spPr>
        <p:txBody>
          <a:bodyPr lIns="0" tIns="0" rIns="0" bIns="0">
            <a:noAutofit/>
          </a:bodyPr>
          <a:lstStyle>
            <a:lvl1pPr marL="0" indent="0">
              <a:buNone/>
              <a:defRPr sz="1200" b="0">
                <a:solidFill>
                  <a:schemeClr val="tx1"/>
                </a:solidFill>
              </a:defRPr>
            </a:lvl1pPr>
          </a:lstStyle>
          <a:p>
            <a:pPr lvl="0"/>
            <a:r>
              <a:rPr lang="en-US" noProof="0"/>
              <a:t>Skills</a:t>
            </a:r>
          </a:p>
          <a:p>
            <a:pPr lvl="0"/>
            <a:endParaRPr lang="en-US" noProof="0"/>
          </a:p>
        </p:txBody>
      </p:sp>
      <p:sp>
        <p:nvSpPr>
          <p:cNvPr id="72" name="Rectangle 71">
            <a:extLst>
              <a:ext uri="{FF2B5EF4-FFF2-40B4-BE49-F238E27FC236}">
                <a16:creationId xmlns:a16="http://schemas.microsoft.com/office/drawing/2014/main" id="{B3DD6D09-F468-D841-BF43-54F32E303D62}"/>
              </a:ext>
              <a:ext uri="{C183D7F6-B498-43B3-948B-1728B52AA6E4}">
                <adec:decorative xmlns:adec="http://schemas.microsoft.com/office/drawing/2017/decorative" val="1"/>
              </a:ext>
            </a:extLst>
          </p:cNvPr>
          <p:cNvSpPr>
            <a:spLocks/>
          </p:cNvSpPr>
          <p:nvPr userDrawn="1"/>
        </p:nvSpPr>
        <p:spPr bwMode="gray">
          <a:xfrm>
            <a:off x="9146542" y="3208876"/>
            <a:ext cx="2276856" cy="77104"/>
          </a:xfrm>
          <a:prstGeom prst="rect">
            <a:avLst/>
          </a:prstGeom>
          <a:solidFill>
            <a:srgbClr val="E4E4E4"/>
          </a:solidFill>
          <a:ln w="9525" algn="ctr">
            <a:noFill/>
            <a:miter lim="800000"/>
          </a:ln>
          <a:effectLst/>
        </p:spPr>
        <p:txBody>
          <a:bodyPr lIns="63500" tIns="0" rIns="64800" bIns="0" rtlCol="0" anchor="ctr">
            <a:noAutofit/>
          </a:bodyPr>
          <a:lstStyle/>
          <a:p>
            <a:pPr algn="ctr">
              <a:spcBef>
                <a:spcPct val="0"/>
              </a:spcBef>
              <a:buClrTx/>
              <a:buSzPct val="90000"/>
            </a:pPr>
            <a:endParaRPr lang="en-US" sz="1600" b="1" noProof="0">
              <a:solidFill>
                <a:schemeClr val="bg1"/>
              </a:solidFill>
              <a:cs typeface="Arial" pitchFamily="34" charset="0"/>
            </a:endParaRPr>
          </a:p>
        </p:txBody>
      </p:sp>
      <p:sp>
        <p:nvSpPr>
          <p:cNvPr id="49" name="Skill 3">
            <a:extLst>
              <a:ext uri="{FF2B5EF4-FFF2-40B4-BE49-F238E27FC236}">
                <a16:creationId xmlns:a16="http://schemas.microsoft.com/office/drawing/2014/main" id="{FC6B7BD4-1B8A-954F-85B0-4D37B7C641E0}"/>
              </a:ext>
            </a:extLst>
          </p:cNvPr>
          <p:cNvSpPr>
            <a:spLocks noGrp="1"/>
          </p:cNvSpPr>
          <p:nvPr userDrawn="1">
            <p:ph type="body" sz="quarter" idx="35" hasCustomPrompt="1"/>
          </p:nvPr>
        </p:nvSpPr>
        <p:spPr>
          <a:xfrm>
            <a:off x="9146542" y="3567449"/>
            <a:ext cx="2276856" cy="310515"/>
          </a:xfrm>
          <a:prstGeom prst="rect">
            <a:avLst/>
          </a:prstGeom>
        </p:spPr>
        <p:txBody>
          <a:bodyPr lIns="0" tIns="0" rIns="0" bIns="0">
            <a:noAutofit/>
          </a:bodyPr>
          <a:lstStyle>
            <a:lvl1pPr marL="0" indent="0">
              <a:buNone/>
              <a:defRPr sz="1200" b="0">
                <a:solidFill>
                  <a:schemeClr val="tx1"/>
                </a:solidFill>
              </a:defRPr>
            </a:lvl1pPr>
          </a:lstStyle>
          <a:p>
            <a:pPr lvl="0"/>
            <a:r>
              <a:rPr lang="en-US" noProof="0"/>
              <a:t>Skills</a:t>
            </a:r>
          </a:p>
          <a:p>
            <a:pPr lvl="0"/>
            <a:endParaRPr lang="en-US" noProof="0"/>
          </a:p>
        </p:txBody>
      </p:sp>
      <p:sp>
        <p:nvSpPr>
          <p:cNvPr id="73" name="Rectangle 72">
            <a:extLst>
              <a:ext uri="{FF2B5EF4-FFF2-40B4-BE49-F238E27FC236}">
                <a16:creationId xmlns:a16="http://schemas.microsoft.com/office/drawing/2014/main" id="{2298873A-8C14-B343-A7CC-7FB17B3A9CBE}"/>
              </a:ext>
              <a:ext uri="{C183D7F6-B498-43B3-948B-1728B52AA6E4}">
                <adec:decorative xmlns:adec="http://schemas.microsoft.com/office/drawing/2017/decorative" val="1"/>
              </a:ext>
            </a:extLst>
          </p:cNvPr>
          <p:cNvSpPr>
            <a:spLocks/>
          </p:cNvSpPr>
          <p:nvPr userDrawn="1"/>
        </p:nvSpPr>
        <p:spPr bwMode="gray">
          <a:xfrm>
            <a:off x="9146542" y="3887637"/>
            <a:ext cx="2276856" cy="77104"/>
          </a:xfrm>
          <a:prstGeom prst="rect">
            <a:avLst/>
          </a:prstGeom>
          <a:solidFill>
            <a:srgbClr val="E4E4E4"/>
          </a:solidFill>
          <a:ln w="9525" algn="ctr">
            <a:noFill/>
            <a:miter lim="800000"/>
          </a:ln>
          <a:effectLst/>
        </p:spPr>
        <p:txBody>
          <a:bodyPr lIns="63500" tIns="0" rIns="64800" bIns="0" rtlCol="0" anchor="ctr">
            <a:noAutofit/>
          </a:bodyPr>
          <a:lstStyle/>
          <a:p>
            <a:pPr algn="ctr">
              <a:spcBef>
                <a:spcPct val="0"/>
              </a:spcBef>
              <a:buClrTx/>
              <a:buSzPct val="90000"/>
            </a:pPr>
            <a:endParaRPr lang="en-US" sz="1600" b="1" noProof="0">
              <a:solidFill>
                <a:schemeClr val="bg1"/>
              </a:solidFill>
              <a:cs typeface="Arial" pitchFamily="34" charset="0"/>
            </a:endParaRPr>
          </a:p>
        </p:txBody>
      </p:sp>
      <p:sp>
        <p:nvSpPr>
          <p:cNvPr id="50" name="Skill 4">
            <a:extLst>
              <a:ext uri="{FF2B5EF4-FFF2-40B4-BE49-F238E27FC236}">
                <a16:creationId xmlns:a16="http://schemas.microsoft.com/office/drawing/2014/main" id="{133898AB-EC8E-4C43-B65F-51B268B0E383}"/>
              </a:ext>
            </a:extLst>
          </p:cNvPr>
          <p:cNvSpPr>
            <a:spLocks noGrp="1"/>
          </p:cNvSpPr>
          <p:nvPr userDrawn="1">
            <p:ph type="body" sz="quarter" idx="36" hasCustomPrompt="1"/>
          </p:nvPr>
        </p:nvSpPr>
        <p:spPr>
          <a:xfrm>
            <a:off x="9146542" y="4270366"/>
            <a:ext cx="2276856" cy="310515"/>
          </a:xfrm>
          <a:prstGeom prst="rect">
            <a:avLst/>
          </a:prstGeom>
        </p:spPr>
        <p:txBody>
          <a:bodyPr lIns="0" tIns="0" rIns="0" bIns="0">
            <a:noAutofit/>
          </a:bodyPr>
          <a:lstStyle>
            <a:lvl1pPr marL="0" indent="0">
              <a:buNone/>
              <a:defRPr sz="1200" b="0">
                <a:solidFill>
                  <a:schemeClr val="tx1"/>
                </a:solidFill>
              </a:defRPr>
            </a:lvl1pPr>
          </a:lstStyle>
          <a:p>
            <a:pPr lvl="0"/>
            <a:r>
              <a:rPr lang="en-US" noProof="0"/>
              <a:t>Skills</a:t>
            </a:r>
          </a:p>
          <a:p>
            <a:pPr lvl="0"/>
            <a:endParaRPr lang="en-US" noProof="0"/>
          </a:p>
        </p:txBody>
      </p:sp>
      <p:sp>
        <p:nvSpPr>
          <p:cNvPr id="74" name="Rectangle 73">
            <a:extLst>
              <a:ext uri="{FF2B5EF4-FFF2-40B4-BE49-F238E27FC236}">
                <a16:creationId xmlns:a16="http://schemas.microsoft.com/office/drawing/2014/main" id="{90A4235C-75A4-A243-B4A1-0BC434FED741}"/>
              </a:ext>
              <a:ext uri="{C183D7F6-B498-43B3-948B-1728B52AA6E4}">
                <adec:decorative xmlns:adec="http://schemas.microsoft.com/office/drawing/2017/decorative" val="1"/>
              </a:ext>
            </a:extLst>
          </p:cNvPr>
          <p:cNvSpPr>
            <a:spLocks/>
          </p:cNvSpPr>
          <p:nvPr userDrawn="1"/>
        </p:nvSpPr>
        <p:spPr bwMode="gray">
          <a:xfrm>
            <a:off x="9146542" y="4593946"/>
            <a:ext cx="2276856" cy="77104"/>
          </a:xfrm>
          <a:prstGeom prst="rect">
            <a:avLst/>
          </a:prstGeom>
          <a:solidFill>
            <a:srgbClr val="E4E4E4"/>
          </a:solidFill>
          <a:ln w="9525" algn="ctr">
            <a:noFill/>
            <a:miter lim="800000"/>
          </a:ln>
          <a:effectLst/>
        </p:spPr>
        <p:txBody>
          <a:bodyPr lIns="63500" tIns="0" rIns="64800" bIns="0" rtlCol="0" anchor="ctr">
            <a:noAutofit/>
          </a:bodyPr>
          <a:lstStyle/>
          <a:p>
            <a:pPr algn="ctr">
              <a:spcBef>
                <a:spcPct val="0"/>
              </a:spcBef>
              <a:buClrTx/>
              <a:buSzPct val="90000"/>
            </a:pPr>
            <a:endParaRPr lang="en-US" sz="1600" b="1" noProof="0">
              <a:solidFill>
                <a:schemeClr val="bg1"/>
              </a:solidFill>
              <a:cs typeface="Arial" pitchFamily="34" charset="0"/>
            </a:endParaRPr>
          </a:p>
        </p:txBody>
      </p:sp>
      <p:sp>
        <p:nvSpPr>
          <p:cNvPr id="51" name="Skill 5">
            <a:extLst>
              <a:ext uri="{FF2B5EF4-FFF2-40B4-BE49-F238E27FC236}">
                <a16:creationId xmlns:a16="http://schemas.microsoft.com/office/drawing/2014/main" id="{248D277D-8ACF-F147-B6AA-2FEB83B1B063}"/>
              </a:ext>
            </a:extLst>
          </p:cNvPr>
          <p:cNvSpPr>
            <a:spLocks noGrp="1"/>
          </p:cNvSpPr>
          <p:nvPr userDrawn="1">
            <p:ph type="body" sz="quarter" idx="37" hasCustomPrompt="1"/>
          </p:nvPr>
        </p:nvSpPr>
        <p:spPr>
          <a:xfrm>
            <a:off x="9146542" y="4982068"/>
            <a:ext cx="2276856" cy="310515"/>
          </a:xfrm>
          <a:prstGeom prst="rect">
            <a:avLst/>
          </a:prstGeom>
        </p:spPr>
        <p:txBody>
          <a:bodyPr lIns="0" tIns="0" rIns="0" bIns="0">
            <a:noAutofit/>
          </a:bodyPr>
          <a:lstStyle>
            <a:lvl1pPr marL="0" indent="0">
              <a:buNone/>
              <a:defRPr sz="1200" b="0">
                <a:solidFill>
                  <a:schemeClr val="tx1"/>
                </a:solidFill>
              </a:defRPr>
            </a:lvl1pPr>
          </a:lstStyle>
          <a:p>
            <a:pPr lvl="0"/>
            <a:r>
              <a:rPr lang="en-US" noProof="0"/>
              <a:t>Skills</a:t>
            </a:r>
          </a:p>
          <a:p>
            <a:pPr lvl="0"/>
            <a:endParaRPr lang="en-US" noProof="0"/>
          </a:p>
        </p:txBody>
      </p:sp>
      <p:sp>
        <p:nvSpPr>
          <p:cNvPr id="75" name="Rectangle 74">
            <a:extLst>
              <a:ext uri="{FF2B5EF4-FFF2-40B4-BE49-F238E27FC236}">
                <a16:creationId xmlns:a16="http://schemas.microsoft.com/office/drawing/2014/main" id="{A9CFB8E7-7827-3844-9CD8-99084B3B5665}"/>
              </a:ext>
              <a:ext uri="{C183D7F6-B498-43B3-948B-1728B52AA6E4}">
                <adec:decorative xmlns:adec="http://schemas.microsoft.com/office/drawing/2017/decorative" val="1"/>
              </a:ext>
            </a:extLst>
          </p:cNvPr>
          <p:cNvSpPr>
            <a:spLocks/>
          </p:cNvSpPr>
          <p:nvPr userDrawn="1"/>
        </p:nvSpPr>
        <p:spPr bwMode="gray">
          <a:xfrm>
            <a:off x="9146542" y="5301603"/>
            <a:ext cx="2276856" cy="77104"/>
          </a:xfrm>
          <a:prstGeom prst="rect">
            <a:avLst/>
          </a:prstGeom>
          <a:solidFill>
            <a:srgbClr val="E4E4E4"/>
          </a:solidFill>
          <a:ln w="9525" algn="ctr">
            <a:noFill/>
            <a:miter lim="800000"/>
          </a:ln>
          <a:effectLst/>
        </p:spPr>
        <p:txBody>
          <a:bodyPr lIns="63500" tIns="0" rIns="64800" bIns="0" rtlCol="0" anchor="ctr">
            <a:noAutofit/>
          </a:bodyPr>
          <a:lstStyle/>
          <a:p>
            <a:pPr algn="ctr">
              <a:spcBef>
                <a:spcPct val="0"/>
              </a:spcBef>
              <a:buClrTx/>
              <a:buSzPct val="90000"/>
            </a:pPr>
            <a:endParaRPr lang="en-US" sz="1600" b="1" noProof="0">
              <a:solidFill>
                <a:schemeClr val="bg1"/>
              </a:solidFill>
              <a:cs typeface="Arial" pitchFamily="34" charset="0"/>
            </a:endParaRPr>
          </a:p>
        </p:txBody>
      </p:sp>
      <p:sp>
        <p:nvSpPr>
          <p:cNvPr id="46" name="Skill 6">
            <a:extLst>
              <a:ext uri="{FF2B5EF4-FFF2-40B4-BE49-F238E27FC236}">
                <a16:creationId xmlns:a16="http://schemas.microsoft.com/office/drawing/2014/main" id="{95AD3CFD-2DE9-C943-BA43-8B744BAD8A28}"/>
              </a:ext>
            </a:extLst>
          </p:cNvPr>
          <p:cNvSpPr>
            <a:spLocks noGrp="1"/>
          </p:cNvSpPr>
          <p:nvPr userDrawn="1">
            <p:ph type="body" sz="quarter" idx="32" hasCustomPrompt="1"/>
          </p:nvPr>
        </p:nvSpPr>
        <p:spPr>
          <a:xfrm>
            <a:off x="9146542" y="5689069"/>
            <a:ext cx="2276856" cy="310515"/>
          </a:xfrm>
          <a:prstGeom prst="rect">
            <a:avLst/>
          </a:prstGeom>
        </p:spPr>
        <p:txBody>
          <a:bodyPr lIns="0" tIns="0" rIns="0" bIns="0">
            <a:noAutofit/>
          </a:bodyPr>
          <a:lstStyle>
            <a:lvl1pPr marL="0" indent="0">
              <a:buNone/>
              <a:defRPr sz="1200" b="0">
                <a:solidFill>
                  <a:schemeClr val="tx1"/>
                </a:solidFill>
              </a:defRPr>
            </a:lvl1pPr>
          </a:lstStyle>
          <a:p>
            <a:pPr lvl="0"/>
            <a:r>
              <a:rPr lang="en-US" noProof="0"/>
              <a:t>Skills</a:t>
            </a:r>
          </a:p>
          <a:p>
            <a:pPr lvl="0"/>
            <a:endParaRPr lang="en-US" noProof="0"/>
          </a:p>
        </p:txBody>
      </p:sp>
      <p:sp>
        <p:nvSpPr>
          <p:cNvPr id="76" name="Rectangle 75">
            <a:extLst>
              <a:ext uri="{FF2B5EF4-FFF2-40B4-BE49-F238E27FC236}">
                <a16:creationId xmlns:a16="http://schemas.microsoft.com/office/drawing/2014/main" id="{9ADD0EBE-315C-554F-B291-C50A3881353F}"/>
              </a:ext>
              <a:ext uri="{C183D7F6-B498-43B3-948B-1728B52AA6E4}">
                <adec:decorative xmlns:adec="http://schemas.microsoft.com/office/drawing/2017/decorative" val="1"/>
              </a:ext>
            </a:extLst>
          </p:cNvPr>
          <p:cNvSpPr>
            <a:spLocks/>
          </p:cNvSpPr>
          <p:nvPr userDrawn="1"/>
        </p:nvSpPr>
        <p:spPr bwMode="gray">
          <a:xfrm>
            <a:off x="9146542" y="6015718"/>
            <a:ext cx="2276856" cy="77104"/>
          </a:xfrm>
          <a:prstGeom prst="rect">
            <a:avLst/>
          </a:prstGeom>
          <a:solidFill>
            <a:srgbClr val="E4E4E4"/>
          </a:solidFill>
          <a:ln w="9525" algn="ctr">
            <a:noFill/>
            <a:miter lim="800000"/>
          </a:ln>
          <a:effectLst/>
        </p:spPr>
        <p:txBody>
          <a:bodyPr lIns="63500" tIns="0" rIns="64800" bIns="0" rtlCol="0" anchor="ctr">
            <a:noAutofit/>
          </a:bodyPr>
          <a:lstStyle/>
          <a:p>
            <a:pPr algn="ctr">
              <a:spcBef>
                <a:spcPct val="0"/>
              </a:spcBef>
              <a:buClrTx/>
              <a:buSzPct val="90000"/>
            </a:pPr>
            <a:endParaRPr lang="en-US" sz="1600" b="1" noProof="0">
              <a:solidFill>
                <a:schemeClr val="bg1"/>
              </a:solidFill>
              <a:cs typeface="Arial" pitchFamily="34" charset="0"/>
            </a:endParaRPr>
          </a:p>
        </p:txBody>
      </p:sp>
      <p:sp>
        <p:nvSpPr>
          <p:cNvPr id="2" name="Footer Placeholder 1">
            <a:extLst>
              <a:ext uri="{FF2B5EF4-FFF2-40B4-BE49-F238E27FC236}">
                <a16:creationId xmlns:a16="http://schemas.microsoft.com/office/drawing/2014/main" id="{B33217FD-C179-A7C3-F298-CD2006B9AAC8}"/>
              </a:ext>
              <a:ext uri="{C183D7F6-B498-43B3-948B-1728B52AA6E4}">
                <adec:decorative xmlns:adec="http://schemas.microsoft.com/office/drawing/2017/decorative" val="1"/>
              </a:ext>
            </a:extLst>
          </p:cNvPr>
          <p:cNvSpPr>
            <a:spLocks noGrp="1"/>
          </p:cNvSpPr>
          <p:nvPr userDrawn="1">
            <p:ph type="ftr" sz="quarter" idx="41"/>
          </p:nvPr>
        </p:nvSpPr>
        <p:spPr/>
        <p:txBody>
          <a:bodyPr/>
          <a:lstStyle/>
          <a:p>
            <a:endParaRPr lang="en-US" noProof="0"/>
          </a:p>
        </p:txBody>
      </p:sp>
      <p:sp>
        <p:nvSpPr>
          <p:cNvPr id="17" name="Slide Number Placeholder 16">
            <a:extLst>
              <a:ext uri="{FF2B5EF4-FFF2-40B4-BE49-F238E27FC236}">
                <a16:creationId xmlns:a16="http://schemas.microsoft.com/office/drawing/2014/main" id="{139F4668-3C2C-FCAD-4589-3629BE2114EA}"/>
              </a:ext>
              <a:ext uri="{C183D7F6-B498-43B3-948B-1728B52AA6E4}">
                <adec:decorative xmlns:adec="http://schemas.microsoft.com/office/drawing/2017/decorative" val="1"/>
              </a:ext>
            </a:extLst>
          </p:cNvPr>
          <p:cNvSpPr>
            <a:spLocks noGrp="1"/>
          </p:cNvSpPr>
          <p:nvPr userDrawn="1">
            <p:ph type="sldNum" sz="quarter" idx="40"/>
          </p:nvPr>
        </p:nvSpPr>
        <p:spPr/>
        <p:txBody>
          <a:bodyPr/>
          <a:lstStyle/>
          <a:p>
            <a:fld id="{525A3C56-E491-49B2-93F3-63532DF516BC}" type="slidenum">
              <a:rPr lang="en-US" noProof="0" smtClean="0"/>
              <a:pPr/>
              <a:t>‹n°›</a:t>
            </a:fld>
            <a:endParaRPr lang="en-US" noProof="0"/>
          </a:p>
        </p:txBody>
      </p:sp>
    </p:spTree>
    <p:extLst>
      <p:ext uri="{BB962C8B-B14F-4D97-AF65-F5344CB8AC3E}">
        <p14:creationId xmlns:p14="http://schemas.microsoft.com/office/powerpoint/2010/main" val="1077795726"/>
      </p:ext>
    </p:extLst>
  </p:cSld>
  <p:clrMapOvr>
    <a:masterClrMapping/>
  </p:clrMapOvr>
  <p:transition/>
</p:sldLayout>
</file>

<file path=ppt/slideLayouts/slideLayout40.xml><?xml version="1.0" encoding="utf-8"?>
<p:sldLayout xmlns:a="http://schemas.openxmlformats.org/drawingml/2006/main" xmlns:r="http://schemas.openxmlformats.org/officeDocument/2006/relationships" xmlns:p="http://schemas.openxmlformats.org/presentationml/2006/main" userDrawn="1">
  <p:cSld name="CV/Resume slide – Layout 2A">
    <p:spTree>
      <p:nvGrpSpPr>
        <p:cNvPr id="1" name=""/>
        <p:cNvGrpSpPr/>
        <p:nvPr/>
      </p:nvGrpSpPr>
      <p:grpSpPr>
        <a:xfrm>
          <a:off x="0" y="0"/>
          <a:ext cx="0" cy="0"/>
          <a:chOff x="0" y="0"/>
          <a:chExt cx="0" cy="0"/>
        </a:xfrm>
      </p:grpSpPr>
      <p:sp>
        <p:nvSpPr>
          <p:cNvPr id="26" name="Title 1">
            <a:extLst>
              <a:ext uri="{FF2B5EF4-FFF2-40B4-BE49-F238E27FC236}">
                <a16:creationId xmlns:a16="http://schemas.microsoft.com/office/drawing/2014/main" id="{EC2A7C9A-86BC-42EC-9662-AAB1B6F0FB07}"/>
              </a:ext>
            </a:extLst>
          </p:cNvPr>
          <p:cNvSpPr>
            <a:spLocks noGrp="1"/>
          </p:cNvSpPr>
          <p:nvPr>
            <p:ph type="title" hasCustomPrompt="1"/>
          </p:nvPr>
        </p:nvSpPr>
        <p:spPr>
          <a:xfrm>
            <a:off x="2293112" y="685800"/>
            <a:ext cx="6839712" cy="530352"/>
          </a:xfrm>
        </p:spPr>
        <p:txBody>
          <a:bodyPr>
            <a:noAutofit/>
          </a:bodyPr>
          <a:lstStyle>
            <a:lvl1pPr marL="0" indent="0">
              <a:buFont typeface="Arial" panose="020B0604020202020204" pitchFamily="34" charset="0"/>
              <a:buNone/>
              <a:defRPr sz="2800">
                <a:solidFill>
                  <a:schemeClr val="tx1"/>
                </a:solidFill>
              </a:defRPr>
            </a:lvl1pPr>
          </a:lstStyle>
          <a:p>
            <a:r>
              <a:rPr lang="en-US" noProof="0"/>
              <a:t>CV/Resume layout 2A – click to add name</a:t>
            </a:r>
          </a:p>
        </p:txBody>
      </p:sp>
      <p:sp>
        <p:nvSpPr>
          <p:cNvPr id="19" name="Cornerstone">
            <a:extLst>
              <a:ext uri="{FF2B5EF4-FFF2-40B4-BE49-F238E27FC236}">
                <a16:creationId xmlns:a16="http://schemas.microsoft.com/office/drawing/2014/main" id="{5C45700E-216F-B143-AB3D-B415EEE0460A}"/>
              </a:ext>
              <a:ext uri="{C183D7F6-B498-43B3-948B-1728B52AA6E4}">
                <adec:decorative xmlns:adec="http://schemas.microsoft.com/office/drawing/2017/decorative" val="1"/>
              </a:ext>
            </a:extLst>
          </p:cNvPr>
          <p:cNvSpPr>
            <a:spLocks noChangeAspect="1"/>
          </p:cNvSpPr>
          <p:nvPr userDrawn="1"/>
        </p:nvSpPr>
        <p:spPr bwMode="gray">
          <a:xfrm rot="16200000">
            <a:off x="10128740" y="773452"/>
            <a:ext cx="1307399" cy="1307398"/>
          </a:xfrm>
          <a:custGeom>
            <a:avLst/>
            <a:gdLst>
              <a:gd name="connsiteX0" fmla="*/ 0 w 3168353"/>
              <a:gd name="connsiteY0" fmla="*/ 3168352 h 3168352"/>
              <a:gd name="connsiteX1" fmla="*/ 0 w 3168353"/>
              <a:gd name="connsiteY1" fmla="*/ 1902429 h 3168352"/>
              <a:gd name="connsiteX2" fmla="*/ 1902430 w 3168353"/>
              <a:gd name="connsiteY2" fmla="*/ 1902429 h 3168352"/>
              <a:gd name="connsiteX3" fmla="*/ 1902430 w 3168353"/>
              <a:gd name="connsiteY3" fmla="*/ 0 h 3168352"/>
              <a:gd name="connsiteX4" fmla="*/ 3168353 w 3168353"/>
              <a:gd name="connsiteY4" fmla="*/ 0 h 3168352"/>
              <a:gd name="connsiteX5" fmla="*/ 3168353 w 3168353"/>
              <a:gd name="connsiteY5" fmla="*/ 3168352 h 3168352"/>
              <a:gd name="connsiteX6" fmla="*/ 1902430 w 3168353"/>
              <a:gd name="connsiteY6" fmla="*/ 3168352 h 3168352"/>
              <a:gd name="connsiteX7" fmla="*/ 1902430 w 3168353"/>
              <a:gd name="connsiteY7" fmla="*/ 3168352 h 31683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168353" h="3168352">
                <a:moveTo>
                  <a:pt x="0" y="3168352"/>
                </a:moveTo>
                <a:lnTo>
                  <a:pt x="0" y="1902429"/>
                </a:lnTo>
                <a:lnTo>
                  <a:pt x="1902430" y="1902429"/>
                </a:lnTo>
                <a:lnTo>
                  <a:pt x="1902430" y="0"/>
                </a:lnTo>
                <a:lnTo>
                  <a:pt x="3168353" y="0"/>
                </a:lnTo>
                <a:lnTo>
                  <a:pt x="3168353" y="3168352"/>
                </a:lnTo>
                <a:lnTo>
                  <a:pt x="1902430" y="3168352"/>
                </a:lnTo>
                <a:lnTo>
                  <a:pt x="1902430" y="3168352"/>
                </a:lnTo>
                <a:close/>
              </a:path>
            </a:pathLst>
          </a:custGeom>
          <a:gradFill flip="none" rotWithShape="1">
            <a:gsLst>
              <a:gs pos="60000">
                <a:srgbClr val="A82465"/>
              </a:gs>
              <a:gs pos="0">
                <a:srgbClr val="E31937"/>
              </a:gs>
              <a:gs pos="100000">
                <a:srgbClr val="5236AB"/>
              </a:gs>
            </a:gsLst>
            <a:lin ang="16800000" scaled="0"/>
          </a:gradFill>
          <a:ln w="9525" algn="ctr">
            <a:noFill/>
            <a:miter lim="800000"/>
          </a:ln>
          <a:effectLst/>
        </p:spPr>
        <p:txBody>
          <a:bodyPr lIns="63500" tIns="0" rIns="64800" bIns="0" rtlCol="0" anchor="ctr"/>
          <a:lstStyle/>
          <a:p>
            <a:pPr lvl="0" algn="ctr">
              <a:spcBef>
                <a:spcPct val="0"/>
              </a:spcBef>
              <a:buClrTx/>
              <a:buSzPct val="90000"/>
            </a:pPr>
            <a:endParaRPr lang="en-US" sz="1600" b="1" noProof="0">
              <a:solidFill>
                <a:schemeClr val="bg1"/>
              </a:solidFill>
              <a:cs typeface="Arial" pitchFamily="34" charset="0"/>
            </a:endParaRPr>
          </a:p>
        </p:txBody>
      </p:sp>
      <p:sp>
        <p:nvSpPr>
          <p:cNvPr id="20" name="Picture Placeholder 2" descr="Photograph of Name (person the slide is referencing)">
            <a:extLst>
              <a:ext uri="{FF2B5EF4-FFF2-40B4-BE49-F238E27FC236}">
                <a16:creationId xmlns:a16="http://schemas.microsoft.com/office/drawing/2014/main" id="{E1DAC4B7-C35F-7044-83C8-D938420F6B74}"/>
              </a:ext>
            </a:extLst>
          </p:cNvPr>
          <p:cNvSpPr>
            <a:spLocks noGrp="1"/>
          </p:cNvSpPr>
          <p:nvPr>
            <p:ph type="pic" sz="quarter" idx="11" hasCustomPrompt="1"/>
          </p:nvPr>
        </p:nvSpPr>
        <p:spPr>
          <a:xfrm>
            <a:off x="766763" y="771205"/>
            <a:ext cx="1268099" cy="1268099"/>
          </a:xfrm>
          <a:prstGeom prst="rect">
            <a:avLst/>
          </a:prstGeom>
        </p:spPr>
        <p:txBody>
          <a:bodyPr/>
          <a:lstStyle>
            <a:lvl1pPr marL="0" indent="0">
              <a:buNone/>
              <a:defRPr sz="1400"/>
            </a:lvl1pPr>
          </a:lstStyle>
          <a:p>
            <a:r>
              <a:rPr lang="en-US" noProof="0" dirty="0"/>
              <a:t>Click icon to add photo</a:t>
            </a:r>
          </a:p>
        </p:txBody>
      </p:sp>
      <p:sp>
        <p:nvSpPr>
          <p:cNvPr id="22" name="Job Title Placeholder 3">
            <a:extLst>
              <a:ext uri="{FF2B5EF4-FFF2-40B4-BE49-F238E27FC236}">
                <a16:creationId xmlns:a16="http://schemas.microsoft.com/office/drawing/2014/main" id="{EF63D75B-27D2-1A46-8CF6-000336CAFAEB}"/>
              </a:ext>
            </a:extLst>
          </p:cNvPr>
          <p:cNvSpPr>
            <a:spLocks noGrp="1"/>
          </p:cNvSpPr>
          <p:nvPr>
            <p:ph type="body" sz="quarter" idx="14" hasCustomPrompt="1"/>
          </p:nvPr>
        </p:nvSpPr>
        <p:spPr>
          <a:xfrm>
            <a:off x="2295992" y="1390015"/>
            <a:ext cx="6840388" cy="242304"/>
          </a:xfrm>
          <a:prstGeom prst="rect">
            <a:avLst/>
          </a:prstGeom>
        </p:spPr>
        <p:txBody>
          <a:bodyPr lIns="0" tIns="0" rIns="0" bIns="0"/>
          <a:lstStyle>
            <a:lvl1pPr>
              <a:buNone/>
              <a:defRPr sz="1400" b="1">
                <a:solidFill>
                  <a:srgbClr val="E31937"/>
                </a:solidFill>
              </a:defRPr>
            </a:lvl1pPr>
          </a:lstStyle>
          <a:p>
            <a:pPr lvl="0"/>
            <a:r>
              <a:rPr lang="en-US" noProof="0"/>
              <a:t>Insert your title here</a:t>
            </a:r>
          </a:p>
        </p:txBody>
      </p:sp>
      <p:sp>
        <p:nvSpPr>
          <p:cNvPr id="23" name="Years experience and field placeholder 4">
            <a:extLst>
              <a:ext uri="{FF2B5EF4-FFF2-40B4-BE49-F238E27FC236}">
                <a16:creationId xmlns:a16="http://schemas.microsoft.com/office/drawing/2014/main" id="{4D12600E-F927-204E-9785-6D21E75B2E9D}"/>
              </a:ext>
            </a:extLst>
          </p:cNvPr>
          <p:cNvSpPr>
            <a:spLocks noGrp="1"/>
          </p:cNvSpPr>
          <p:nvPr>
            <p:ph type="body" sz="quarter" idx="16" hasCustomPrompt="1"/>
          </p:nvPr>
        </p:nvSpPr>
        <p:spPr>
          <a:xfrm>
            <a:off x="2295992" y="1644886"/>
            <a:ext cx="6840388" cy="269303"/>
          </a:xfrm>
          <a:prstGeom prst="rect">
            <a:avLst/>
          </a:prstGeom>
        </p:spPr>
        <p:txBody>
          <a:bodyPr lIns="0" tIns="0" rIns="0" bIns="0"/>
          <a:lstStyle>
            <a:lvl1pPr marL="0">
              <a:buNone/>
              <a:defRPr sz="1400"/>
            </a:lvl1pPr>
          </a:lstStyle>
          <a:p>
            <a:pPr lvl="0"/>
            <a:r>
              <a:rPr lang="en-US" noProof="0"/>
              <a:t>Insert years of experience and specify your field</a:t>
            </a:r>
          </a:p>
        </p:txBody>
      </p:sp>
      <p:cxnSp>
        <p:nvCxnSpPr>
          <p:cNvPr id="24" name="Black divider line">
            <a:extLst>
              <a:ext uri="{FF2B5EF4-FFF2-40B4-BE49-F238E27FC236}">
                <a16:creationId xmlns:a16="http://schemas.microsoft.com/office/drawing/2014/main" id="{88D1CEE3-25F9-A644-B5D1-88B5CE31DFE8}"/>
              </a:ext>
              <a:ext uri="{C183D7F6-B498-43B3-948B-1728B52AA6E4}">
                <adec:decorative xmlns:adec="http://schemas.microsoft.com/office/drawing/2017/decorative" val="1"/>
              </a:ext>
            </a:extLst>
          </p:cNvPr>
          <p:cNvCxnSpPr>
            <a:cxnSpLocks/>
          </p:cNvCxnSpPr>
          <p:nvPr userDrawn="1"/>
        </p:nvCxnSpPr>
        <p:spPr bwMode="gray">
          <a:xfrm>
            <a:off x="2286000" y="2039050"/>
            <a:ext cx="1524000" cy="0"/>
          </a:xfrm>
          <a:prstGeom prst="line">
            <a:avLst/>
          </a:prstGeom>
          <a:noFill/>
          <a:ln w="12700">
            <a:solidFill>
              <a:schemeClr val="tx1"/>
            </a:solidFill>
            <a:round/>
          </a:ln>
          <a:effectLst/>
        </p:spPr>
      </p:cxnSp>
      <p:sp>
        <p:nvSpPr>
          <p:cNvPr id="2" name="Education heading 9">
            <a:extLst>
              <a:ext uri="{FF2B5EF4-FFF2-40B4-BE49-F238E27FC236}">
                <a16:creationId xmlns:a16="http://schemas.microsoft.com/office/drawing/2014/main" id="{1FD8F504-46E4-155F-8089-722C75F57C44}"/>
              </a:ext>
            </a:extLst>
          </p:cNvPr>
          <p:cNvSpPr>
            <a:spLocks noGrp="1"/>
          </p:cNvSpPr>
          <p:nvPr>
            <p:ph type="body" sz="quarter" idx="24" hasCustomPrompt="1"/>
          </p:nvPr>
        </p:nvSpPr>
        <p:spPr>
          <a:xfrm>
            <a:off x="766618" y="2171195"/>
            <a:ext cx="1271016" cy="176230"/>
          </a:xfrm>
          <a:prstGeom prst="rect">
            <a:avLst/>
          </a:prstGeom>
        </p:spPr>
        <p:txBody>
          <a:bodyPr lIns="0" tIns="0" rIns="0" bIns="0"/>
          <a:lstStyle>
            <a:lvl1pPr marL="0" marR="0" indent="0" algn="l" defTabSz="914400" rtl="0" eaLnBrk="1" fontAlgn="auto" latinLnBrk="0" hangingPunct="1">
              <a:lnSpc>
                <a:spcPct val="100000"/>
              </a:lnSpc>
              <a:spcBef>
                <a:spcPct val="0"/>
              </a:spcBef>
              <a:spcAft>
                <a:spcPct val="0"/>
              </a:spcAft>
              <a:buClrTx/>
              <a:buSzTx/>
              <a:buFont typeface="Arial" pitchFamily="34" charset="0"/>
              <a:buNone/>
              <a:defRPr sz="1200" b="1">
                <a:solidFill>
                  <a:srgbClr val="5236AB"/>
                </a:solidFill>
                <a:latin typeface="+mj-lt"/>
              </a:defRPr>
            </a:lvl1pPr>
          </a:lstStyle>
          <a:p>
            <a:pPr marL="0" marR="0" lvl="0" indent="0" algn="l" defTabSz="914400" rtl="0" eaLnBrk="1" fontAlgn="auto" latinLnBrk="0" hangingPunct="1">
              <a:lnSpc>
                <a:spcPct val="100000"/>
              </a:lnSpc>
              <a:spcBef>
                <a:spcPct val="0"/>
              </a:spcBef>
              <a:spcAft>
                <a:spcPct val="0"/>
              </a:spcAft>
              <a:buClrTx/>
              <a:buSzTx/>
              <a:buFont typeface="Arial" pitchFamily="34" charset="0"/>
              <a:buNone/>
              <a:defRPr/>
            </a:pPr>
            <a:r>
              <a:rPr lang="en-US" sz="1200" b="1" noProof="0">
                <a:solidFill>
                  <a:srgbClr val="5135AA"/>
                </a:solidFill>
                <a:effectLst/>
                <a:latin typeface="Arial" pitchFamily="34" charset="0"/>
              </a:rPr>
              <a:t>Education</a:t>
            </a:r>
            <a:endParaRPr lang="en-US" noProof="0"/>
          </a:p>
        </p:txBody>
      </p:sp>
      <p:sp>
        <p:nvSpPr>
          <p:cNvPr id="33" name="Education placeholder 10">
            <a:extLst>
              <a:ext uri="{FF2B5EF4-FFF2-40B4-BE49-F238E27FC236}">
                <a16:creationId xmlns:a16="http://schemas.microsoft.com/office/drawing/2014/main" id="{0E6E6EE5-3E45-724C-B03C-6AF0B9F54EB7}"/>
              </a:ext>
            </a:extLst>
          </p:cNvPr>
          <p:cNvSpPr>
            <a:spLocks noGrp="1"/>
          </p:cNvSpPr>
          <p:nvPr>
            <p:ph type="body" sz="quarter" idx="17" hasCustomPrompt="1"/>
          </p:nvPr>
        </p:nvSpPr>
        <p:spPr>
          <a:xfrm>
            <a:off x="767409" y="2397065"/>
            <a:ext cx="1271016" cy="905256"/>
          </a:xfrm>
          <a:prstGeom prst="rect">
            <a:avLst/>
          </a:prstGeom>
        </p:spPr>
        <p:txBody>
          <a:bodyPr lIns="0" tIns="0" rIns="0" bIns="0"/>
          <a:lstStyle>
            <a:lvl1pPr marL="0">
              <a:lnSpc>
                <a:spcPct val="100000"/>
              </a:lnSpc>
              <a:spcBef>
                <a:spcPct val="0"/>
              </a:spcBef>
              <a:spcAft>
                <a:spcPts val="300"/>
              </a:spcAft>
              <a:buNone/>
              <a:defRPr sz="1000" b="0">
                <a:solidFill>
                  <a:schemeClr val="tx1"/>
                </a:solidFill>
              </a:defRPr>
            </a:lvl1pPr>
          </a:lstStyle>
          <a:p>
            <a:pPr lvl="0"/>
            <a:r>
              <a:rPr lang="en-US" noProof="0"/>
              <a:t>Text</a:t>
            </a:r>
          </a:p>
        </p:txBody>
      </p:sp>
      <p:sp>
        <p:nvSpPr>
          <p:cNvPr id="5" name="Trainings and Certifications heading 11">
            <a:extLst>
              <a:ext uri="{FF2B5EF4-FFF2-40B4-BE49-F238E27FC236}">
                <a16:creationId xmlns:a16="http://schemas.microsoft.com/office/drawing/2014/main" id="{3B4038C1-CF32-5E8E-A8EC-A1AA657A5CE7}"/>
              </a:ext>
            </a:extLst>
          </p:cNvPr>
          <p:cNvSpPr>
            <a:spLocks noGrp="1"/>
          </p:cNvSpPr>
          <p:nvPr>
            <p:ph type="body" sz="quarter" idx="26" hasCustomPrompt="1"/>
          </p:nvPr>
        </p:nvSpPr>
        <p:spPr>
          <a:xfrm>
            <a:off x="766618" y="3355559"/>
            <a:ext cx="1271016" cy="369332"/>
          </a:xfrm>
          <a:prstGeom prst="rect">
            <a:avLst/>
          </a:prstGeom>
        </p:spPr>
        <p:txBody>
          <a:bodyPr lIns="0" tIns="0" rIns="0" bIns="0">
            <a:spAutoFit/>
          </a:bodyPr>
          <a:lstStyle>
            <a:lvl1pPr marL="0" marR="0" indent="0" algn="l" defTabSz="914400" rtl="0" eaLnBrk="1" fontAlgn="auto" latinLnBrk="0" hangingPunct="1">
              <a:lnSpc>
                <a:spcPct val="100000"/>
              </a:lnSpc>
              <a:spcBef>
                <a:spcPct val="0"/>
              </a:spcBef>
              <a:spcAft>
                <a:spcPct val="0"/>
              </a:spcAft>
              <a:buClrTx/>
              <a:buSzTx/>
              <a:buFont typeface="Arial" pitchFamily="34" charset="0"/>
              <a:buNone/>
              <a:defRPr sz="1200" b="1">
                <a:solidFill>
                  <a:srgbClr val="5236AB"/>
                </a:solidFill>
                <a:latin typeface="+mj-lt"/>
              </a:defRPr>
            </a:lvl1pPr>
          </a:lstStyle>
          <a:p>
            <a:pPr marL="0" marR="0" lvl="0" indent="0" algn="l" defTabSz="914400" rtl="0" eaLnBrk="1" fontAlgn="auto" latinLnBrk="0" hangingPunct="1">
              <a:lnSpc>
                <a:spcPct val="100000"/>
              </a:lnSpc>
              <a:spcBef>
                <a:spcPct val="0"/>
              </a:spcBef>
              <a:spcAft>
                <a:spcPct val="0"/>
              </a:spcAft>
              <a:buClrTx/>
              <a:buSzTx/>
              <a:buFont typeface="Arial" pitchFamily="34" charset="0"/>
              <a:buNone/>
              <a:defRPr/>
            </a:pPr>
            <a:r>
              <a:rPr lang="en-US" sz="1200" b="1" noProof="0">
                <a:solidFill>
                  <a:srgbClr val="5135AA"/>
                </a:solidFill>
                <a:effectLst/>
                <a:latin typeface="Arial" pitchFamily="34" charset="0"/>
              </a:rPr>
              <a:t>Trainings and certifications</a:t>
            </a:r>
          </a:p>
        </p:txBody>
      </p:sp>
      <p:sp>
        <p:nvSpPr>
          <p:cNvPr id="6" name="Trainings and Certifications placeholder 12">
            <a:extLst>
              <a:ext uri="{FF2B5EF4-FFF2-40B4-BE49-F238E27FC236}">
                <a16:creationId xmlns:a16="http://schemas.microsoft.com/office/drawing/2014/main" id="{DE764737-C8EE-6D98-6071-BDC90207FC65}"/>
              </a:ext>
            </a:extLst>
          </p:cNvPr>
          <p:cNvSpPr>
            <a:spLocks noGrp="1"/>
          </p:cNvSpPr>
          <p:nvPr>
            <p:ph type="body" sz="quarter" idx="27" hasCustomPrompt="1"/>
          </p:nvPr>
        </p:nvSpPr>
        <p:spPr>
          <a:xfrm>
            <a:off x="767409" y="3770628"/>
            <a:ext cx="1271016" cy="905256"/>
          </a:xfrm>
          <a:prstGeom prst="rect">
            <a:avLst/>
          </a:prstGeom>
        </p:spPr>
        <p:txBody>
          <a:bodyPr lIns="0" tIns="0" rIns="0" bIns="0"/>
          <a:lstStyle>
            <a:lvl1pPr marL="0">
              <a:lnSpc>
                <a:spcPct val="100000"/>
              </a:lnSpc>
              <a:spcBef>
                <a:spcPct val="0"/>
              </a:spcBef>
              <a:spcAft>
                <a:spcPts val="300"/>
              </a:spcAft>
              <a:buNone/>
              <a:defRPr sz="1000" b="0">
                <a:solidFill>
                  <a:schemeClr val="tx1"/>
                </a:solidFill>
              </a:defRPr>
            </a:lvl1pPr>
          </a:lstStyle>
          <a:p>
            <a:pPr lvl="0"/>
            <a:r>
              <a:rPr lang="en-US" noProof="0"/>
              <a:t>Text</a:t>
            </a:r>
          </a:p>
        </p:txBody>
      </p:sp>
      <p:sp>
        <p:nvSpPr>
          <p:cNvPr id="7" name="Industry Experience heading 13">
            <a:extLst>
              <a:ext uri="{FF2B5EF4-FFF2-40B4-BE49-F238E27FC236}">
                <a16:creationId xmlns:a16="http://schemas.microsoft.com/office/drawing/2014/main" id="{C5F521A6-3EB1-E1C7-732A-10CFF53ADBFA}"/>
              </a:ext>
            </a:extLst>
          </p:cNvPr>
          <p:cNvSpPr>
            <a:spLocks noGrp="1"/>
          </p:cNvSpPr>
          <p:nvPr>
            <p:ph type="body" sz="quarter" idx="28" hasCustomPrompt="1"/>
          </p:nvPr>
        </p:nvSpPr>
        <p:spPr>
          <a:xfrm>
            <a:off x="766618" y="4718174"/>
            <a:ext cx="1271016" cy="369332"/>
          </a:xfrm>
          <a:prstGeom prst="rect">
            <a:avLst/>
          </a:prstGeom>
        </p:spPr>
        <p:txBody>
          <a:bodyPr lIns="0" tIns="0" rIns="0" bIns="0">
            <a:spAutoFit/>
          </a:bodyPr>
          <a:lstStyle>
            <a:lvl1pPr marL="0" marR="0" indent="0" algn="l" defTabSz="914400" rtl="0" eaLnBrk="1" fontAlgn="auto" latinLnBrk="0" hangingPunct="1">
              <a:lnSpc>
                <a:spcPct val="100000"/>
              </a:lnSpc>
              <a:spcBef>
                <a:spcPct val="0"/>
              </a:spcBef>
              <a:spcAft>
                <a:spcPct val="0"/>
              </a:spcAft>
              <a:buClrTx/>
              <a:buSzTx/>
              <a:buFont typeface="Arial" pitchFamily="34" charset="0"/>
              <a:buNone/>
              <a:defRPr sz="1200" b="1">
                <a:solidFill>
                  <a:srgbClr val="5236AB"/>
                </a:solidFill>
                <a:latin typeface="+mj-lt"/>
              </a:defRPr>
            </a:lvl1pPr>
          </a:lstStyle>
          <a:p>
            <a:pPr marL="0" marR="0" lvl="0" indent="0" algn="l" defTabSz="914400" rtl="0" eaLnBrk="1" fontAlgn="auto" latinLnBrk="0" hangingPunct="1">
              <a:lnSpc>
                <a:spcPct val="100000"/>
              </a:lnSpc>
              <a:spcBef>
                <a:spcPct val="0"/>
              </a:spcBef>
              <a:spcAft>
                <a:spcPct val="0"/>
              </a:spcAft>
              <a:buClrTx/>
              <a:buSzTx/>
              <a:buFont typeface="Arial" pitchFamily="34" charset="0"/>
              <a:buNone/>
              <a:defRPr/>
            </a:pPr>
            <a:r>
              <a:rPr lang="en-US" sz="1200" b="1" noProof="0">
                <a:solidFill>
                  <a:srgbClr val="5135AA"/>
                </a:solidFill>
                <a:effectLst/>
                <a:latin typeface="Arial" pitchFamily="34" charset="0"/>
              </a:rPr>
              <a:t>Industry experience </a:t>
            </a:r>
          </a:p>
        </p:txBody>
      </p:sp>
      <p:sp>
        <p:nvSpPr>
          <p:cNvPr id="8" name="Industry Experience placeholder 14">
            <a:extLst>
              <a:ext uri="{FF2B5EF4-FFF2-40B4-BE49-F238E27FC236}">
                <a16:creationId xmlns:a16="http://schemas.microsoft.com/office/drawing/2014/main" id="{7915FE71-ED13-F277-0F2A-FF9B823EBB58}"/>
              </a:ext>
            </a:extLst>
          </p:cNvPr>
          <p:cNvSpPr>
            <a:spLocks noGrp="1"/>
          </p:cNvSpPr>
          <p:nvPr>
            <p:ph type="body" sz="quarter" idx="29" hasCustomPrompt="1"/>
          </p:nvPr>
        </p:nvSpPr>
        <p:spPr>
          <a:xfrm>
            <a:off x="767409" y="5143529"/>
            <a:ext cx="1271016" cy="928087"/>
          </a:xfrm>
          <a:prstGeom prst="rect">
            <a:avLst/>
          </a:prstGeom>
        </p:spPr>
        <p:txBody>
          <a:bodyPr lIns="0" tIns="0" rIns="0" bIns="0"/>
          <a:lstStyle>
            <a:lvl1pPr marL="0">
              <a:lnSpc>
                <a:spcPct val="100000"/>
              </a:lnSpc>
              <a:spcBef>
                <a:spcPct val="0"/>
              </a:spcBef>
              <a:spcAft>
                <a:spcPts val="300"/>
              </a:spcAft>
              <a:buNone/>
              <a:defRPr sz="1000" b="0">
                <a:solidFill>
                  <a:schemeClr val="tx1"/>
                </a:solidFill>
              </a:defRPr>
            </a:lvl1pPr>
          </a:lstStyle>
          <a:p>
            <a:pPr lvl="0"/>
            <a:r>
              <a:rPr lang="en-US" noProof="0"/>
              <a:t>Text</a:t>
            </a:r>
          </a:p>
        </p:txBody>
      </p:sp>
      <p:sp>
        <p:nvSpPr>
          <p:cNvPr id="27" name="Profile heading 5">
            <a:extLst>
              <a:ext uri="{FF2B5EF4-FFF2-40B4-BE49-F238E27FC236}">
                <a16:creationId xmlns:a16="http://schemas.microsoft.com/office/drawing/2014/main" id="{FBFE1A4F-1319-5F40-82D6-46309EFFB0F2}"/>
              </a:ext>
            </a:extLst>
          </p:cNvPr>
          <p:cNvSpPr>
            <a:spLocks noGrp="1"/>
          </p:cNvSpPr>
          <p:nvPr>
            <p:ph type="body" sz="quarter" idx="20" hasCustomPrompt="1"/>
          </p:nvPr>
        </p:nvSpPr>
        <p:spPr>
          <a:xfrm>
            <a:off x="2295992" y="2176272"/>
            <a:ext cx="9115474" cy="173736"/>
          </a:xfrm>
          <a:prstGeom prst="rect">
            <a:avLst/>
          </a:prstGeom>
        </p:spPr>
        <p:txBody>
          <a:bodyPr lIns="0" tIns="0" rIns="0" bIns="0"/>
          <a:lstStyle>
            <a:lvl1pPr marL="0" indent="0">
              <a:spcBef>
                <a:spcPct val="0"/>
              </a:spcBef>
              <a:buNone/>
              <a:defRPr sz="1200" b="1">
                <a:solidFill>
                  <a:srgbClr val="5236AB"/>
                </a:solidFill>
                <a:latin typeface="+mj-lt"/>
              </a:defRPr>
            </a:lvl1pPr>
          </a:lstStyle>
          <a:p>
            <a:r>
              <a:rPr lang="en-US" noProof="0"/>
              <a:t>Profile</a:t>
            </a:r>
          </a:p>
        </p:txBody>
      </p:sp>
      <p:sp>
        <p:nvSpPr>
          <p:cNvPr id="29" name="Profile text Placeholder 6">
            <a:extLst>
              <a:ext uri="{FF2B5EF4-FFF2-40B4-BE49-F238E27FC236}">
                <a16:creationId xmlns:a16="http://schemas.microsoft.com/office/drawing/2014/main" id="{EE8A863E-8FBF-724E-80FA-10640EBD0C4C}"/>
              </a:ext>
            </a:extLst>
          </p:cNvPr>
          <p:cNvSpPr>
            <a:spLocks noGrp="1"/>
          </p:cNvSpPr>
          <p:nvPr>
            <p:ph type="body" sz="quarter" idx="19" hasCustomPrompt="1"/>
          </p:nvPr>
        </p:nvSpPr>
        <p:spPr>
          <a:xfrm>
            <a:off x="2295992" y="2397784"/>
            <a:ext cx="9116568" cy="903855"/>
          </a:xfrm>
          <a:prstGeom prst="rect">
            <a:avLst/>
          </a:prstGeom>
        </p:spPr>
        <p:txBody>
          <a:bodyPr lIns="0" tIns="0" rIns="0" bIns="0"/>
          <a:lstStyle>
            <a:lvl1pPr marL="0" indent="-102625">
              <a:lnSpc>
                <a:spcPct val="140000"/>
              </a:lnSpc>
              <a:spcBef>
                <a:spcPct val="0"/>
              </a:spcBef>
              <a:buFont typeface="Arial" pitchFamily="34" charset="0"/>
              <a:buNone/>
              <a:defRPr sz="1000" b="0">
                <a:solidFill>
                  <a:schemeClr val="tx1"/>
                </a:solidFill>
              </a:defRPr>
            </a:lvl1pPr>
          </a:lstStyle>
          <a:p>
            <a:pPr lvl="0"/>
            <a:r>
              <a:rPr lang="en-US" noProof="0"/>
              <a:t>Text</a:t>
            </a:r>
          </a:p>
        </p:txBody>
      </p:sp>
      <p:sp>
        <p:nvSpPr>
          <p:cNvPr id="28" name="CGI experience heading 7">
            <a:extLst>
              <a:ext uri="{FF2B5EF4-FFF2-40B4-BE49-F238E27FC236}">
                <a16:creationId xmlns:a16="http://schemas.microsoft.com/office/drawing/2014/main" id="{2DF68F94-DB4D-3642-8310-76BAD8D95A68}"/>
              </a:ext>
            </a:extLst>
          </p:cNvPr>
          <p:cNvSpPr>
            <a:spLocks noGrp="1"/>
          </p:cNvSpPr>
          <p:nvPr>
            <p:ph type="body" sz="quarter" idx="22" hasCustomPrompt="1"/>
          </p:nvPr>
        </p:nvSpPr>
        <p:spPr>
          <a:xfrm>
            <a:off x="2295992" y="3350482"/>
            <a:ext cx="9115474" cy="173736"/>
          </a:xfrm>
          <a:prstGeom prst="rect">
            <a:avLst/>
          </a:prstGeom>
          <a:noFill/>
        </p:spPr>
        <p:txBody>
          <a:bodyPr lIns="0" tIns="0" rIns="0" bIns="0"/>
          <a:lstStyle>
            <a:lvl1pPr marL="0" indent="0">
              <a:spcBef>
                <a:spcPct val="0"/>
              </a:spcBef>
              <a:buFont typeface="Arial" pitchFamily="34" charset="0"/>
              <a:buNone/>
              <a:defRPr sz="1200" b="1">
                <a:solidFill>
                  <a:srgbClr val="5236AB"/>
                </a:solidFill>
                <a:latin typeface="+mj-lt"/>
              </a:defRPr>
            </a:lvl1pPr>
          </a:lstStyle>
          <a:p>
            <a:pPr indent="0">
              <a:buFont typeface="Arial" pitchFamily="34" charset="0"/>
              <a:buNone/>
            </a:pPr>
            <a:r>
              <a:rPr lang="en-US" noProof="0"/>
              <a:t>CGI Experience</a:t>
            </a:r>
            <a:endParaRPr lang="en-US" sz="1200" b="1" noProof="0">
              <a:solidFill>
                <a:schemeClr val="accent3"/>
              </a:solidFill>
            </a:endParaRPr>
          </a:p>
        </p:txBody>
      </p:sp>
      <p:sp>
        <p:nvSpPr>
          <p:cNvPr id="12" name="CGI experience placeholder 8">
            <a:extLst>
              <a:ext uri="{FF2B5EF4-FFF2-40B4-BE49-F238E27FC236}">
                <a16:creationId xmlns:a16="http://schemas.microsoft.com/office/drawing/2014/main" id="{3ED21DB0-6FD4-6DC8-7B82-36996F4C90D9}"/>
              </a:ext>
            </a:extLst>
          </p:cNvPr>
          <p:cNvSpPr>
            <a:spLocks noGrp="1"/>
          </p:cNvSpPr>
          <p:nvPr>
            <p:ph type="body" sz="quarter" idx="30" hasCustomPrompt="1"/>
          </p:nvPr>
        </p:nvSpPr>
        <p:spPr>
          <a:xfrm>
            <a:off x="2295144" y="3562212"/>
            <a:ext cx="9116568" cy="2509404"/>
          </a:xfrm>
          <a:prstGeom prst="rect">
            <a:avLst/>
          </a:prstGeom>
          <a:noFill/>
        </p:spPr>
        <p:txBody>
          <a:bodyPr lIns="0" tIns="0" rIns="0" bIns="0" numCol="2"/>
          <a:lstStyle>
            <a:lvl1pPr marL="0" indent="0">
              <a:lnSpc>
                <a:spcPct val="140000"/>
              </a:lnSpc>
              <a:spcBef>
                <a:spcPts val="0"/>
              </a:spcBef>
              <a:buFont typeface="Arial" panose="020B0604020202020204" pitchFamily="34" charset="0"/>
              <a:buNone/>
              <a:defRPr sz="1000">
                <a:solidFill>
                  <a:srgbClr val="E31937"/>
                </a:solidFill>
              </a:defRPr>
            </a:lvl1pPr>
            <a:lvl2pPr marL="169863" indent="-169863">
              <a:lnSpc>
                <a:spcPct val="140000"/>
              </a:lnSpc>
              <a:spcBef>
                <a:spcPts val="0"/>
              </a:spcBef>
              <a:buFont typeface="Arial" panose="020B0604020202020204" pitchFamily="34" charset="0"/>
              <a:buChar char="•"/>
              <a:defRPr sz="1000"/>
            </a:lvl2pPr>
            <a:lvl3pPr marL="457200" indent="-223838">
              <a:lnSpc>
                <a:spcPct val="140000"/>
              </a:lnSpc>
              <a:spcBef>
                <a:spcPts val="0"/>
              </a:spcBef>
              <a:buFont typeface="Arial" panose="020B0604020202020204" pitchFamily="34" charset="0"/>
              <a:buChar char="─"/>
              <a:defRPr sz="1000"/>
            </a:lvl3pPr>
          </a:lstStyle>
          <a:p>
            <a:pPr lvl="0"/>
            <a:r>
              <a:rPr lang="en-US" noProof="0"/>
              <a:t>Client, Project description (Dates mm/</a:t>
            </a:r>
            <a:r>
              <a:rPr lang="en-US" noProof="0" err="1"/>
              <a:t>yy</a:t>
            </a:r>
            <a:r>
              <a:rPr lang="en-US" noProof="0"/>
              <a:t> to mm/</a:t>
            </a:r>
            <a:r>
              <a:rPr lang="en-US" noProof="0" err="1"/>
              <a:t>yy</a:t>
            </a:r>
            <a:r>
              <a:rPr lang="en-US" noProof="0"/>
              <a:t>)</a:t>
            </a:r>
          </a:p>
          <a:p>
            <a:pPr lvl="1"/>
            <a:r>
              <a:rPr lang="en-US" noProof="0"/>
              <a:t>Provide a brief project description or your tasks in a short paragraph</a:t>
            </a:r>
          </a:p>
          <a:p>
            <a:pPr lvl="2"/>
            <a:r>
              <a:rPr lang="en-US" noProof="0"/>
              <a:t>Third level</a:t>
            </a:r>
          </a:p>
        </p:txBody>
      </p:sp>
      <p:pic>
        <p:nvPicPr>
          <p:cNvPr id="18" name="CGI Logo">
            <a:extLst>
              <a:ext uri="{FF2B5EF4-FFF2-40B4-BE49-F238E27FC236}">
                <a16:creationId xmlns:a16="http://schemas.microsoft.com/office/drawing/2014/main" id="{8B094C90-E1A2-9948-AB43-B471059D60B2}"/>
              </a:ext>
              <a:ext uri="{C183D7F6-B498-43B3-948B-1728B52AA6E4}">
                <adec:decorative xmlns:adec="http://schemas.microsoft.com/office/drawing/2017/decorative" val="1"/>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0668000" y="6123539"/>
            <a:ext cx="773004" cy="359708"/>
          </a:xfrm>
          <a:prstGeom prst="rect">
            <a:avLst/>
          </a:prstGeom>
          <a:solidFill>
            <a:schemeClr val="bg1"/>
          </a:solidFill>
        </p:spPr>
      </p:pic>
      <p:sp>
        <p:nvSpPr>
          <p:cNvPr id="9" name="Footer Placeholder 8">
            <a:extLst>
              <a:ext uri="{FF2B5EF4-FFF2-40B4-BE49-F238E27FC236}">
                <a16:creationId xmlns:a16="http://schemas.microsoft.com/office/drawing/2014/main" id="{BDC0B927-1636-F1BA-BE47-8BD02F852C75}"/>
              </a:ext>
              <a:ext uri="{C183D7F6-B498-43B3-948B-1728B52AA6E4}">
                <adec:decorative xmlns:adec="http://schemas.microsoft.com/office/drawing/2017/decorative" val="1"/>
              </a:ext>
            </a:extLst>
          </p:cNvPr>
          <p:cNvSpPr>
            <a:spLocks noGrp="1"/>
          </p:cNvSpPr>
          <p:nvPr>
            <p:ph type="ftr" sz="quarter" idx="32"/>
          </p:nvPr>
        </p:nvSpPr>
        <p:spPr/>
        <p:txBody>
          <a:bodyPr/>
          <a:lstStyle/>
          <a:p>
            <a:endParaRPr lang="en-US" noProof="0"/>
          </a:p>
        </p:txBody>
      </p:sp>
      <p:sp>
        <p:nvSpPr>
          <p:cNvPr id="3" name="Slide Number Placeholder 16">
            <a:extLst>
              <a:ext uri="{FF2B5EF4-FFF2-40B4-BE49-F238E27FC236}">
                <a16:creationId xmlns:a16="http://schemas.microsoft.com/office/drawing/2014/main" id="{CE0B31F8-A870-7693-D541-9C870D5181B2}"/>
              </a:ext>
              <a:ext uri="{C183D7F6-B498-43B3-948B-1728B52AA6E4}">
                <adec:decorative xmlns:adec="http://schemas.microsoft.com/office/drawing/2017/decorative" val="1"/>
              </a:ext>
            </a:extLst>
          </p:cNvPr>
          <p:cNvSpPr>
            <a:spLocks noGrp="1"/>
          </p:cNvSpPr>
          <p:nvPr>
            <p:ph type="sldNum" sz="quarter" idx="40"/>
          </p:nvPr>
        </p:nvSpPr>
        <p:spPr>
          <a:xfrm>
            <a:off x="11162244" y="6967728"/>
            <a:ext cx="261660" cy="137160"/>
          </a:xfrm>
        </p:spPr>
        <p:txBody>
          <a:bodyPr/>
          <a:lstStyle/>
          <a:p>
            <a:fld id="{525A3C56-E491-49B2-93F3-63532DF516BC}" type="slidenum">
              <a:rPr lang="en-US" noProof="0" smtClean="0"/>
              <a:pPr/>
              <a:t>‹n°›</a:t>
            </a:fld>
            <a:endParaRPr lang="en-US" noProof="0"/>
          </a:p>
        </p:txBody>
      </p:sp>
    </p:spTree>
    <p:extLst>
      <p:ext uri="{BB962C8B-B14F-4D97-AF65-F5344CB8AC3E}">
        <p14:creationId xmlns:p14="http://schemas.microsoft.com/office/powerpoint/2010/main" val="4280722862"/>
      </p:ext>
    </p:extLst>
  </p:cSld>
  <p:clrMapOvr>
    <a:masterClrMapping/>
  </p:clrMapOvr>
  <p:transition/>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CV/Resume slide – Layout 2B">
    <p:spTree>
      <p:nvGrpSpPr>
        <p:cNvPr id="1" name=""/>
        <p:cNvGrpSpPr/>
        <p:nvPr/>
      </p:nvGrpSpPr>
      <p:grpSpPr>
        <a:xfrm>
          <a:off x="0" y="0"/>
          <a:ext cx="0" cy="0"/>
          <a:chOff x="0" y="0"/>
          <a:chExt cx="0" cy="0"/>
        </a:xfrm>
      </p:grpSpPr>
      <p:sp>
        <p:nvSpPr>
          <p:cNvPr id="26" name="Title 1">
            <a:extLst>
              <a:ext uri="{FF2B5EF4-FFF2-40B4-BE49-F238E27FC236}">
                <a16:creationId xmlns:a16="http://schemas.microsoft.com/office/drawing/2014/main" id="{EC2A7C9A-86BC-42EC-9662-AAB1B6F0FB07}"/>
              </a:ext>
            </a:extLst>
          </p:cNvPr>
          <p:cNvSpPr>
            <a:spLocks noGrp="1"/>
          </p:cNvSpPr>
          <p:nvPr>
            <p:ph type="title" hasCustomPrompt="1"/>
          </p:nvPr>
        </p:nvSpPr>
        <p:spPr>
          <a:xfrm>
            <a:off x="2293112" y="685800"/>
            <a:ext cx="6839712" cy="530352"/>
          </a:xfrm>
        </p:spPr>
        <p:txBody>
          <a:bodyPr>
            <a:noAutofit/>
          </a:bodyPr>
          <a:lstStyle>
            <a:lvl1pPr marL="0" indent="0">
              <a:buFont typeface="Arial" panose="020B0604020202020204" pitchFamily="34" charset="0"/>
              <a:buNone/>
              <a:defRPr sz="2800">
                <a:solidFill>
                  <a:schemeClr val="tx1"/>
                </a:solidFill>
                <a:latin typeface="+mj-lt"/>
              </a:defRPr>
            </a:lvl1pPr>
          </a:lstStyle>
          <a:p>
            <a:r>
              <a:rPr lang="en-US" noProof="0"/>
              <a:t>CV/Resume layout 2B – click to add name</a:t>
            </a:r>
          </a:p>
        </p:txBody>
      </p:sp>
      <p:sp>
        <p:nvSpPr>
          <p:cNvPr id="3" name="Cornerstone">
            <a:extLst>
              <a:ext uri="{FF2B5EF4-FFF2-40B4-BE49-F238E27FC236}">
                <a16:creationId xmlns:a16="http://schemas.microsoft.com/office/drawing/2014/main" id="{20503735-E700-A08F-CA56-1716FA65B6B7}"/>
              </a:ext>
              <a:ext uri="{C183D7F6-B498-43B3-948B-1728B52AA6E4}">
                <adec:decorative xmlns:adec="http://schemas.microsoft.com/office/drawing/2017/decorative" val="1"/>
              </a:ext>
            </a:extLst>
          </p:cNvPr>
          <p:cNvSpPr>
            <a:spLocks noChangeAspect="1"/>
          </p:cNvSpPr>
          <p:nvPr userDrawn="1"/>
        </p:nvSpPr>
        <p:spPr bwMode="gray">
          <a:xfrm rot="16200000">
            <a:off x="10119233" y="770932"/>
            <a:ext cx="1307399" cy="1307398"/>
          </a:xfrm>
          <a:custGeom>
            <a:avLst/>
            <a:gdLst>
              <a:gd name="connsiteX0" fmla="*/ 0 w 3168353"/>
              <a:gd name="connsiteY0" fmla="*/ 3168352 h 3168352"/>
              <a:gd name="connsiteX1" fmla="*/ 0 w 3168353"/>
              <a:gd name="connsiteY1" fmla="*/ 1902429 h 3168352"/>
              <a:gd name="connsiteX2" fmla="*/ 1902430 w 3168353"/>
              <a:gd name="connsiteY2" fmla="*/ 1902429 h 3168352"/>
              <a:gd name="connsiteX3" fmla="*/ 1902430 w 3168353"/>
              <a:gd name="connsiteY3" fmla="*/ 0 h 3168352"/>
              <a:gd name="connsiteX4" fmla="*/ 3168353 w 3168353"/>
              <a:gd name="connsiteY4" fmla="*/ 0 h 3168352"/>
              <a:gd name="connsiteX5" fmla="*/ 3168353 w 3168353"/>
              <a:gd name="connsiteY5" fmla="*/ 3168352 h 3168352"/>
              <a:gd name="connsiteX6" fmla="*/ 1902430 w 3168353"/>
              <a:gd name="connsiteY6" fmla="*/ 3168352 h 3168352"/>
              <a:gd name="connsiteX7" fmla="*/ 1902430 w 3168353"/>
              <a:gd name="connsiteY7" fmla="*/ 3168352 h 31683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168353" h="3168352">
                <a:moveTo>
                  <a:pt x="0" y="3168352"/>
                </a:moveTo>
                <a:lnTo>
                  <a:pt x="0" y="1902429"/>
                </a:lnTo>
                <a:lnTo>
                  <a:pt x="1902430" y="1902429"/>
                </a:lnTo>
                <a:lnTo>
                  <a:pt x="1902430" y="0"/>
                </a:lnTo>
                <a:lnTo>
                  <a:pt x="3168353" y="0"/>
                </a:lnTo>
                <a:lnTo>
                  <a:pt x="3168353" y="3168352"/>
                </a:lnTo>
                <a:lnTo>
                  <a:pt x="1902430" y="3168352"/>
                </a:lnTo>
                <a:lnTo>
                  <a:pt x="1902430" y="3168352"/>
                </a:lnTo>
                <a:close/>
              </a:path>
            </a:pathLst>
          </a:custGeom>
          <a:gradFill>
            <a:gsLst>
              <a:gs pos="0">
                <a:srgbClr val="FFCDD2"/>
              </a:gs>
              <a:gs pos="33000">
                <a:srgbClr val="FF6A00"/>
              </a:gs>
              <a:gs pos="66000">
                <a:srgbClr val="E31937"/>
              </a:gs>
              <a:gs pos="100000">
                <a:srgbClr val="991F3D"/>
              </a:gs>
            </a:gsLst>
            <a:lin ang="5400000" scaled="0"/>
          </a:gradFill>
        </p:spPr>
        <p:txBody>
          <a:bodyPr vert="horz" wrap="square" lIns="0" tIns="0" rIns="0" bIns="0" rtlCol="0" anchor="t" anchorCtr="0">
            <a:normAutofit/>
          </a:bodyPr>
          <a:lstStyle/>
          <a:p>
            <a:pPr lvl="0"/>
            <a:endParaRPr lang="en-US" noProof="0"/>
          </a:p>
        </p:txBody>
      </p:sp>
      <p:sp>
        <p:nvSpPr>
          <p:cNvPr id="20" name="Picture Placeholder 2" descr="Photograph of Name (person the slide is referencing)">
            <a:extLst>
              <a:ext uri="{FF2B5EF4-FFF2-40B4-BE49-F238E27FC236}">
                <a16:creationId xmlns:a16="http://schemas.microsoft.com/office/drawing/2014/main" id="{E1DAC4B7-C35F-7044-83C8-D938420F6B74}"/>
              </a:ext>
            </a:extLst>
          </p:cNvPr>
          <p:cNvSpPr>
            <a:spLocks noGrp="1"/>
          </p:cNvSpPr>
          <p:nvPr>
            <p:ph type="pic" sz="quarter" idx="11"/>
          </p:nvPr>
        </p:nvSpPr>
        <p:spPr>
          <a:xfrm>
            <a:off x="766763" y="770931"/>
            <a:ext cx="1268099" cy="1268099"/>
          </a:xfrm>
          <a:prstGeom prst="rect">
            <a:avLst/>
          </a:prstGeom>
        </p:spPr>
        <p:txBody>
          <a:bodyPr/>
          <a:lstStyle>
            <a:lvl1pPr marL="0" indent="0">
              <a:buNone/>
              <a:defRPr sz="1400"/>
            </a:lvl1pPr>
          </a:lstStyle>
          <a:p>
            <a:r>
              <a:rPr lang="fr-CA" noProof="0"/>
              <a:t>Cliquez sur l'icône pour ajouter une image</a:t>
            </a:r>
            <a:endParaRPr lang="en-US" noProof="0"/>
          </a:p>
        </p:txBody>
      </p:sp>
      <p:sp>
        <p:nvSpPr>
          <p:cNvPr id="22" name="Job Title Placeholder 3">
            <a:extLst>
              <a:ext uri="{FF2B5EF4-FFF2-40B4-BE49-F238E27FC236}">
                <a16:creationId xmlns:a16="http://schemas.microsoft.com/office/drawing/2014/main" id="{EF63D75B-27D2-1A46-8CF6-000336CAFAEB}"/>
              </a:ext>
            </a:extLst>
          </p:cNvPr>
          <p:cNvSpPr>
            <a:spLocks noGrp="1"/>
          </p:cNvSpPr>
          <p:nvPr>
            <p:ph type="body" sz="quarter" idx="14" hasCustomPrompt="1"/>
          </p:nvPr>
        </p:nvSpPr>
        <p:spPr>
          <a:xfrm>
            <a:off x="2295992" y="1390015"/>
            <a:ext cx="6840388" cy="242304"/>
          </a:xfrm>
          <a:prstGeom prst="rect">
            <a:avLst/>
          </a:prstGeom>
        </p:spPr>
        <p:txBody>
          <a:bodyPr lIns="0" tIns="0" rIns="0" bIns="0"/>
          <a:lstStyle>
            <a:lvl1pPr>
              <a:buNone/>
              <a:defRPr sz="1400" b="1">
                <a:solidFill>
                  <a:srgbClr val="E31937"/>
                </a:solidFill>
              </a:defRPr>
            </a:lvl1pPr>
          </a:lstStyle>
          <a:p>
            <a:pPr lvl="0"/>
            <a:r>
              <a:rPr lang="en-US" noProof="0"/>
              <a:t>Insert your title here</a:t>
            </a:r>
          </a:p>
        </p:txBody>
      </p:sp>
      <p:sp>
        <p:nvSpPr>
          <p:cNvPr id="23" name="Years experience and field placeholder 4">
            <a:extLst>
              <a:ext uri="{FF2B5EF4-FFF2-40B4-BE49-F238E27FC236}">
                <a16:creationId xmlns:a16="http://schemas.microsoft.com/office/drawing/2014/main" id="{4D12600E-F927-204E-9785-6D21E75B2E9D}"/>
              </a:ext>
            </a:extLst>
          </p:cNvPr>
          <p:cNvSpPr>
            <a:spLocks noGrp="1"/>
          </p:cNvSpPr>
          <p:nvPr>
            <p:ph type="body" sz="quarter" idx="16" hasCustomPrompt="1"/>
          </p:nvPr>
        </p:nvSpPr>
        <p:spPr>
          <a:xfrm>
            <a:off x="2295992" y="1644886"/>
            <a:ext cx="6840388" cy="269303"/>
          </a:xfrm>
          <a:prstGeom prst="rect">
            <a:avLst/>
          </a:prstGeom>
        </p:spPr>
        <p:txBody>
          <a:bodyPr lIns="0" tIns="0" rIns="0" bIns="0"/>
          <a:lstStyle>
            <a:lvl1pPr marL="0">
              <a:buNone/>
              <a:defRPr sz="1400"/>
            </a:lvl1pPr>
          </a:lstStyle>
          <a:p>
            <a:pPr lvl="0"/>
            <a:r>
              <a:rPr lang="en-US" noProof="0"/>
              <a:t>Insert years of experience and specify your field</a:t>
            </a:r>
          </a:p>
        </p:txBody>
      </p:sp>
      <p:cxnSp>
        <p:nvCxnSpPr>
          <p:cNvPr id="24" name="Black divider line">
            <a:extLst>
              <a:ext uri="{FF2B5EF4-FFF2-40B4-BE49-F238E27FC236}">
                <a16:creationId xmlns:a16="http://schemas.microsoft.com/office/drawing/2014/main" id="{88D1CEE3-25F9-A644-B5D1-88B5CE31DFE8}"/>
              </a:ext>
              <a:ext uri="{C183D7F6-B498-43B3-948B-1728B52AA6E4}">
                <adec:decorative xmlns:adec="http://schemas.microsoft.com/office/drawing/2017/decorative" val="1"/>
              </a:ext>
            </a:extLst>
          </p:cNvPr>
          <p:cNvCxnSpPr>
            <a:cxnSpLocks/>
          </p:cNvCxnSpPr>
          <p:nvPr userDrawn="1"/>
        </p:nvCxnSpPr>
        <p:spPr bwMode="gray">
          <a:xfrm>
            <a:off x="2286000" y="2039050"/>
            <a:ext cx="1524000" cy="0"/>
          </a:xfrm>
          <a:prstGeom prst="line">
            <a:avLst/>
          </a:prstGeom>
          <a:noFill/>
          <a:ln w="12700">
            <a:solidFill>
              <a:schemeClr val="tx1"/>
            </a:solidFill>
            <a:round/>
          </a:ln>
          <a:effectLst/>
        </p:spPr>
      </p:cxnSp>
      <p:sp>
        <p:nvSpPr>
          <p:cNvPr id="17" name="Education heading 9">
            <a:extLst>
              <a:ext uri="{FF2B5EF4-FFF2-40B4-BE49-F238E27FC236}">
                <a16:creationId xmlns:a16="http://schemas.microsoft.com/office/drawing/2014/main" id="{E4AA569B-C28D-AD47-9953-D0588135086D}"/>
              </a:ext>
            </a:extLst>
          </p:cNvPr>
          <p:cNvSpPr>
            <a:spLocks noGrp="1"/>
          </p:cNvSpPr>
          <p:nvPr>
            <p:ph type="body" sz="quarter" idx="24" hasCustomPrompt="1"/>
          </p:nvPr>
        </p:nvSpPr>
        <p:spPr>
          <a:xfrm>
            <a:off x="766618" y="2176272"/>
            <a:ext cx="1271016" cy="176230"/>
          </a:xfrm>
          <a:prstGeom prst="rect">
            <a:avLst/>
          </a:prstGeom>
        </p:spPr>
        <p:txBody>
          <a:bodyPr lIns="0" tIns="0" rIns="0" bIns="0"/>
          <a:lstStyle>
            <a:lvl1pPr marL="0" marR="0" indent="0" algn="l" defTabSz="914400" rtl="0" eaLnBrk="1" fontAlgn="auto" latinLnBrk="0" hangingPunct="1">
              <a:lnSpc>
                <a:spcPct val="100000"/>
              </a:lnSpc>
              <a:spcBef>
                <a:spcPct val="0"/>
              </a:spcBef>
              <a:spcAft>
                <a:spcPct val="0"/>
              </a:spcAft>
              <a:buClrTx/>
              <a:buSzTx/>
              <a:buFont typeface="Arial" pitchFamily="34" charset="0"/>
              <a:buNone/>
              <a:defRPr sz="1200" b="1">
                <a:solidFill>
                  <a:srgbClr val="5236AB"/>
                </a:solidFill>
                <a:latin typeface="+mj-lt"/>
              </a:defRPr>
            </a:lvl1pPr>
          </a:lstStyle>
          <a:p>
            <a:pPr marL="0" marR="0" lvl="0" indent="0" algn="l" defTabSz="914400" rtl="0" eaLnBrk="1" fontAlgn="auto" latinLnBrk="0" hangingPunct="1">
              <a:lnSpc>
                <a:spcPct val="100000"/>
              </a:lnSpc>
              <a:spcBef>
                <a:spcPct val="0"/>
              </a:spcBef>
              <a:spcAft>
                <a:spcPct val="0"/>
              </a:spcAft>
              <a:buClrTx/>
              <a:buSzTx/>
              <a:buFont typeface="Arial" pitchFamily="34" charset="0"/>
              <a:buNone/>
              <a:defRPr/>
            </a:pPr>
            <a:r>
              <a:rPr lang="en-US" sz="1200" b="1" noProof="0">
                <a:solidFill>
                  <a:srgbClr val="5135AA"/>
                </a:solidFill>
                <a:effectLst/>
                <a:latin typeface="Arial" pitchFamily="34" charset="0"/>
              </a:rPr>
              <a:t>Education</a:t>
            </a:r>
            <a:endParaRPr lang="en-US" noProof="0"/>
          </a:p>
        </p:txBody>
      </p:sp>
      <p:sp>
        <p:nvSpPr>
          <p:cNvPr id="33" name="Education placeholder 10">
            <a:extLst>
              <a:ext uri="{FF2B5EF4-FFF2-40B4-BE49-F238E27FC236}">
                <a16:creationId xmlns:a16="http://schemas.microsoft.com/office/drawing/2014/main" id="{0E6E6EE5-3E45-724C-B03C-6AF0B9F54EB7}"/>
              </a:ext>
            </a:extLst>
          </p:cNvPr>
          <p:cNvSpPr>
            <a:spLocks noGrp="1"/>
          </p:cNvSpPr>
          <p:nvPr>
            <p:ph type="body" sz="quarter" idx="17" hasCustomPrompt="1"/>
          </p:nvPr>
        </p:nvSpPr>
        <p:spPr>
          <a:xfrm>
            <a:off x="767409" y="2397065"/>
            <a:ext cx="1271016" cy="905256"/>
          </a:xfrm>
          <a:prstGeom prst="rect">
            <a:avLst/>
          </a:prstGeom>
        </p:spPr>
        <p:txBody>
          <a:bodyPr lIns="0" tIns="0" rIns="0" bIns="0"/>
          <a:lstStyle>
            <a:lvl1pPr marL="0">
              <a:lnSpc>
                <a:spcPct val="100000"/>
              </a:lnSpc>
              <a:spcBef>
                <a:spcPct val="0"/>
              </a:spcBef>
              <a:spcAft>
                <a:spcPts val="300"/>
              </a:spcAft>
              <a:buNone/>
              <a:defRPr sz="1000" b="0">
                <a:solidFill>
                  <a:schemeClr val="tx1"/>
                </a:solidFill>
              </a:defRPr>
            </a:lvl1pPr>
          </a:lstStyle>
          <a:p>
            <a:pPr lvl="0"/>
            <a:r>
              <a:rPr lang="en-US" noProof="0"/>
              <a:t>Text</a:t>
            </a:r>
          </a:p>
        </p:txBody>
      </p:sp>
      <p:sp>
        <p:nvSpPr>
          <p:cNvPr id="5" name="Trainings and Certifications heading 11">
            <a:extLst>
              <a:ext uri="{FF2B5EF4-FFF2-40B4-BE49-F238E27FC236}">
                <a16:creationId xmlns:a16="http://schemas.microsoft.com/office/drawing/2014/main" id="{3B4038C1-CF32-5E8E-A8EC-A1AA657A5CE7}"/>
              </a:ext>
            </a:extLst>
          </p:cNvPr>
          <p:cNvSpPr>
            <a:spLocks noGrp="1"/>
          </p:cNvSpPr>
          <p:nvPr>
            <p:ph type="body" sz="quarter" idx="26" hasCustomPrompt="1"/>
          </p:nvPr>
        </p:nvSpPr>
        <p:spPr>
          <a:xfrm>
            <a:off x="766618" y="3355559"/>
            <a:ext cx="1271016" cy="369332"/>
          </a:xfrm>
          <a:prstGeom prst="rect">
            <a:avLst/>
          </a:prstGeom>
        </p:spPr>
        <p:txBody>
          <a:bodyPr lIns="0" tIns="0" rIns="0" bIns="0">
            <a:spAutoFit/>
          </a:bodyPr>
          <a:lstStyle>
            <a:lvl1pPr marL="0" marR="0" indent="0" algn="l" defTabSz="914400" rtl="0" eaLnBrk="1" fontAlgn="auto" latinLnBrk="0" hangingPunct="1">
              <a:lnSpc>
                <a:spcPct val="100000"/>
              </a:lnSpc>
              <a:spcBef>
                <a:spcPct val="0"/>
              </a:spcBef>
              <a:spcAft>
                <a:spcPct val="0"/>
              </a:spcAft>
              <a:buClrTx/>
              <a:buSzTx/>
              <a:buFont typeface="Arial" pitchFamily="34" charset="0"/>
              <a:buNone/>
              <a:defRPr sz="1200" b="1">
                <a:solidFill>
                  <a:srgbClr val="5236AB"/>
                </a:solidFill>
                <a:latin typeface="+mj-lt"/>
              </a:defRPr>
            </a:lvl1pPr>
          </a:lstStyle>
          <a:p>
            <a:pPr marL="0" marR="0" lvl="0" indent="0" algn="l" defTabSz="914400" rtl="0" eaLnBrk="1" fontAlgn="auto" latinLnBrk="0" hangingPunct="1">
              <a:lnSpc>
                <a:spcPct val="100000"/>
              </a:lnSpc>
              <a:spcBef>
                <a:spcPct val="0"/>
              </a:spcBef>
              <a:spcAft>
                <a:spcPct val="0"/>
              </a:spcAft>
              <a:buClrTx/>
              <a:buSzTx/>
              <a:buFont typeface="Arial" pitchFamily="34" charset="0"/>
              <a:buNone/>
              <a:defRPr/>
            </a:pPr>
            <a:r>
              <a:rPr lang="en-US" sz="1200" b="1" noProof="0">
                <a:solidFill>
                  <a:srgbClr val="5135AA"/>
                </a:solidFill>
                <a:effectLst/>
                <a:latin typeface="Arial" pitchFamily="34" charset="0"/>
              </a:rPr>
              <a:t>Trainings and certifications</a:t>
            </a:r>
          </a:p>
        </p:txBody>
      </p:sp>
      <p:sp>
        <p:nvSpPr>
          <p:cNvPr id="6" name="Trainings and Certifications placeholder 12">
            <a:extLst>
              <a:ext uri="{FF2B5EF4-FFF2-40B4-BE49-F238E27FC236}">
                <a16:creationId xmlns:a16="http://schemas.microsoft.com/office/drawing/2014/main" id="{DE764737-C8EE-6D98-6071-BDC90207FC65}"/>
              </a:ext>
            </a:extLst>
          </p:cNvPr>
          <p:cNvSpPr>
            <a:spLocks noGrp="1"/>
          </p:cNvSpPr>
          <p:nvPr>
            <p:ph type="body" sz="quarter" idx="27" hasCustomPrompt="1"/>
          </p:nvPr>
        </p:nvSpPr>
        <p:spPr>
          <a:xfrm>
            <a:off x="767409" y="3770628"/>
            <a:ext cx="1271016" cy="905256"/>
          </a:xfrm>
          <a:prstGeom prst="rect">
            <a:avLst/>
          </a:prstGeom>
        </p:spPr>
        <p:txBody>
          <a:bodyPr lIns="0" tIns="0" rIns="0" bIns="0"/>
          <a:lstStyle>
            <a:lvl1pPr marL="0">
              <a:lnSpc>
                <a:spcPct val="100000"/>
              </a:lnSpc>
              <a:spcBef>
                <a:spcPct val="0"/>
              </a:spcBef>
              <a:spcAft>
                <a:spcPts val="300"/>
              </a:spcAft>
              <a:buNone/>
              <a:defRPr sz="1000" b="0">
                <a:solidFill>
                  <a:schemeClr val="tx1"/>
                </a:solidFill>
              </a:defRPr>
            </a:lvl1pPr>
          </a:lstStyle>
          <a:p>
            <a:pPr lvl="0"/>
            <a:r>
              <a:rPr lang="en-US" noProof="0"/>
              <a:t>Text</a:t>
            </a:r>
          </a:p>
        </p:txBody>
      </p:sp>
      <p:sp>
        <p:nvSpPr>
          <p:cNvPr id="7" name="Industry Experience heading 13">
            <a:extLst>
              <a:ext uri="{FF2B5EF4-FFF2-40B4-BE49-F238E27FC236}">
                <a16:creationId xmlns:a16="http://schemas.microsoft.com/office/drawing/2014/main" id="{C5F521A6-3EB1-E1C7-732A-10CFF53ADBFA}"/>
              </a:ext>
            </a:extLst>
          </p:cNvPr>
          <p:cNvSpPr>
            <a:spLocks noGrp="1"/>
          </p:cNvSpPr>
          <p:nvPr>
            <p:ph type="body" sz="quarter" idx="28" hasCustomPrompt="1"/>
          </p:nvPr>
        </p:nvSpPr>
        <p:spPr>
          <a:xfrm>
            <a:off x="766618" y="4723251"/>
            <a:ext cx="1271016" cy="369332"/>
          </a:xfrm>
          <a:prstGeom prst="rect">
            <a:avLst/>
          </a:prstGeom>
        </p:spPr>
        <p:txBody>
          <a:bodyPr lIns="0" tIns="0" rIns="0" bIns="0">
            <a:spAutoFit/>
          </a:bodyPr>
          <a:lstStyle>
            <a:lvl1pPr marL="0" marR="0" indent="0" algn="l" defTabSz="914400" rtl="0" eaLnBrk="1" fontAlgn="auto" latinLnBrk="0" hangingPunct="1">
              <a:lnSpc>
                <a:spcPct val="100000"/>
              </a:lnSpc>
              <a:spcBef>
                <a:spcPct val="0"/>
              </a:spcBef>
              <a:spcAft>
                <a:spcPct val="0"/>
              </a:spcAft>
              <a:buClrTx/>
              <a:buSzTx/>
              <a:buFont typeface="Arial" pitchFamily="34" charset="0"/>
              <a:buNone/>
              <a:defRPr sz="1200" b="1">
                <a:solidFill>
                  <a:srgbClr val="5236AB"/>
                </a:solidFill>
                <a:latin typeface="+mj-lt"/>
              </a:defRPr>
            </a:lvl1pPr>
          </a:lstStyle>
          <a:p>
            <a:pPr marL="0" marR="0" lvl="0" indent="0" algn="l" defTabSz="914400" rtl="0" eaLnBrk="1" fontAlgn="auto" latinLnBrk="0" hangingPunct="1">
              <a:lnSpc>
                <a:spcPct val="100000"/>
              </a:lnSpc>
              <a:spcBef>
                <a:spcPct val="0"/>
              </a:spcBef>
              <a:spcAft>
                <a:spcPct val="0"/>
              </a:spcAft>
              <a:buClrTx/>
              <a:buSzTx/>
              <a:buFont typeface="Arial" pitchFamily="34" charset="0"/>
              <a:buNone/>
              <a:defRPr/>
            </a:pPr>
            <a:r>
              <a:rPr lang="en-US" sz="1200" b="1" noProof="0">
                <a:solidFill>
                  <a:srgbClr val="5135AA"/>
                </a:solidFill>
                <a:effectLst/>
                <a:latin typeface="Arial" pitchFamily="34" charset="0"/>
              </a:rPr>
              <a:t>Industry experience </a:t>
            </a:r>
          </a:p>
        </p:txBody>
      </p:sp>
      <p:sp>
        <p:nvSpPr>
          <p:cNvPr id="8" name="Industry Experience placeholder 14">
            <a:extLst>
              <a:ext uri="{FF2B5EF4-FFF2-40B4-BE49-F238E27FC236}">
                <a16:creationId xmlns:a16="http://schemas.microsoft.com/office/drawing/2014/main" id="{7915FE71-ED13-F277-0F2A-FF9B823EBB58}"/>
              </a:ext>
            </a:extLst>
          </p:cNvPr>
          <p:cNvSpPr>
            <a:spLocks noGrp="1"/>
          </p:cNvSpPr>
          <p:nvPr>
            <p:ph type="body" sz="quarter" idx="29" hasCustomPrompt="1"/>
          </p:nvPr>
        </p:nvSpPr>
        <p:spPr>
          <a:xfrm>
            <a:off x="767409" y="5143529"/>
            <a:ext cx="1271016" cy="928087"/>
          </a:xfrm>
          <a:prstGeom prst="rect">
            <a:avLst/>
          </a:prstGeom>
        </p:spPr>
        <p:txBody>
          <a:bodyPr lIns="0" tIns="0" rIns="0" bIns="0"/>
          <a:lstStyle>
            <a:lvl1pPr marL="0">
              <a:lnSpc>
                <a:spcPct val="100000"/>
              </a:lnSpc>
              <a:spcBef>
                <a:spcPct val="0"/>
              </a:spcBef>
              <a:spcAft>
                <a:spcPts val="300"/>
              </a:spcAft>
              <a:buNone/>
              <a:defRPr sz="1000" b="0">
                <a:solidFill>
                  <a:schemeClr val="tx1"/>
                </a:solidFill>
              </a:defRPr>
            </a:lvl1pPr>
          </a:lstStyle>
          <a:p>
            <a:pPr lvl="0"/>
            <a:r>
              <a:rPr lang="en-US" noProof="0"/>
              <a:t>Text</a:t>
            </a:r>
          </a:p>
        </p:txBody>
      </p:sp>
      <p:sp>
        <p:nvSpPr>
          <p:cNvPr id="27" name="Profile heading 5">
            <a:extLst>
              <a:ext uri="{FF2B5EF4-FFF2-40B4-BE49-F238E27FC236}">
                <a16:creationId xmlns:a16="http://schemas.microsoft.com/office/drawing/2014/main" id="{FBFE1A4F-1319-5F40-82D6-46309EFFB0F2}"/>
              </a:ext>
            </a:extLst>
          </p:cNvPr>
          <p:cNvSpPr>
            <a:spLocks noGrp="1"/>
          </p:cNvSpPr>
          <p:nvPr>
            <p:ph type="body" sz="quarter" idx="20" hasCustomPrompt="1"/>
          </p:nvPr>
        </p:nvSpPr>
        <p:spPr>
          <a:xfrm>
            <a:off x="2295992" y="2176272"/>
            <a:ext cx="9115474" cy="173736"/>
          </a:xfrm>
          <a:prstGeom prst="rect">
            <a:avLst/>
          </a:prstGeom>
        </p:spPr>
        <p:txBody>
          <a:bodyPr lIns="0" tIns="0" rIns="0" bIns="0"/>
          <a:lstStyle>
            <a:lvl1pPr marL="0" indent="0">
              <a:spcBef>
                <a:spcPct val="0"/>
              </a:spcBef>
              <a:buNone/>
              <a:defRPr sz="1200" b="1">
                <a:solidFill>
                  <a:srgbClr val="5236AB"/>
                </a:solidFill>
                <a:latin typeface="+mj-lt"/>
              </a:defRPr>
            </a:lvl1pPr>
          </a:lstStyle>
          <a:p>
            <a:r>
              <a:rPr lang="en-US" noProof="0"/>
              <a:t>Profile</a:t>
            </a:r>
          </a:p>
        </p:txBody>
      </p:sp>
      <p:sp>
        <p:nvSpPr>
          <p:cNvPr id="29" name="Profile text Placeholder 6">
            <a:extLst>
              <a:ext uri="{FF2B5EF4-FFF2-40B4-BE49-F238E27FC236}">
                <a16:creationId xmlns:a16="http://schemas.microsoft.com/office/drawing/2014/main" id="{EE8A863E-8FBF-724E-80FA-10640EBD0C4C}"/>
              </a:ext>
            </a:extLst>
          </p:cNvPr>
          <p:cNvSpPr>
            <a:spLocks noGrp="1"/>
          </p:cNvSpPr>
          <p:nvPr>
            <p:ph type="body" sz="quarter" idx="19" hasCustomPrompt="1"/>
          </p:nvPr>
        </p:nvSpPr>
        <p:spPr>
          <a:xfrm>
            <a:off x="2295992" y="2397784"/>
            <a:ext cx="9116568" cy="903855"/>
          </a:xfrm>
          <a:prstGeom prst="rect">
            <a:avLst/>
          </a:prstGeom>
        </p:spPr>
        <p:txBody>
          <a:bodyPr lIns="0" tIns="0" rIns="0" bIns="0"/>
          <a:lstStyle>
            <a:lvl1pPr marL="0" indent="-102625">
              <a:lnSpc>
                <a:spcPct val="140000"/>
              </a:lnSpc>
              <a:spcBef>
                <a:spcPct val="0"/>
              </a:spcBef>
              <a:buFont typeface="Arial" pitchFamily="34" charset="0"/>
              <a:buNone/>
              <a:defRPr sz="1000" b="0">
                <a:solidFill>
                  <a:schemeClr val="tx1"/>
                </a:solidFill>
              </a:defRPr>
            </a:lvl1pPr>
          </a:lstStyle>
          <a:p>
            <a:pPr lvl="0"/>
            <a:r>
              <a:rPr lang="en-US" noProof="0"/>
              <a:t>Text</a:t>
            </a:r>
          </a:p>
        </p:txBody>
      </p:sp>
      <p:sp>
        <p:nvSpPr>
          <p:cNvPr id="28" name="CGI experience heading 7">
            <a:extLst>
              <a:ext uri="{FF2B5EF4-FFF2-40B4-BE49-F238E27FC236}">
                <a16:creationId xmlns:a16="http://schemas.microsoft.com/office/drawing/2014/main" id="{2DF68F94-DB4D-3642-8310-76BAD8D95A68}"/>
              </a:ext>
            </a:extLst>
          </p:cNvPr>
          <p:cNvSpPr>
            <a:spLocks noGrp="1"/>
          </p:cNvSpPr>
          <p:nvPr>
            <p:ph type="body" sz="quarter" idx="22" hasCustomPrompt="1"/>
          </p:nvPr>
        </p:nvSpPr>
        <p:spPr>
          <a:xfrm>
            <a:off x="2295992" y="3355559"/>
            <a:ext cx="9115474" cy="173736"/>
          </a:xfrm>
          <a:prstGeom prst="rect">
            <a:avLst/>
          </a:prstGeom>
        </p:spPr>
        <p:txBody>
          <a:bodyPr lIns="0" tIns="0" rIns="0" bIns="0"/>
          <a:lstStyle>
            <a:lvl1pPr marL="0" indent="0">
              <a:spcBef>
                <a:spcPct val="0"/>
              </a:spcBef>
              <a:buFont typeface="Arial" pitchFamily="34" charset="0"/>
              <a:buNone/>
              <a:defRPr sz="1200" b="1">
                <a:solidFill>
                  <a:srgbClr val="5236AB"/>
                </a:solidFill>
                <a:latin typeface="+mj-lt"/>
              </a:defRPr>
            </a:lvl1pPr>
          </a:lstStyle>
          <a:p>
            <a:pPr indent="0">
              <a:buFont typeface="Arial" pitchFamily="34" charset="0"/>
              <a:buNone/>
            </a:pPr>
            <a:r>
              <a:rPr lang="en-US" noProof="0"/>
              <a:t>CGI Experience</a:t>
            </a:r>
            <a:endParaRPr lang="en-US" sz="800" b="1" noProof="0">
              <a:solidFill>
                <a:schemeClr val="accent3"/>
              </a:solidFill>
            </a:endParaRPr>
          </a:p>
        </p:txBody>
      </p:sp>
      <p:sp>
        <p:nvSpPr>
          <p:cNvPr id="12" name="CGI experience placeholder 8">
            <a:extLst>
              <a:ext uri="{FF2B5EF4-FFF2-40B4-BE49-F238E27FC236}">
                <a16:creationId xmlns:a16="http://schemas.microsoft.com/office/drawing/2014/main" id="{3ED21DB0-6FD4-6DC8-7B82-36996F4C90D9}"/>
              </a:ext>
            </a:extLst>
          </p:cNvPr>
          <p:cNvSpPr>
            <a:spLocks noGrp="1"/>
          </p:cNvSpPr>
          <p:nvPr>
            <p:ph type="body" sz="quarter" idx="30" hasCustomPrompt="1"/>
          </p:nvPr>
        </p:nvSpPr>
        <p:spPr>
          <a:xfrm>
            <a:off x="2295144" y="3562212"/>
            <a:ext cx="9116568" cy="2509404"/>
          </a:xfrm>
          <a:prstGeom prst="rect">
            <a:avLst/>
          </a:prstGeom>
          <a:noFill/>
        </p:spPr>
        <p:txBody>
          <a:bodyPr lIns="0" tIns="0" rIns="0" bIns="0" numCol="2"/>
          <a:lstStyle>
            <a:lvl1pPr marL="0" indent="0">
              <a:lnSpc>
                <a:spcPct val="140000"/>
              </a:lnSpc>
              <a:spcBef>
                <a:spcPts val="0"/>
              </a:spcBef>
              <a:buFont typeface="Arial" panose="020B0604020202020204" pitchFamily="34" charset="0"/>
              <a:buNone/>
              <a:defRPr sz="1000">
                <a:solidFill>
                  <a:srgbClr val="E31937"/>
                </a:solidFill>
              </a:defRPr>
            </a:lvl1pPr>
            <a:lvl2pPr marL="169863" indent="-169863">
              <a:lnSpc>
                <a:spcPct val="140000"/>
              </a:lnSpc>
              <a:spcBef>
                <a:spcPts val="0"/>
              </a:spcBef>
              <a:buFont typeface="Arial" panose="020B0604020202020204" pitchFamily="34" charset="0"/>
              <a:buChar char="•"/>
              <a:defRPr sz="1000"/>
            </a:lvl2pPr>
            <a:lvl3pPr marL="457200" indent="-223838">
              <a:lnSpc>
                <a:spcPct val="140000"/>
              </a:lnSpc>
              <a:spcBef>
                <a:spcPts val="0"/>
              </a:spcBef>
              <a:buFont typeface="Arial" panose="020B0604020202020204" pitchFamily="34" charset="0"/>
              <a:buChar char="─"/>
              <a:defRPr sz="1000"/>
            </a:lvl3pPr>
          </a:lstStyle>
          <a:p>
            <a:pPr lvl="0"/>
            <a:r>
              <a:rPr lang="en-US" noProof="0"/>
              <a:t>Client, Project description (Dates mm/</a:t>
            </a:r>
            <a:r>
              <a:rPr lang="en-US" noProof="0" err="1"/>
              <a:t>yy</a:t>
            </a:r>
            <a:r>
              <a:rPr lang="en-US" noProof="0"/>
              <a:t> to mm/</a:t>
            </a:r>
            <a:r>
              <a:rPr lang="en-US" noProof="0" err="1"/>
              <a:t>yy</a:t>
            </a:r>
            <a:r>
              <a:rPr lang="en-US" noProof="0"/>
              <a:t>)</a:t>
            </a:r>
          </a:p>
          <a:p>
            <a:pPr lvl="1"/>
            <a:r>
              <a:rPr lang="en-US" noProof="0"/>
              <a:t>Provide a brief project description or your tasks in a short paragraph</a:t>
            </a:r>
          </a:p>
          <a:p>
            <a:pPr lvl="2"/>
            <a:r>
              <a:rPr lang="en-US" noProof="0"/>
              <a:t>Third level</a:t>
            </a:r>
          </a:p>
        </p:txBody>
      </p:sp>
      <p:sp>
        <p:nvSpPr>
          <p:cNvPr id="2" name="Footer Placeholder 1">
            <a:extLst>
              <a:ext uri="{FF2B5EF4-FFF2-40B4-BE49-F238E27FC236}">
                <a16:creationId xmlns:a16="http://schemas.microsoft.com/office/drawing/2014/main" id="{EEC5DF5F-46C2-4ECF-5DCA-52469D23C82C}"/>
              </a:ext>
              <a:ext uri="{C183D7F6-B498-43B3-948B-1728B52AA6E4}">
                <adec:decorative xmlns:adec="http://schemas.microsoft.com/office/drawing/2017/decorative" val="1"/>
              </a:ext>
            </a:extLst>
          </p:cNvPr>
          <p:cNvSpPr>
            <a:spLocks noGrp="1"/>
          </p:cNvSpPr>
          <p:nvPr>
            <p:ph type="ftr" sz="quarter" idx="32"/>
          </p:nvPr>
        </p:nvSpPr>
        <p:spPr/>
        <p:txBody>
          <a:bodyPr/>
          <a:lstStyle/>
          <a:p>
            <a:endParaRPr lang="en-US" noProof="0"/>
          </a:p>
        </p:txBody>
      </p:sp>
      <p:sp>
        <p:nvSpPr>
          <p:cNvPr id="4" name="Slide Number Placeholder 16">
            <a:extLst>
              <a:ext uri="{FF2B5EF4-FFF2-40B4-BE49-F238E27FC236}">
                <a16:creationId xmlns:a16="http://schemas.microsoft.com/office/drawing/2014/main" id="{005CB31B-89C5-283F-C517-9A4F6C810093}"/>
              </a:ext>
              <a:ext uri="{C183D7F6-B498-43B3-948B-1728B52AA6E4}">
                <adec:decorative xmlns:adec="http://schemas.microsoft.com/office/drawing/2017/decorative" val="1"/>
              </a:ext>
            </a:extLst>
          </p:cNvPr>
          <p:cNvSpPr>
            <a:spLocks noGrp="1"/>
          </p:cNvSpPr>
          <p:nvPr>
            <p:ph type="sldNum" sz="quarter" idx="40"/>
          </p:nvPr>
        </p:nvSpPr>
        <p:spPr>
          <a:xfrm>
            <a:off x="11162244" y="6967728"/>
            <a:ext cx="261660" cy="137160"/>
          </a:xfrm>
        </p:spPr>
        <p:txBody>
          <a:bodyPr/>
          <a:lstStyle/>
          <a:p>
            <a:fld id="{525A3C56-E491-49B2-93F3-63532DF516BC}" type="slidenum">
              <a:rPr lang="en-US" noProof="0" smtClean="0"/>
              <a:pPr/>
              <a:t>‹n°›</a:t>
            </a:fld>
            <a:endParaRPr lang="en-US" noProof="0"/>
          </a:p>
        </p:txBody>
      </p:sp>
      <p:pic>
        <p:nvPicPr>
          <p:cNvPr id="9" name="CGI Logo">
            <a:extLst>
              <a:ext uri="{FF2B5EF4-FFF2-40B4-BE49-F238E27FC236}">
                <a16:creationId xmlns:a16="http://schemas.microsoft.com/office/drawing/2014/main" id="{0901D6D2-00BE-E7A2-05BB-60202B6574E2}"/>
              </a:ext>
              <a:ext uri="{C183D7F6-B498-43B3-948B-1728B52AA6E4}">
                <adec:decorative xmlns:adec="http://schemas.microsoft.com/office/drawing/2017/decorative" val="1"/>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0668000" y="6123539"/>
            <a:ext cx="773004" cy="359708"/>
          </a:xfrm>
          <a:prstGeom prst="rect">
            <a:avLst/>
          </a:prstGeom>
          <a:solidFill>
            <a:schemeClr val="bg1"/>
          </a:solidFill>
        </p:spPr>
      </p:pic>
    </p:spTree>
    <p:extLst>
      <p:ext uri="{BB962C8B-B14F-4D97-AF65-F5344CB8AC3E}">
        <p14:creationId xmlns:p14="http://schemas.microsoft.com/office/powerpoint/2010/main" val="4108952717"/>
      </p:ext>
    </p:extLst>
  </p:cSld>
  <p:clrMapOvr>
    <a:masterClrMapping/>
  </p:clrMapOvr>
  <p:transition/>
</p:sldLayout>
</file>

<file path=ppt/slideLayouts/slideLayout42.xml><?xml version="1.0" encoding="utf-8"?>
<p:sldLayout xmlns:a="http://schemas.openxmlformats.org/drawingml/2006/main" xmlns:r="http://schemas.openxmlformats.org/officeDocument/2006/relationships" xmlns:p="http://schemas.openxmlformats.org/presentationml/2006/main" userDrawn="1">
  <p:cSld name="CV/Resume slide – Continued">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61F92AF6-A857-408E-8673-15B7E330B07F}"/>
              </a:ext>
            </a:extLst>
          </p:cNvPr>
          <p:cNvSpPr>
            <a:spLocks noGrp="1"/>
          </p:cNvSpPr>
          <p:nvPr>
            <p:ph type="title" hasCustomPrompt="1"/>
          </p:nvPr>
        </p:nvSpPr>
        <p:spPr>
          <a:xfrm>
            <a:off x="765737" y="683246"/>
            <a:ext cx="10676438" cy="531097"/>
          </a:xfrm>
        </p:spPr>
        <p:txBody>
          <a:bodyPr>
            <a:noAutofit/>
          </a:bodyPr>
          <a:lstStyle>
            <a:lvl1pPr marL="0" indent="0">
              <a:defRPr sz="2800">
                <a:solidFill>
                  <a:schemeClr val="tx1"/>
                </a:solidFill>
              </a:defRPr>
            </a:lvl1pPr>
          </a:lstStyle>
          <a:p>
            <a:r>
              <a:rPr lang="en-US" noProof="0"/>
              <a:t>CV/Resume continuation slide – click to add name</a:t>
            </a:r>
          </a:p>
        </p:txBody>
      </p:sp>
      <p:sp>
        <p:nvSpPr>
          <p:cNvPr id="9" name="Focus areas header">
            <a:extLst>
              <a:ext uri="{FF2B5EF4-FFF2-40B4-BE49-F238E27FC236}">
                <a16:creationId xmlns:a16="http://schemas.microsoft.com/office/drawing/2014/main" id="{59C86A1D-A4E8-CD4E-A3FF-1266A7F082DD}"/>
              </a:ext>
            </a:extLst>
          </p:cNvPr>
          <p:cNvSpPr>
            <a:spLocks noGrp="1"/>
          </p:cNvSpPr>
          <p:nvPr>
            <p:ph type="body" sz="quarter" idx="24" hasCustomPrompt="1"/>
          </p:nvPr>
        </p:nvSpPr>
        <p:spPr>
          <a:xfrm>
            <a:off x="768232" y="1566229"/>
            <a:ext cx="1279052" cy="182880"/>
          </a:xfrm>
          <a:prstGeom prst="rect">
            <a:avLst/>
          </a:prstGeom>
        </p:spPr>
        <p:txBody>
          <a:bodyPr lIns="0" tIns="0" rIns="0" bIns="0"/>
          <a:lstStyle>
            <a:lvl1pPr marL="0" indent="0">
              <a:spcBef>
                <a:spcPct val="0"/>
              </a:spcBef>
              <a:buFont typeface="Arial" pitchFamily="34" charset="0"/>
              <a:buNone/>
              <a:defRPr sz="1200" b="1">
                <a:solidFill>
                  <a:srgbClr val="5236AB"/>
                </a:solidFill>
                <a:latin typeface="+mj-lt"/>
              </a:defRPr>
            </a:lvl1pPr>
          </a:lstStyle>
          <a:p>
            <a:r>
              <a:rPr lang="en-US" sz="1200" b="1" noProof="0">
                <a:solidFill>
                  <a:srgbClr val="5135AA"/>
                </a:solidFill>
                <a:effectLst/>
                <a:latin typeface="Arial" pitchFamily="34" charset="0"/>
              </a:rPr>
              <a:t>Focus areas</a:t>
            </a:r>
            <a:endParaRPr lang="en-US" noProof="0"/>
          </a:p>
        </p:txBody>
      </p:sp>
      <p:sp>
        <p:nvSpPr>
          <p:cNvPr id="5" name="Focus area text placeholder">
            <a:extLst>
              <a:ext uri="{FF2B5EF4-FFF2-40B4-BE49-F238E27FC236}">
                <a16:creationId xmlns:a16="http://schemas.microsoft.com/office/drawing/2014/main" id="{F46B3183-779A-BF46-9670-39F1C2BBFC2C}"/>
              </a:ext>
            </a:extLst>
          </p:cNvPr>
          <p:cNvSpPr>
            <a:spLocks noGrp="1"/>
          </p:cNvSpPr>
          <p:nvPr>
            <p:ph type="body" sz="quarter" idx="17" hasCustomPrompt="1"/>
          </p:nvPr>
        </p:nvSpPr>
        <p:spPr>
          <a:xfrm>
            <a:off x="765737" y="1828795"/>
            <a:ext cx="1280160" cy="1754377"/>
          </a:xfrm>
          <a:prstGeom prst="rect">
            <a:avLst/>
          </a:prstGeom>
        </p:spPr>
        <p:txBody>
          <a:bodyPr lIns="0" tIns="0" rIns="0" bIns="0"/>
          <a:lstStyle>
            <a:lvl1pPr marL="0" indent="0">
              <a:lnSpc>
                <a:spcPct val="100000"/>
              </a:lnSpc>
              <a:spcBef>
                <a:spcPct val="0"/>
              </a:spcBef>
              <a:spcAft>
                <a:spcPts val="600"/>
              </a:spcAft>
              <a:buNone/>
              <a:defRPr sz="1000" b="0">
                <a:solidFill>
                  <a:schemeClr val="tx1"/>
                </a:solidFill>
              </a:defRPr>
            </a:lvl1pPr>
          </a:lstStyle>
          <a:p>
            <a:pPr lvl="0"/>
            <a:r>
              <a:rPr lang="en-US" noProof="0"/>
              <a:t>Text</a:t>
            </a:r>
          </a:p>
        </p:txBody>
      </p:sp>
      <p:sp>
        <p:nvSpPr>
          <p:cNvPr id="4" name="Languages header">
            <a:extLst>
              <a:ext uri="{FF2B5EF4-FFF2-40B4-BE49-F238E27FC236}">
                <a16:creationId xmlns:a16="http://schemas.microsoft.com/office/drawing/2014/main" id="{AF140CBD-8DB6-6F42-08D9-0838F6A42D07}"/>
              </a:ext>
            </a:extLst>
          </p:cNvPr>
          <p:cNvSpPr>
            <a:spLocks noGrp="1"/>
          </p:cNvSpPr>
          <p:nvPr>
            <p:ph type="body" sz="quarter" idx="28" hasCustomPrompt="1"/>
          </p:nvPr>
        </p:nvSpPr>
        <p:spPr>
          <a:xfrm>
            <a:off x="765737" y="3758179"/>
            <a:ext cx="1280160" cy="184666"/>
          </a:xfrm>
          <a:prstGeom prst="rect">
            <a:avLst/>
          </a:prstGeom>
        </p:spPr>
        <p:txBody>
          <a:bodyPr lIns="0" tIns="0" rIns="0" bIns="0">
            <a:spAutoFit/>
          </a:bodyPr>
          <a:lstStyle>
            <a:lvl1pPr marL="0" marR="0" indent="0" algn="l" defTabSz="914400" rtl="0" eaLnBrk="1" fontAlgn="auto" latinLnBrk="0" hangingPunct="1">
              <a:lnSpc>
                <a:spcPct val="100000"/>
              </a:lnSpc>
              <a:spcBef>
                <a:spcPct val="0"/>
              </a:spcBef>
              <a:spcAft>
                <a:spcPct val="0"/>
              </a:spcAft>
              <a:buClrTx/>
              <a:buSzTx/>
              <a:buFont typeface="Arial" pitchFamily="34" charset="0"/>
              <a:buNone/>
              <a:defRPr sz="1200" b="1">
                <a:solidFill>
                  <a:srgbClr val="5236AB"/>
                </a:solidFill>
                <a:latin typeface="+mj-lt"/>
              </a:defRPr>
            </a:lvl1pPr>
          </a:lstStyle>
          <a:p>
            <a:pPr marL="0" marR="0" lvl="0" indent="0" algn="l" defTabSz="914400" rtl="0" eaLnBrk="1" fontAlgn="auto" latinLnBrk="0" hangingPunct="1">
              <a:lnSpc>
                <a:spcPct val="100000"/>
              </a:lnSpc>
              <a:spcBef>
                <a:spcPct val="0"/>
              </a:spcBef>
              <a:spcAft>
                <a:spcPct val="0"/>
              </a:spcAft>
              <a:buClrTx/>
              <a:buSzTx/>
              <a:buFont typeface="Arial" pitchFamily="34" charset="0"/>
              <a:buNone/>
              <a:defRPr/>
            </a:pPr>
            <a:r>
              <a:rPr lang="en-US" sz="1200" b="1" noProof="0">
                <a:solidFill>
                  <a:srgbClr val="5135AA"/>
                </a:solidFill>
                <a:effectLst/>
                <a:latin typeface="Arial" pitchFamily="34" charset="0"/>
              </a:rPr>
              <a:t>Languages</a:t>
            </a:r>
          </a:p>
        </p:txBody>
      </p:sp>
      <p:sp>
        <p:nvSpPr>
          <p:cNvPr id="10" name="Languages placeholder">
            <a:extLst>
              <a:ext uri="{FF2B5EF4-FFF2-40B4-BE49-F238E27FC236}">
                <a16:creationId xmlns:a16="http://schemas.microsoft.com/office/drawing/2014/main" id="{54DA4F4C-4906-9AC6-0890-4345F8BCDD59}"/>
              </a:ext>
            </a:extLst>
          </p:cNvPr>
          <p:cNvSpPr>
            <a:spLocks noGrp="1"/>
          </p:cNvSpPr>
          <p:nvPr>
            <p:ph type="body" sz="quarter" idx="29" hasCustomPrompt="1"/>
          </p:nvPr>
        </p:nvSpPr>
        <p:spPr>
          <a:xfrm>
            <a:off x="767409" y="4020317"/>
            <a:ext cx="1280160" cy="940326"/>
          </a:xfrm>
          <a:prstGeom prst="rect">
            <a:avLst/>
          </a:prstGeom>
        </p:spPr>
        <p:txBody>
          <a:bodyPr lIns="0" tIns="0" rIns="0" bIns="0"/>
          <a:lstStyle>
            <a:lvl1pPr marL="0">
              <a:lnSpc>
                <a:spcPct val="100000"/>
              </a:lnSpc>
              <a:spcBef>
                <a:spcPct val="0"/>
              </a:spcBef>
              <a:spcAft>
                <a:spcPts val="600"/>
              </a:spcAft>
              <a:buNone/>
              <a:defRPr sz="1000" b="0">
                <a:solidFill>
                  <a:schemeClr val="tx1"/>
                </a:solidFill>
              </a:defRPr>
            </a:lvl1pPr>
          </a:lstStyle>
          <a:p>
            <a:pPr lvl="0"/>
            <a:r>
              <a:rPr lang="en-US" noProof="0"/>
              <a:t>Text</a:t>
            </a:r>
          </a:p>
        </p:txBody>
      </p:sp>
      <p:sp>
        <p:nvSpPr>
          <p:cNvPr id="3" name="Other experience heading 7">
            <a:extLst>
              <a:ext uri="{FF2B5EF4-FFF2-40B4-BE49-F238E27FC236}">
                <a16:creationId xmlns:a16="http://schemas.microsoft.com/office/drawing/2014/main" id="{429756FF-67F4-6C80-85D1-5F66552EBB33}"/>
              </a:ext>
            </a:extLst>
          </p:cNvPr>
          <p:cNvSpPr>
            <a:spLocks noGrp="1"/>
          </p:cNvSpPr>
          <p:nvPr>
            <p:ph type="body" sz="quarter" idx="22" hasCustomPrompt="1"/>
          </p:nvPr>
        </p:nvSpPr>
        <p:spPr>
          <a:xfrm>
            <a:off x="2304288" y="1563624"/>
            <a:ext cx="9115474" cy="182880"/>
          </a:xfrm>
          <a:prstGeom prst="rect">
            <a:avLst/>
          </a:prstGeom>
        </p:spPr>
        <p:txBody>
          <a:bodyPr lIns="0" tIns="0" rIns="0" bIns="0"/>
          <a:lstStyle>
            <a:lvl1pPr marL="0" indent="0">
              <a:spcBef>
                <a:spcPct val="0"/>
              </a:spcBef>
              <a:buFont typeface="Arial" pitchFamily="34" charset="0"/>
              <a:buNone/>
              <a:defRPr sz="1200" b="1">
                <a:solidFill>
                  <a:srgbClr val="5236AB"/>
                </a:solidFill>
                <a:latin typeface="+mj-lt"/>
              </a:defRPr>
            </a:lvl1pPr>
          </a:lstStyle>
          <a:p>
            <a:pPr indent="0">
              <a:buFont typeface="Arial" pitchFamily="34" charset="0"/>
              <a:buNone/>
            </a:pPr>
            <a:r>
              <a:rPr lang="en-US" noProof="0"/>
              <a:t>Other Experience</a:t>
            </a:r>
            <a:endParaRPr lang="en-US" sz="800" b="1" noProof="0">
              <a:solidFill>
                <a:schemeClr val="accent3"/>
              </a:solidFill>
            </a:endParaRPr>
          </a:p>
        </p:txBody>
      </p:sp>
      <p:sp>
        <p:nvSpPr>
          <p:cNvPr id="11" name="Other experiences placeholder">
            <a:extLst>
              <a:ext uri="{FF2B5EF4-FFF2-40B4-BE49-F238E27FC236}">
                <a16:creationId xmlns:a16="http://schemas.microsoft.com/office/drawing/2014/main" id="{5F8FE79C-1310-0D3D-FCE6-9DAB67EDCDAF}"/>
              </a:ext>
            </a:extLst>
          </p:cNvPr>
          <p:cNvSpPr>
            <a:spLocks noGrp="1"/>
          </p:cNvSpPr>
          <p:nvPr>
            <p:ph type="body" sz="quarter" idx="30" hasCustomPrompt="1"/>
          </p:nvPr>
        </p:nvSpPr>
        <p:spPr>
          <a:xfrm>
            <a:off x="2294263" y="1828795"/>
            <a:ext cx="9116568" cy="4261104"/>
          </a:xfrm>
          <a:prstGeom prst="rect">
            <a:avLst/>
          </a:prstGeom>
          <a:noFill/>
        </p:spPr>
        <p:txBody>
          <a:bodyPr lIns="0" tIns="0" rIns="0" bIns="0" numCol="1"/>
          <a:lstStyle>
            <a:lvl1pPr marL="0" indent="0">
              <a:lnSpc>
                <a:spcPct val="140000"/>
              </a:lnSpc>
              <a:spcBef>
                <a:spcPts val="0"/>
              </a:spcBef>
              <a:buFont typeface="Arial" panose="020B0604020202020204" pitchFamily="34" charset="0"/>
              <a:buNone/>
              <a:defRPr sz="1000">
                <a:solidFill>
                  <a:srgbClr val="E31937"/>
                </a:solidFill>
              </a:defRPr>
            </a:lvl1pPr>
            <a:lvl2pPr marL="169863" indent="-169863">
              <a:lnSpc>
                <a:spcPct val="140000"/>
              </a:lnSpc>
              <a:spcBef>
                <a:spcPts val="0"/>
              </a:spcBef>
              <a:buFont typeface="Arial" panose="020B0604020202020204" pitchFamily="34" charset="0"/>
              <a:buChar char="•"/>
              <a:defRPr sz="1000"/>
            </a:lvl2pPr>
            <a:lvl3pPr marL="457200" indent="-223838">
              <a:lnSpc>
                <a:spcPct val="140000"/>
              </a:lnSpc>
              <a:spcBef>
                <a:spcPts val="0"/>
              </a:spcBef>
              <a:buFont typeface="Arial" panose="020B0604020202020204" pitchFamily="34" charset="0"/>
              <a:buChar char="─"/>
              <a:defRPr sz="1000"/>
            </a:lvl3pPr>
          </a:lstStyle>
          <a:p>
            <a:pPr lvl="0"/>
            <a:r>
              <a:rPr lang="en-US" noProof="0"/>
              <a:t>Client, Project description (Dates mm/</a:t>
            </a:r>
            <a:r>
              <a:rPr lang="en-US" noProof="0" err="1"/>
              <a:t>yy</a:t>
            </a:r>
            <a:r>
              <a:rPr lang="en-US" noProof="0"/>
              <a:t> to mm/</a:t>
            </a:r>
            <a:r>
              <a:rPr lang="en-US" noProof="0" err="1"/>
              <a:t>yy</a:t>
            </a:r>
            <a:r>
              <a:rPr lang="en-US" noProof="0"/>
              <a:t>)</a:t>
            </a:r>
          </a:p>
          <a:p>
            <a:pPr lvl="1"/>
            <a:r>
              <a:rPr lang="en-US" noProof="0"/>
              <a:t>Provide a brief project description or your tasks in a short paragraph</a:t>
            </a:r>
          </a:p>
          <a:p>
            <a:pPr lvl="2"/>
            <a:r>
              <a:rPr lang="en-US" noProof="0"/>
              <a:t>Third level</a:t>
            </a:r>
          </a:p>
        </p:txBody>
      </p:sp>
      <p:sp>
        <p:nvSpPr>
          <p:cNvPr id="2" name="Footer Placeholder 1">
            <a:extLst>
              <a:ext uri="{FF2B5EF4-FFF2-40B4-BE49-F238E27FC236}">
                <a16:creationId xmlns:a16="http://schemas.microsoft.com/office/drawing/2014/main" id="{9ED99596-0F8D-5C06-9CBF-8D5373890E4D}"/>
              </a:ext>
              <a:ext uri="{C183D7F6-B498-43B3-948B-1728B52AA6E4}">
                <adec:decorative xmlns:adec="http://schemas.microsoft.com/office/drawing/2017/decorative" val="1"/>
              </a:ext>
            </a:extLst>
          </p:cNvPr>
          <p:cNvSpPr>
            <a:spLocks noGrp="1"/>
          </p:cNvSpPr>
          <p:nvPr>
            <p:ph type="ftr" sz="quarter" idx="34"/>
          </p:nvPr>
        </p:nvSpPr>
        <p:spPr/>
        <p:txBody>
          <a:bodyPr/>
          <a:lstStyle>
            <a:lvl1pPr>
              <a:defRPr>
                <a:solidFill>
                  <a:srgbClr val="E6E6E6"/>
                </a:solidFill>
              </a:defRPr>
            </a:lvl1pPr>
          </a:lstStyle>
          <a:p>
            <a:endParaRPr lang="en-US" noProof="0"/>
          </a:p>
        </p:txBody>
      </p:sp>
      <p:sp>
        <p:nvSpPr>
          <p:cNvPr id="14" name="Slide Number Placeholder 13">
            <a:extLst>
              <a:ext uri="{FF2B5EF4-FFF2-40B4-BE49-F238E27FC236}">
                <a16:creationId xmlns:a16="http://schemas.microsoft.com/office/drawing/2014/main" id="{1AF06330-50E0-3BDE-BEA3-2C15DCF034EE}"/>
              </a:ext>
              <a:ext uri="{C183D7F6-B498-43B3-948B-1728B52AA6E4}">
                <adec:decorative xmlns:adec="http://schemas.microsoft.com/office/drawing/2017/decorative" val="1"/>
              </a:ext>
            </a:extLst>
          </p:cNvPr>
          <p:cNvSpPr>
            <a:spLocks noGrp="1"/>
          </p:cNvSpPr>
          <p:nvPr>
            <p:ph type="sldNum" sz="quarter" idx="33"/>
          </p:nvPr>
        </p:nvSpPr>
        <p:spPr/>
        <p:txBody>
          <a:bodyPr/>
          <a:lstStyle>
            <a:lvl1pPr>
              <a:defRPr>
                <a:solidFill>
                  <a:srgbClr val="E6E6E6"/>
                </a:solidFill>
              </a:defRPr>
            </a:lvl1pPr>
          </a:lstStyle>
          <a:p>
            <a:fld id="{525A3C56-E491-49B2-93F3-63532DF516BC}" type="slidenum">
              <a:rPr lang="en-US" noProof="0" smtClean="0"/>
              <a:pPr/>
              <a:t>‹n°›</a:t>
            </a:fld>
            <a:endParaRPr lang="en-US" noProof="0"/>
          </a:p>
        </p:txBody>
      </p:sp>
    </p:spTree>
    <p:extLst>
      <p:ext uri="{BB962C8B-B14F-4D97-AF65-F5344CB8AC3E}">
        <p14:creationId xmlns:p14="http://schemas.microsoft.com/office/powerpoint/2010/main" val="3436037412"/>
      </p:ext>
    </p:extLst>
  </p:cSld>
  <p:clrMapOvr>
    <a:masterClrMapping/>
  </p:clrMapOvr>
  <p:transition/>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Team - 1">
    <p:spTree>
      <p:nvGrpSpPr>
        <p:cNvPr id="1" name=""/>
        <p:cNvGrpSpPr/>
        <p:nvPr/>
      </p:nvGrpSpPr>
      <p:grpSpPr>
        <a:xfrm>
          <a:off x="0" y="0"/>
          <a:ext cx="0" cy="0"/>
          <a:chOff x="0" y="0"/>
          <a:chExt cx="0" cy="0"/>
        </a:xfrm>
      </p:grpSpPr>
      <p:sp>
        <p:nvSpPr>
          <p:cNvPr id="19" name="Title 1">
            <a:extLst>
              <a:ext uri="{FF2B5EF4-FFF2-40B4-BE49-F238E27FC236}">
                <a16:creationId xmlns:a16="http://schemas.microsoft.com/office/drawing/2014/main" id="{E66DC41F-5ACE-874C-857A-162C3A79A894}"/>
              </a:ext>
            </a:extLst>
          </p:cNvPr>
          <p:cNvSpPr>
            <a:spLocks noGrp="1"/>
          </p:cNvSpPr>
          <p:nvPr>
            <p:ph type="title" hasCustomPrompt="1"/>
          </p:nvPr>
        </p:nvSpPr>
        <p:spPr>
          <a:xfrm>
            <a:off x="765737" y="683246"/>
            <a:ext cx="10676438" cy="531097"/>
          </a:xfrm>
        </p:spPr>
        <p:txBody>
          <a:bodyPr>
            <a:noAutofit/>
          </a:bodyPr>
          <a:lstStyle>
            <a:lvl1pPr>
              <a:defRPr sz="2800">
                <a:solidFill>
                  <a:schemeClr val="tx1"/>
                </a:solidFill>
                <a:latin typeface="+mj-lt"/>
              </a:defRPr>
            </a:lvl1pPr>
          </a:lstStyle>
          <a:p>
            <a:r>
              <a:rPr lang="en-US" noProof="0"/>
              <a:t>Team slide with 1 individual – click to add title</a:t>
            </a:r>
          </a:p>
        </p:txBody>
      </p:sp>
      <p:sp>
        <p:nvSpPr>
          <p:cNvPr id="2" name="Picture Placeholder 9" descr="Photograph of First and Last name &#10;(person the slide is referencing)">
            <a:extLst>
              <a:ext uri="{FF2B5EF4-FFF2-40B4-BE49-F238E27FC236}">
                <a16:creationId xmlns:a16="http://schemas.microsoft.com/office/drawing/2014/main" id="{231AFE98-6A5E-D4D3-B165-B845C3DD26D1}"/>
              </a:ext>
            </a:extLst>
          </p:cNvPr>
          <p:cNvSpPr>
            <a:spLocks noGrp="1"/>
          </p:cNvSpPr>
          <p:nvPr>
            <p:ph type="pic" sz="quarter" idx="13" hasCustomPrompt="1"/>
          </p:nvPr>
        </p:nvSpPr>
        <p:spPr>
          <a:xfrm>
            <a:off x="1522413" y="2423694"/>
            <a:ext cx="2268538" cy="2268000"/>
          </a:xfrm>
          <a:custGeom>
            <a:avLst/>
            <a:gdLst>
              <a:gd name="connsiteX0" fmla="*/ 0 w 2268538"/>
              <a:gd name="connsiteY0" fmla="*/ 0 h 2268000"/>
              <a:gd name="connsiteX1" fmla="*/ 2268538 w 2268538"/>
              <a:gd name="connsiteY1" fmla="*/ 0 h 2268000"/>
              <a:gd name="connsiteX2" fmla="*/ 2268538 w 2268538"/>
              <a:gd name="connsiteY2" fmla="*/ 2268000 h 2268000"/>
              <a:gd name="connsiteX3" fmla="*/ 763200 w 2268538"/>
              <a:gd name="connsiteY3" fmla="*/ 2268000 h 2268000"/>
              <a:gd name="connsiteX4" fmla="*/ 763200 w 2268538"/>
              <a:gd name="connsiteY4" fmla="*/ 1504800 h 2268000"/>
              <a:gd name="connsiteX5" fmla="*/ 0 w 2268538"/>
              <a:gd name="connsiteY5" fmla="*/ 1504800 h 226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268538" h="2268000">
                <a:moveTo>
                  <a:pt x="0" y="0"/>
                </a:moveTo>
                <a:lnTo>
                  <a:pt x="2268538" y="0"/>
                </a:lnTo>
                <a:lnTo>
                  <a:pt x="2268538" y="2268000"/>
                </a:lnTo>
                <a:lnTo>
                  <a:pt x="763200" y="2268000"/>
                </a:lnTo>
                <a:lnTo>
                  <a:pt x="763200" y="1504800"/>
                </a:lnTo>
                <a:lnTo>
                  <a:pt x="0" y="1504800"/>
                </a:lnTo>
                <a:close/>
              </a:path>
            </a:pathLst>
          </a:custGeom>
        </p:spPr>
        <p:txBody>
          <a:bodyPr wrap="square">
            <a:noAutofit/>
          </a:bodyPr>
          <a:lstStyle>
            <a:lvl1pPr marL="0" indent="0" algn="ctr">
              <a:buNone/>
              <a:defRPr sz="1400"/>
            </a:lvl1pPr>
          </a:lstStyle>
          <a:p>
            <a:r>
              <a:rPr lang="en-US" noProof="0"/>
              <a:t>Click on icon to add photo</a:t>
            </a:r>
          </a:p>
        </p:txBody>
      </p:sp>
      <p:sp>
        <p:nvSpPr>
          <p:cNvPr id="5" name="Name placeholder">
            <a:extLst>
              <a:ext uri="{FF2B5EF4-FFF2-40B4-BE49-F238E27FC236}">
                <a16:creationId xmlns:a16="http://schemas.microsoft.com/office/drawing/2014/main" id="{6679637A-741D-5947-2DB7-086DDC016755}"/>
              </a:ext>
            </a:extLst>
          </p:cNvPr>
          <p:cNvSpPr>
            <a:spLocks noGrp="1"/>
          </p:cNvSpPr>
          <p:nvPr>
            <p:ph type="body" sz="quarter" idx="29" hasCustomPrompt="1"/>
          </p:nvPr>
        </p:nvSpPr>
        <p:spPr>
          <a:xfrm>
            <a:off x="4314026" y="2423649"/>
            <a:ext cx="6353973" cy="472710"/>
          </a:xfrm>
          <a:prstGeom prst="rect">
            <a:avLst/>
          </a:prstGeom>
        </p:spPr>
        <p:txBody>
          <a:bodyPr lIns="0" tIns="0" rIns="0" bIns="0" anchor="ctr">
            <a:noAutofit/>
          </a:bodyPr>
          <a:lstStyle>
            <a:lvl1pPr marL="0" indent="0" algn="l">
              <a:spcBef>
                <a:spcPts val="0"/>
              </a:spcBef>
              <a:buNone/>
              <a:defRPr sz="1600" b="1">
                <a:solidFill>
                  <a:schemeClr val="tx1"/>
                </a:solidFill>
                <a:latin typeface="+mj-lt"/>
              </a:defRPr>
            </a:lvl1pPr>
            <a:lvl4pPr marL="1371600" indent="0">
              <a:buNone/>
              <a:defRPr/>
            </a:lvl4pPr>
          </a:lstStyle>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r>
              <a:rPr lang="en-US" noProof="0"/>
              <a:t>First and Last name</a:t>
            </a:r>
          </a:p>
        </p:txBody>
      </p:sp>
      <p:sp>
        <p:nvSpPr>
          <p:cNvPr id="6" name="Text placeholder">
            <a:extLst>
              <a:ext uri="{FF2B5EF4-FFF2-40B4-BE49-F238E27FC236}">
                <a16:creationId xmlns:a16="http://schemas.microsoft.com/office/drawing/2014/main" id="{F7A2D79E-F40F-3EAF-8DB2-4BBCB968920B}"/>
              </a:ext>
            </a:extLst>
          </p:cNvPr>
          <p:cNvSpPr>
            <a:spLocks noGrp="1"/>
          </p:cNvSpPr>
          <p:nvPr>
            <p:ph type="body" sz="quarter" idx="30" hasCustomPrompt="1"/>
          </p:nvPr>
        </p:nvSpPr>
        <p:spPr>
          <a:xfrm>
            <a:off x="4314027" y="3056433"/>
            <a:ext cx="6353972" cy="1635215"/>
          </a:xfrm>
          <a:prstGeom prst="rect">
            <a:avLst/>
          </a:prstGeom>
        </p:spPr>
        <p:txBody>
          <a:bodyPr lIns="0" tIns="0" rIns="0" bIns="0">
            <a:noAutofit/>
          </a:bodyPr>
          <a:lstStyle>
            <a:lvl1pPr marL="0" indent="0" algn="l">
              <a:spcBef>
                <a:spcPts val="0"/>
              </a:spcBef>
              <a:buNone/>
              <a:defRPr sz="1600" b="0">
                <a:solidFill>
                  <a:schemeClr val="tx1"/>
                </a:solidFill>
              </a:defRPr>
            </a:lvl1pPr>
            <a:lvl4pPr marL="1371600" indent="0">
              <a:buNone/>
              <a:defRPr/>
            </a:lvl4pPr>
          </a:lstStyle>
          <a:p>
            <a:pPr lvl="0"/>
            <a:r>
              <a:rPr lang="en-US" noProof="0"/>
              <a:t>Job title</a:t>
            </a:r>
          </a:p>
          <a:p>
            <a:pPr lvl="0"/>
            <a:r>
              <a:rPr lang="en-US" noProof="0"/>
              <a:t>Division</a:t>
            </a:r>
          </a:p>
          <a:p>
            <a:pPr lvl="0"/>
            <a:r>
              <a:rPr lang="en-US" noProof="0"/>
              <a:t>Office</a:t>
            </a:r>
          </a:p>
        </p:txBody>
      </p:sp>
      <p:sp>
        <p:nvSpPr>
          <p:cNvPr id="7" name="Cornerstone">
            <a:extLst>
              <a:ext uri="{FF2B5EF4-FFF2-40B4-BE49-F238E27FC236}">
                <a16:creationId xmlns:a16="http://schemas.microsoft.com/office/drawing/2014/main" id="{3FEF4AF0-5102-D72C-A0D3-2C61B18F3D90}"/>
              </a:ext>
              <a:ext uri="{C183D7F6-B498-43B3-948B-1728B52AA6E4}">
                <adec:decorative xmlns:adec="http://schemas.microsoft.com/office/drawing/2017/decorative" val="1"/>
              </a:ext>
            </a:extLst>
          </p:cNvPr>
          <p:cNvSpPr>
            <a:spLocks noChangeAspect="1"/>
          </p:cNvSpPr>
          <p:nvPr userDrawn="1"/>
        </p:nvSpPr>
        <p:spPr bwMode="gray">
          <a:xfrm rot="16200000">
            <a:off x="1522413" y="3924894"/>
            <a:ext cx="766800" cy="766799"/>
          </a:xfrm>
          <a:custGeom>
            <a:avLst/>
            <a:gdLst>
              <a:gd name="connsiteX0" fmla="*/ 0 w 3168353"/>
              <a:gd name="connsiteY0" fmla="*/ 3168352 h 3168352"/>
              <a:gd name="connsiteX1" fmla="*/ 0 w 3168353"/>
              <a:gd name="connsiteY1" fmla="*/ 1902429 h 3168352"/>
              <a:gd name="connsiteX2" fmla="*/ 1902430 w 3168353"/>
              <a:gd name="connsiteY2" fmla="*/ 1902429 h 3168352"/>
              <a:gd name="connsiteX3" fmla="*/ 1902430 w 3168353"/>
              <a:gd name="connsiteY3" fmla="*/ 0 h 3168352"/>
              <a:gd name="connsiteX4" fmla="*/ 3168353 w 3168353"/>
              <a:gd name="connsiteY4" fmla="*/ 0 h 3168352"/>
              <a:gd name="connsiteX5" fmla="*/ 3168353 w 3168353"/>
              <a:gd name="connsiteY5" fmla="*/ 3168352 h 3168352"/>
              <a:gd name="connsiteX6" fmla="*/ 1902430 w 3168353"/>
              <a:gd name="connsiteY6" fmla="*/ 3168352 h 3168352"/>
              <a:gd name="connsiteX7" fmla="*/ 1902430 w 3168353"/>
              <a:gd name="connsiteY7" fmla="*/ 3168352 h 31683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168353" h="3168352">
                <a:moveTo>
                  <a:pt x="0" y="3168352"/>
                </a:moveTo>
                <a:lnTo>
                  <a:pt x="0" y="1902429"/>
                </a:lnTo>
                <a:lnTo>
                  <a:pt x="1902430" y="1902429"/>
                </a:lnTo>
                <a:lnTo>
                  <a:pt x="1902430" y="0"/>
                </a:lnTo>
                <a:lnTo>
                  <a:pt x="3168353" y="0"/>
                </a:lnTo>
                <a:lnTo>
                  <a:pt x="3168353" y="3168352"/>
                </a:lnTo>
                <a:lnTo>
                  <a:pt x="1902430" y="3168352"/>
                </a:lnTo>
                <a:lnTo>
                  <a:pt x="1902430" y="3168352"/>
                </a:lnTo>
                <a:close/>
              </a:path>
            </a:pathLst>
          </a:custGeom>
          <a:gradFill flip="none" rotWithShape="1">
            <a:gsLst>
              <a:gs pos="60000">
                <a:srgbClr val="A82465"/>
              </a:gs>
              <a:gs pos="0">
                <a:srgbClr val="E31937"/>
              </a:gs>
              <a:gs pos="100000">
                <a:srgbClr val="5236AB"/>
              </a:gs>
            </a:gsLst>
            <a:lin ang="16800000" scaled="0"/>
            <a:tileRect/>
          </a:gradFill>
          <a:ln w="9525" algn="ctr">
            <a:noFill/>
            <a:miter lim="800000"/>
            <a:headEnd/>
            <a:tailEnd/>
          </a:ln>
          <a:effectLst/>
        </p:spPr>
        <p:txBody>
          <a:bodyPr lIns="63500" tIns="0" rIns="64800" bIns="0" rtlCol="0" anchor="ctr"/>
          <a:lstStyle/>
          <a:p>
            <a:pPr lvl="0" algn="ctr">
              <a:spcBef>
                <a:spcPct val="0"/>
              </a:spcBef>
              <a:buClrTx/>
              <a:buSzPct val="90000"/>
            </a:pPr>
            <a:endParaRPr lang="en-US" sz="1600" b="1" noProof="0">
              <a:solidFill>
                <a:schemeClr val="bg1"/>
              </a:solidFill>
              <a:cs typeface="Arial" pitchFamily="34" charset="0"/>
            </a:endParaRPr>
          </a:p>
        </p:txBody>
      </p:sp>
      <p:sp>
        <p:nvSpPr>
          <p:cNvPr id="3" name="Footer Placeholder 2">
            <a:extLst>
              <a:ext uri="{FF2B5EF4-FFF2-40B4-BE49-F238E27FC236}">
                <a16:creationId xmlns:a16="http://schemas.microsoft.com/office/drawing/2014/main" id="{0E106856-5803-3126-21B5-742CEC17F429}"/>
              </a:ext>
              <a:ext uri="{C183D7F6-B498-43B3-948B-1728B52AA6E4}">
                <adec:decorative xmlns:adec="http://schemas.microsoft.com/office/drawing/2017/decorative" val="1"/>
              </a:ext>
            </a:extLst>
          </p:cNvPr>
          <p:cNvSpPr>
            <a:spLocks noGrp="1"/>
          </p:cNvSpPr>
          <p:nvPr>
            <p:ph type="ftr" sz="quarter" idx="34"/>
          </p:nvPr>
        </p:nvSpPr>
        <p:spPr/>
        <p:txBody>
          <a:bodyPr/>
          <a:lstStyle>
            <a:lvl1pPr>
              <a:defRPr>
                <a:solidFill>
                  <a:srgbClr val="E6E6E6"/>
                </a:solidFill>
              </a:defRPr>
            </a:lvl1pPr>
          </a:lstStyle>
          <a:p>
            <a:endParaRPr lang="en-US" noProof="0"/>
          </a:p>
        </p:txBody>
      </p:sp>
      <p:sp>
        <p:nvSpPr>
          <p:cNvPr id="11" name="Slide Number Placeholder 10">
            <a:extLst>
              <a:ext uri="{FF2B5EF4-FFF2-40B4-BE49-F238E27FC236}">
                <a16:creationId xmlns:a16="http://schemas.microsoft.com/office/drawing/2014/main" id="{0F633D6F-3800-D2EE-F82B-3BCFB87E741C}"/>
              </a:ext>
              <a:ext uri="{C183D7F6-B498-43B3-948B-1728B52AA6E4}">
                <adec:decorative xmlns:adec="http://schemas.microsoft.com/office/drawing/2017/decorative" val="1"/>
              </a:ext>
            </a:extLst>
          </p:cNvPr>
          <p:cNvSpPr>
            <a:spLocks noGrp="1"/>
          </p:cNvSpPr>
          <p:nvPr>
            <p:ph type="sldNum" sz="quarter" idx="33"/>
          </p:nvPr>
        </p:nvSpPr>
        <p:spPr/>
        <p:txBody>
          <a:bodyPr/>
          <a:lstStyle>
            <a:lvl1pPr>
              <a:defRPr>
                <a:solidFill>
                  <a:srgbClr val="E6E6E6"/>
                </a:solidFill>
              </a:defRPr>
            </a:lvl1pPr>
          </a:lstStyle>
          <a:p>
            <a:fld id="{525A3C56-E491-49B2-93F3-63532DF516BC}" type="slidenum">
              <a:rPr lang="en-US" noProof="0" smtClean="0"/>
              <a:pPr/>
              <a:t>‹n°›</a:t>
            </a:fld>
            <a:endParaRPr lang="en-US" noProof="0"/>
          </a:p>
        </p:txBody>
      </p:sp>
    </p:spTree>
    <p:extLst>
      <p:ext uri="{BB962C8B-B14F-4D97-AF65-F5344CB8AC3E}">
        <p14:creationId xmlns:p14="http://schemas.microsoft.com/office/powerpoint/2010/main" val="3667626380"/>
      </p:ext>
    </p:extLst>
  </p:cSld>
  <p:clrMapOvr>
    <a:masterClrMapping/>
  </p:clrMapOvr>
  <p:transition/>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Team - 2A">
    <p:spTree>
      <p:nvGrpSpPr>
        <p:cNvPr id="1" name=""/>
        <p:cNvGrpSpPr/>
        <p:nvPr/>
      </p:nvGrpSpPr>
      <p:grpSpPr>
        <a:xfrm>
          <a:off x="0" y="0"/>
          <a:ext cx="0" cy="0"/>
          <a:chOff x="0" y="0"/>
          <a:chExt cx="0" cy="0"/>
        </a:xfrm>
      </p:grpSpPr>
      <p:sp>
        <p:nvSpPr>
          <p:cNvPr id="19" name="Title 1">
            <a:extLst>
              <a:ext uri="{FF2B5EF4-FFF2-40B4-BE49-F238E27FC236}">
                <a16:creationId xmlns:a16="http://schemas.microsoft.com/office/drawing/2014/main" id="{E66DC41F-5ACE-874C-857A-162C3A79A894}"/>
              </a:ext>
            </a:extLst>
          </p:cNvPr>
          <p:cNvSpPr>
            <a:spLocks noGrp="1"/>
          </p:cNvSpPr>
          <p:nvPr>
            <p:ph type="title" hasCustomPrompt="1"/>
          </p:nvPr>
        </p:nvSpPr>
        <p:spPr>
          <a:xfrm>
            <a:off x="765737" y="683246"/>
            <a:ext cx="10661904" cy="531097"/>
          </a:xfrm>
          <a:noFill/>
        </p:spPr>
        <p:txBody>
          <a:bodyPr>
            <a:noAutofit/>
          </a:bodyPr>
          <a:lstStyle>
            <a:lvl1pPr>
              <a:defRPr sz="2800">
                <a:solidFill>
                  <a:schemeClr val="tx1"/>
                </a:solidFill>
              </a:defRPr>
            </a:lvl1pPr>
          </a:lstStyle>
          <a:p>
            <a:r>
              <a:rPr lang="en-US" noProof="0"/>
              <a:t>Team slide with 2 individuals (layout A) – click to add title</a:t>
            </a:r>
          </a:p>
        </p:txBody>
      </p:sp>
      <p:grpSp>
        <p:nvGrpSpPr>
          <p:cNvPr id="4" name="Group 3">
            <a:extLst>
              <a:ext uri="{FF2B5EF4-FFF2-40B4-BE49-F238E27FC236}">
                <a16:creationId xmlns:a16="http://schemas.microsoft.com/office/drawing/2014/main" id="{D17F034D-7149-A614-1695-FEAB4805FE2F}"/>
              </a:ext>
              <a:ext uri="{C183D7F6-B498-43B3-948B-1728B52AA6E4}">
                <adec:decorative xmlns:adec="http://schemas.microsoft.com/office/drawing/2017/decorative" val="1"/>
              </a:ext>
            </a:extLst>
          </p:cNvPr>
          <p:cNvGrpSpPr/>
          <p:nvPr userDrawn="1"/>
        </p:nvGrpSpPr>
        <p:grpSpPr>
          <a:xfrm>
            <a:off x="0" y="1417320"/>
            <a:ext cx="12193200" cy="4686324"/>
            <a:chOff x="0" y="1417320"/>
            <a:chExt cx="12193200" cy="4686324"/>
          </a:xfrm>
        </p:grpSpPr>
        <p:sp>
          <p:nvSpPr>
            <p:cNvPr id="5" name="TextBox 4">
              <a:extLst>
                <a:ext uri="{FF2B5EF4-FFF2-40B4-BE49-F238E27FC236}">
                  <a16:creationId xmlns:a16="http://schemas.microsoft.com/office/drawing/2014/main" id="{4A519421-BBC9-E265-BC60-0732030545E4}"/>
                </a:ext>
                <a:ext uri="{C183D7F6-B498-43B3-948B-1728B52AA6E4}">
                  <adec:decorative xmlns:adec="http://schemas.microsoft.com/office/drawing/2017/decorative" val="1"/>
                </a:ext>
              </a:extLst>
            </p:cNvPr>
            <p:cNvSpPr txBox="1"/>
            <p:nvPr userDrawn="1"/>
          </p:nvSpPr>
          <p:spPr>
            <a:xfrm>
              <a:off x="0" y="1525320"/>
              <a:ext cx="12192000" cy="4578324"/>
            </a:xfrm>
            <a:prstGeom prst="rect">
              <a:avLst/>
            </a:prstGeom>
            <a:solidFill>
              <a:srgbClr val="F8F8F8"/>
            </a:solidFill>
          </p:spPr>
          <p:txBody>
            <a:bodyPr vert="horz" wrap="square" lIns="0" tIns="0" rIns="0" bIns="0" rtlCol="0" anchor="t" anchorCtr="0">
              <a:normAutofit/>
            </a:bodyPr>
            <a:lstStyle/>
            <a:p>
              <a:pPr algn="l"/>
              <a:endParaRPr lang="en-US" noProof="0"/>
            </a:p>
          </p:txBody>
        </p:sp>
        <p:sp>
          <p:nvSpPr>
            <p:cNvPr id="6" name="TextBox 5">
              <a:extLst>
                <a:ext uri="{FF2B5EF4-FFF2-40B4-BE49-F238E27FC236}">
                  <a16:creationId xmlns:a16="http://schemas.microsoft.com/office/drawing/2014/main" id="{061CB1A3-4B69-185D-4EF4-F12A804B76E6}"/>
                </a:ext>
                <a:ext uri="{C183D7F6-B498-43B3-948B-1728B52AA6E4}">
                  <adec:decorative xmlns:adec="http://schemas.microsoft.com/office/drawing/2017/decorative" val="1"/>
                </a:ext>
              </a:extLst>
            </p:cNvPr>
            <p:cNvSpPr txBox="1"/>
            <p:nvPr userDrawn="1"/>
          </p:nvSpPr>
          <p:spPr>
            <a:xfrm>
              <a:off x="0" y="1417320"/>
              <a:ext cx="12193200" cy="108000"/>
            </a:xfrm>
            <a:prstGeom prst="rect">
              <a:avLst/>
            </a:prstGeom>
            <a:gradFill>
              <a:gsLst>
                <a:gs pos="60000">
                  <a:srgbClr val="B91C3A"/>
                </a:gs>
                <a:gs pos="0">
                  <a:srgbClr val="E31937"/>
                </a:gs>
                <a:gs pos="100000">
                  <a:srgbClr val="5236AB"/>
                </a:gs>
              </a:gsLst>
              <a:lin ang="10800000" scaled="0"/>
            </a:gradFill>
          </p:spPr>
          <p:txBody>
            <a:bodyPr vert="horz" wrap="square" lIns="0" tIns="0" rIns="0" bIns="0" rtlCol="0" anchor="t" anchorCtr="0">
              <a:normAutofit fontScale="40000" lnSpcReduction="20000"/>
            </a:bodyPr>
            <a:lstStyle/>
            <a:p>
              <a:pPr algn="l"/>
              <a:endParaRPr lang="en-US" noProof="0"/>
            </a:p>
          </p:txBody>
        </p:sp>
      </p:grpSp>
      <p:sp>
        <p:nvSpPr>
          <p:cNvPr id="8" name="Picture placeholder 5" descr="Photograph of First and Last name &#10;(person the slide is referencing)">
            <a:extLst>
              <a:ext uri="{FF2B5EF4-FFF2-40B4-BE49-F238E27FC236}">
                <a16:creationId xmlns:a16="http://schemas.microsoft.com/office/drawing/2014/main" id="{12EC7163-7641-E7F6-4273-34D71DCF4372}"/>
              </a:ext>
            </a:extLst>
          </p:cNvPr>
          <p:cNvSpPr>
            <a:spLocks noGrp="1" noChangeAspect="1"/>
          </p:cNvSpPr>
          <p:nvPr>
            <p:ph type="pic" sz="quarter" idx="12" hasCustomPrompt="1"/>
          </p:nvPr>
        </p:nvSpPr>
        <p:spPr>
          <a:xfrm>
            <a:off x="3744272" y="2091264"/>
            <a:ext cx="1655455" cy="1655064"/>
          </a:xfrm>
          <a:prstGeom prst="rect">
            <a:avLst/>
          </a:prstGeom>
          <a:ln w="95250" cmpd="sng">
            <a:solidFill>
              <a:schemeClr val="bg1"/>
            </a:solidFill>
            <a:miter lim="800000"/>
          </a:ln>
          <a:effectLst>
            <a:outerShdw blurRad="152400" dist="50800" dir="2700000" algn="tl" rotWithShape="0">
              <a:schemeClr val="tx1">
                <a:alpha val="25478"/>
              </a:schemeClr>
            </a:outerShdw>
          </a:effectLst>
        </p:spPr>
        <p:txBody>
          <a:bodyPr lIns="182880" tIns="182880" rIns="91440">
            <a:noAutofit/>
          </a:bodyPr>
          <a:lstStyle>
            <a:lvl1pPr marL="0" indent="0">
              <a:buNone/>
              <a:defRPr sz="1400"/>
            </a:lvl1pPr>
          </a:lstStyle>
          <a:p>
            <a:r>
              <a:rPr lang="en-US" noProof="0"/>
              <a:t>Click icon to add photo</a:t>
            </a:r>
          </a:p>
        </p:txBody>
      </p:sp>
      <p:sp>
        <p:nvSpPr>
          <p:cNvPr id="15" name="Text placeholder 5">
            <a:extLst>
              <a:ext uri="{FF2B5EF4-FFF2-40B4-BE49-F238E27FC236}">
                <a16:creationId xmlns:a16="http://schemas.microsoft.com/office/drawing/2014/main" id="{5CAA202A-5196-3008-D768-8C9A0F9DB6EA}"/>
              </a:ext>
            </a:extLst>
          </p:cNvPr>
          <p:cNvSpPr>
            <a:spLocks noGrp="1"/>
          </p:cNvSpPr>
          <p:nvPr>
            <p:ph type="body" sz="quarter" idx="27" hasCustomPrompt="1"/>
          </p:nvPr>
        </p:nvSpPr>
        <p:spPr>
          <a:xfrm>
            <a:off x="3435781" y="4096409"/>
            <a:ext cx="2272437" cy="472710"/>
          </a:xfrm>
          <a:prstGeom prst="rect">
            <a:avLst/>
          </a:prstGeom>
        </p:spPr>
        <p:txBody>
          <a:bodyPr lIns="0" tIns="0" rIns="0" bIns="0" anchor="b">
            <a:noAutofit/>
          </a:bodyPr>
          <a:lstStyle>
            <a:lvl1pPr marL="0" indent="0" algn="ctr">
              <a:lnSpc>
                <a:spcPct val="90000"/>
              </a:lnSpc>
              <a:spcBef>
                <a:spcPts val="0"/>
              </a:spcBef>
              <a:buNone/>
              <a:defRPr sz="1600" b="1">
                <a:solidFill>
                  <a:schemeClr val="tx1"/>
                </a:solidFill>
              </a:defRPr>
            </a:lvl1pPr>
            <a:lvl4pPr marL="1371600" indent="0">
              <a:buNone/>
              <a:defRPr/>
            </a:lvl4pPr>
          </a:lstStyle>
          <a:p>
            <a:pPr lvl="0"/>
            <a:r>
              <a:rPr lang="en-US" noProof="0"/>
              <a:t>First and Last name</a:t>
            </a:r>
          </a:p>
        </p:txBody>
      </p:sp>
      <p:sp>
        <p:nvSpPr>
          <p:cNvPr id="16" name="Text placeholder 5">
            <a:extLst>
              <a:ext uri="{FF2B5EF4-FFF2-40B4-BE49-F238E27FC236}">
                <a16:creationId xmlns:a16="http://schemas.microsoft.com/office/drawing/2014/main" id="{6B3AC22D-2FAC-715A-5263-BCA1A63D69BF}"/>
              </a:ext>
            </a:extLst>
          </p:cNvPr>
          <p:cNvSpPr>
            <a:spLocks noGrp="1"/>
          </p:cNvSpPr>
          <p:nvPr>
            <p:ph type="body" sz="quarter" idx="28" hasCustomPrompt="1"/>
          </p:nvPr>
        </p:nvSpPr>
        <p:spPr>
          <a:xfrm>
            <a:off x="3435781" y="4723939"/>
            <a:ext cx="2272437" cy="1117442"/>
          </a:xfrm>
          <a:prstGeom prst="rect">
            <a:avLst/>
          </a:prstGeom>
        </p:spPr>
        <p:txBody>
          <a:bodyPr lIns="0" tIns="0" rIns="0" bIns="0">
            <a:noAutofit/>
          </a:bodyPr>
          <a:lstStyle>
            <a:lvl1pPr marL="0" indent="0" algn="ctr">
              <a:spcBef>
                <a:spcPts val="0"/>
              </a:spcBef>
              <a:buNone/>
              <a:defRPr sz="1600" b="0">
                <a:solidFill>
                  <a:schemeClr val="tx1"/>
                </a:solidFill>
              </a:defRPr>
            </a:lvl1pPr>
            <a:lvl4pPr marL="1371600" indent="0">
              <a:buNone/>
              <a:defRPr/>
            </a:lvl4pPr>
          </a:lstStyle>
          <a:p>
            <a:pPr lvl="0"/>
            <a:r>
              <a:rPr lang="en-US" noProof="0"/>
              <a:t>Job title or role          Division or Location</a:t>
            </a:r>
          </a:p>
        </p:txBody>
      </p:sp>
      <p:sp>
        <p:nvSpPr>
          <p:cNvPr id="17" name="Picture placeholder 5" descr="Photograph of First and Last name &#10;(person the slide is referencing)">
            <a:extLst>
              <a:ext uri="{FF2B5EF4-FFF2-40B4-BE49-F238E27FC236}">
                <a16:creationId xmlns:a16="http://schemas.microsoft.com/office/drawing/2014/main" id="{C4D8F0BC-E3E7-4309-8BF4-8FF9C48BADC4}"/>
              </a:ext>
            </a:extLst>
          </p:cNvPr>
          <p:cNvSpPr>
            <a:spLocks noGrp="1" noChangeAspect="1"/>
          </p:cNvSpPr>
          <p:nvPr>
            <p:ph type="pic" sz="quarter" idx="33" hasCustomPrompt="1"/>
          </p:nvPr>
        </p:nvSpPr>
        <p:spPr>
          <a:xfrm>
            <a:off x="6795017" y="2091264"/>
            <a:ext cx="1655455" cy="1655064"/>
          </a:xfrm>
          <a:prstGeom prst="rect">
            <a:avLst/>
          </a:prstGeom>
          <a:ln w="95250" cmpd="sng">
            <a:solidFill>
              <a:schemeClr val="bg1"/>
            </a:solidFill>
            <a:miter lim="800000"/>
          </a:ln>
          <a:effectLst>
            <a:outerShdw blurRad="152400" dist="50800" dir="2700000" algn="tl" rotWithShape="0">
              <a:schemeClr val="tx1">
                <a:alpha val="25478"/>
              </a:schemeClr>
            </a:outerShdw>
          </a:effectLst>
        </p:spPr>
        <p:txBody>
          <a:bodyPr lIns="182880" tIns="182880" rIns="91440">
            <a:noAutofit/>
          </a:bodyPr>
          <a:lstStyle>
            <a:lvl1pPr marL="0" indent="0">
              <a:buNone/>
              <a:defRPr sz="1400"/>
            </a:lvl1pPr>
          </a:lstStyle>
          <a:p>
            <a:r>
              <a:rPr lang="en-US" noProof="0"/>
              <a:t>Click icon to add photo</a:t>
            </a:r>
          </a:p>
        </p:txBody>
      </p:sp>
      <p:sp>
        <p:nvSpPr>
          <p:cNvPr id="18" name="Text placeholder 5">
            <a:extLst>
              <a:ext uri="{FF2B5EF4-FFF2-40B4-BE49-F238E27FC236}">
                <a16:creationId xmlns:a16="http://schemas.microsoft.com/office/drawing/2014/main" id="{15B83155-C75C-C6F4-37BD-7930F2097638}"/>
              </a:ext>
            </a:extLst>
          </p:cNvPr>
          <p:cNvSpPr>
            <a:spLocks noGrp="1"/>
          </p:cNvSpPr>
          <p:nvPr>
            <p:ph type="body" sz="quarter" idx="29" hasCustomPrompt="1"/>
          </p:nvPr>
        </p:nvSpPr>
        <p:spPr>
          <a:xfrm>
            <a:off x="6486526" y="4091154"/>
            <a:ext cx="2272437" cy="472710"/>
          </a:xfrm>
          <a:prstGeom prst="rect">
            <a:avLst/>
          </a:prstGeom>
        </p:spPr>
        <p:txBody>
          <a:bodyPr lIns="0" tIns="0" rIns="0" bIns="0" anchor="b">
            <a:noAutofit/>
          </a:bodyPr>
          <a:lstStyle>
            <a:lvl1pPr marL="0" indent="0" algn="ctr">
              <a:lnSpc>
                <a:spcPct val="90000"/>
              </a:lnSpc>
              <a:spcBef>
                <a:spcPts val="0"/>
              </a:spcBef>
              <a:buNone/>
              <a:defRPr sz="1600" b="1">
                <a:solidFill>
                  <a:schemeClr val="tx1"/>
                </a:solidFill>
              </a:defRPr>
            </a:lvl1pPr>
            <a:lvl4pPr marL="1371600" indent="0">
              <a:buNone/>
              <a:defRPr/>
            </a:lvl4pPr>
          </a:lstStyle>
          <a:p>
            <a:pPr marL="0" marR="0" lvl="0" indent="0" algn="ctr" defTabSz="914400" rtl="0" eaLnBrk="1" fontAlgn="auto" latinLnBrk="0" hangingPunct="1">
              <a:lnSpc>
                <a:spcPct val="90000"/>
              </a:lnSpc>
              <a:spcBef>
                <a:spcPts val="0"/>
              </a:spcBef>
              <a:spcAft>
                <a:spcPts val="0"/>
              </a:spcAft>
              <a:buClrTx/>
              <a:buSzTx/>
              <a:buFont typeface="Arial" pitchFamily="34" charset="0"/>
              <a:buNone/>
              <a:tabLst/>
              <a:defRPr/>
            </a:pPr>
            <a:r>
              <a:rPr lang="en-US" noProof="0"/>
              <a:t>First and Last name</a:t>
            </a:r>
          </a:p>
        </p:txBody>
      </p:sp>
      <p:sp>
        <p:nvSpPr>
          <p:cNvPr id="20" name="Text placeholder 5">
            <a:extLst>
              <a:ext uri="{FF2B5EF4-FFF2-40B4-BE49-F238E27FC236}">
                <a16:creationId xmlns:a16="http://schemas.microsoft.com/office/drawing/2014/main" id="{D15A1721-09B8-7D7D-B5E1-52EA7FD69E55}"/>
              </a:ext>
            </a:extLst>
          </p:cNvPr>
          <p:cNvSpPr>
            <a:spLocks noGrp="1"/>
          </p:cNvSpPr>
          <p:nvPr>
            <p:ph type="body" sz="quarter" idx="30" hasCustomPrompt="1"/>
          </p:nvPr>
        </p:nvSpPr>
        <p:spPr>
          <a:xfrm>
            <a:off x="6486526" y="4723939"/>
            <a:ext cx="2272437" cy="1117442"/>
          </a:xfrm>
          <a:prstGeom prst="rect">
            <a:avLst/>
          </a:prstGeom>
        </p:spPr>
        <p:txBody>
          <a:bodyPr lIns="0" tIns="0" rIns="0" bIns="0">
            <a:noAutofit/>
          </a:bodyPr>
          <a:lstStyle>
            <a:lvl1pPr marL="0" indent="0" algn="ctr">
              <a:spcBef>
                <a:spcPts val="0"/>
              </a:spcBef>
              <a:buNone/>
              <a:defRPr sz="1600" b="0">
                <a:solidFill>
                  <a:schemeClr val="tx1"/>
                </a:solidFill>
              </a:defRPr>
            </a:lvl1pPr>
            <a:lvl4pPr marL="1371600" indent="0">
              <a:buNone/>
              <a:defRPr/>
            </a:lvl4pPr>
          </a:lstStyle>
          <a:p>
            <a:pPr lvl="0"/>
            <a:r>
              <a:rPr lang="en-US" noProof="0"/>
              <a:t>Job title or role     Division or Location</a:t>
            </a:r>
          </a:p>
        </p:txBody>
      </p:sp>
      <p:sp>
        <p:nvSpPr>
          <p:cNvPr id="3" name="Footer Placeholder 2">
            <a:extLst>
              <a:ext uri="{FF2B5EF4-FFF2-40B4-BE49-F238E27FC236}">
                <a16:creationId xmlns:a16="http://schemas.microsoft.com/office/drawing/2014/main" id="{5D2F76E3-C68E-FACE-879D-228018A9A671}"/>
              </a:ext>
              <a:ext uri="{C183D7F6-B498-43B3-948B-1728B52AA6E4}">
                <adec:decorative xmlns:adec="http://schemas.microsoft.com/office/drawing/2017/decorative" val="1"/>
              </a:ext>
            </a:extLst>
          </p:cNvPr>
          <p:cNvSpPr>
            <a:spLocks noGrp="1"/>
          </p:cNvSpPr>
          <p:nvPr userDrawn="1">
            <p:ph type="ftr" sz="quarter" idx="37"/>
          </p:nvPr>
        </p:nvSpPr>
        <p:spPr/>
        <p:txBody>
          <a:bodyPr/>
          <a:lstStyle>
            <a:lvl1pPr>
              <a:defRPr>
                <a:solidFill>
                  <a:srgbClr val="E6E6E6"/>
                </a:solidFill>
              </a:defRPr>
            </a:lvl1pPr>
          </a:lstStyle>
          <a:p>
            <a:endParaRPr lang="en-US" noProof="0"/>
          </a:p>
        </p:txBody>
      </p:sp>
      <p:sp>
        <p:nvSpPr>
          <p:cNvPr id="9" name="Slide Number Placeholder 8">
            <a:extLst>
              <a:ext uri="{FF2B5EF4-FFF2-40B4-BE49-F238E27FC236}">
                <a16:creationId xmlns:a16="http://schemas.microsoft.com/office/drawing/2014/main" id="{5FB2635F-AE60-4A1F-B4D8-39B721D0525E}"/>
              </a:ext>
              <a:ext uri="{C183D7F6-B498-43B3-948B-1728B52AA6E4}">
                <adec:decorative xmlns:adec="http://schemas.microsoft.com/office/drawing/2017/decorative" val="1"/>
              </a:ext>
            </a:extLst>
          </p:cNvPr>
          <p:cNvSpPr>
            <a:spLocks noGrp="1"/>
          </p:cNvSpPr>
          <p:nvPr userDrawn="1">
            <p:ph type="sldNum" sz="quarter" idx="36"/>
          </p:nvPr>
        </p:nvSpPr>
        <p:spPr/>
        <p:txBody>
          <a:bodyPr/>
          <a:lstStyle>
            <a:lvl1pPr>
              <a:defRPr>
                <a:solidFill>
                  <a:srgbClr val="E6E6E6"/>
                </a:solidFill>
              </a:defRPr>
            </a:lvl1pPr>
          </a:lstStyle>
          <a:p>
            <a:fld id="{525A3C56-E491-49B2-93F3-63532DF516BC}" type="slidenum">
              <a:rPr lang="en-US" noProof="0" smtClean="0"/>
              <a:pPr/>
              <a:t>‹n°›</a:t>
            </a:fld>
            <a:endParaRPr lang="en-US" noProof="0"/>
          </a:p>
        </p:txBody>
      </p:sp>
    </p:spTree>
    <p:extLst>
      <p:ext uri="{BB962C8B-B14F-4D97-AF65-F5344CB8AC3E}">
        <p14:creationId xmlns:p14="http://schemas.microsoft.com/office/powerpoint/2010/main" val="446323688"/>
      </p:ext>
    </p:extLst>
  </p:cSld>
  <p:clrMapOvr>
    <a:masterClrMapping/>
  </p:clrMapOvr>
  <p:transition/>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Team - 2B">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A727B934-DD85-9B55-DE17-672E2E708D16}"/>
              </a:ext>
            </a:extLst>
          </p:cNvPr>
          <p:cNvSpPr>
            <a:spLocks noGrp="1"/>
          </p:cNvSpPr>
          <p:nvPr>
            <p:ph type="title" hasCustomPrompt="1"/>
          </p:nvPr>
        </p:nvSpPr>
        <p:spPr>
          <a:xfrm>
            <a:off x="765737" y="683246"/>
            <a:ext cx="10661904" cy="531097"/>
          </a:xfrm>
          <a:noFill/>
        </p:spPr>
        <p:txBody>
          <a:bodyPr>
            <a:noAutofit/>
          </a:bodyPr>
          <a:lstStyle>
            <a:lvl1pPr>
              <a:defRPr sz="2800">
                <a:solidFill>
                  <a:schemeClr val="tx1"/>
                </a:solidFill>
              </a:defRPr>
            </a:lvl1pPr>
          </a:lstStyle>
          <a:p>
            <a:r>
              <a:rPr lang="en-US" noProof="0"/>
              <a:t>Team slide with 2 individuals (layout B) – click to add title</a:t>
            </a:r>
          </a:p>
        </p:txBody>
      </p:sp>
      <p:grpSp>
        <p:nvGrpSpPr>
          <p:cNvPr id="6" name="Group 5">
            <a:extLst>
              <a:ext uri="{FF2B5EF4-FFF2-40B4-BE49-F238E27FC236}">
                <a16:creationId xmlns:a16="http://schemas.microsoft.com/office/drawing/2014/main" id="{C7987D90-C3F5-2B7E-7C35-1164F51996A3}"/>
              </a:ext>
              <a:ext uri="{C183D7F6-B498-43B3-948B-1728B52AA6E4}">
                <adec:decorative xmlns:adec="http://schemas.microsoft.com/office/drawing/2017/decorative" val="1"/>
              </a:ext>
            </a:extLst>
          </p:cNvPr>
          <p:cNvGrpSpPr/>
          <p:nvPr userDrawn="1"/>
        </p:nvGrpSpPr>
        <p:grpSpPr>
          <a:xfrm>
            <a:off x="0" y="1417320"/>
            <a:ext cx="12193200" cy="4686324"/>
            <a:chOff x="0" y="1417320"/>
            <a:chExt cx="12193200" cy="4686324"/>
          </a:xfrm>
        </p:grpSpPr>
        <p:sp>
          <p:nvSpPr>
            <p:cNvPr id="5" name="TextBox 4">
              <a:extLst>
                <a:ext uri="{FF2B5EF4-FFF2-40B4-BE49-F238E27FC236}">
                  <a16:creationId xmlns:a16="http://schemas.microsoft.com/office/drawing/2014/main" id="{FFA13B3F-B6AF-32A2-DB2A-CE001985D351}"/>
                </a:ext>
                <a:ext uri="{C183D7F6-B498-43B3-948B-1728B52AA6E4}">
                  <adec:decorative xmlns:adec="http://schemas.microsoft.com/office/drawing/2017/decorative" val="1"/>
                </a:ext>
              </a:extLst>
            </p:cNvPr>
            <p:cNvSpPr txBox="1"/>
            <p:nvPr userDrawn="1"/>
          </p:nvSpPr>
          <p:spPr>
            <a:xfrm>
              <a:off x="0" y="1525320"/>
              <a:ext cx="12192000" cy="4578324"/>
            </a:xfrm>
            <a:prstGeom prst="rect">
              <a:avLst/>
            </a:prstGeom>
            <a:solidFill>
              <a:srgbClr val="F8F8F8"/>
            </a:solidFill>
          </p:spPr>
          <p:txBody>
            <a:bodyPr vert="horz" wrap="square" lIns="0" tIns="0" rIns="0" bIns="0" rtlCol="0" anchor="t" anchorCtr="0">
              <a:normAutofit/>
            </a:bodyPr>
            <a:lstStyle/>
            <a:p>
              <a:pPr algn="l"/>
              <a:endParaRPr lang="en-US" noProof="0"/>
            </a:p>
          </p:txBody>
        </p:sp>
        <p:sp>
          <p:nvSpPr>
            <p:cNvPr id="12" name="TextBox 11">
              <a:extLst>
                <a:ext uri="{FF2B5EF4-FFF2-40B4-BE49-F238E27FC236}">
                  <a16:creationId xmlns:a16="http://schemas.microsoft.com/office/drawing/2014/main" id="{DB543F5C-9EF3-CCC2-FA51-6E974CB689E6}"/>
                </a:ext>
                <a:ext uri="{C183D7F6-B498-43B3-948B-1728B52AA6E4}">
                  <adec:decorative xmlns:adec="http://schemas.microsoft.com/office/drawing/2017/decorative" val="1"/>
                </a:ext>
              </a:extLst>
            </p:cNvPr>
            <p:cNvSpPr txBox="1"/>
            <p:nvPr userDrawn="1"/>
          </p:nvSpPr>
          <p:spPr>
            <a:xfrm>
              <a:off x="0" y="1417320"/>
              <a:ext cx="12193200" cy="108000"/>
            </a:xfrm>
            <a:prstGeom prst="rect">
              <a:avLst/>
            </a:prstGeom>
            <a:gradFill>
              <a:gsLst>
                <a:gs pos="0">
                  <a:srgbClr val="FFCDD2"/>
                </a:gs>
                <a:gs pos="33000">
                  <a:srgbClr val="FF6A00"/>
                </a:gs>
                <a:gs pos="66000">
                  <a:srgbClr val="E31937"/>
                </a:gs>
                <a:gs pos="100000">
                  <a:srgbClr val="991F3D"/>
                </a:gs>
              </a:gsLst>
              <a:lin ang="10800000" scaled="0"/>
            </a:gradFill>
          </p:spPr>
          <p:txBody>
            <a:bodyPr vert="horz" wrap="square" lIns="0" tIns="0" rIns="0" bIns="0" rtlCol="0" anchor="t" anchorCtr="0">
              <a:normAutofit fontScale="40000" lnSpcReduction="20000"/>
            </a:bodyPr>
            <a:lstStyle/>
            <a:p>
              <a:pPr algn="l"/>
              <a:endParaRPr lang="en-US" noProof="0"/>
            </a:p>
          </p:txBody>
        </p:sp>
      </p:grpSp>
      <p:sp>
        <p:nvSpPr>
          <p:cNvPr id="13" name="Picture placeholder 5" descr="Photograph of Name (person the slide is referencing)">
            <a:extLst>
              <a:ext uri="{FF2B5EF4-FFF2-40B4-BE49-F238E27FC236}">
                <a16:creationId xmlns:a16="http://schemas.microsoft.com/office/drawing/2014/main" id="{79F8553C-A3D0-7224-5D0C-66AD11A2B2C7}"/>
              </a:ext>
            </a:extLst>
          </p:cNvPr>
          <p:cNvSpPr>
            <a:spLocks noGrp="1" noChangeAspect="1"/>
          </p:cNvSpPr>
          <p:nvPr>
            <p:ph type="pic" sz="quarter" idx="12" hasCustomPrompt="1"/>
          </p:nvPr>
        </p:nvSpPr>
        <p:spPr>
          <a:xfrm>
            <a:off x="3744272" y="2091264"/>
            <a:ext cx="1655455" cy="1655064"/>
          </a:xfrm>
          <a:prstGeom prst="rect">
            <a:avLst/>
          </a:prstGeom>
          <a:ln w="95250" cmpd="sng">
            <a:solidFill>
              <a:schemeClr val="bg1"/>
            </a:solidFill>
            <a:miter lim="800000"/>
          </a:ln>
          <a:effectLst>
            <a:outerShdw blurRad="152400" dist="50800" dir="2700000" algn="tl" rotWithShape="0">
              <a:schemeClr val="tx1">
                <a:alpha val="25478"/>
              </a:schemeClr>
            </a:outerShdw>
          </a:effectLst>
        </p:spPr>
        <p:txBody>
          <a:bodyPr lIns="182880" tIns="182880" rIns="91440">
            <a:noAutofit/>
          </a:bodyPr>
          <a:lstStyle>
            <a:lvl1pPr marL="0" indent="0">
              <a:buNone/>
              <a:defRPr sz="1400"/>
            </a:lvl1pPr>
          </a:lstStyle>
          <a:p>
            <a:r>
              <a:rPr lang="en-US" noProof="0"/>
              <a:t>Click icon to add photo</a:t>
            </a:r>
          </a:p>
        </p:txBody>
      </p:sp>
      <p:sp>
        <p:nvSpPr>
          <p:cNvPr id="14" name="Text placeholder 5">
            <a:extLst>
              <a:ext uri="{FF2B5EF4-FFF2-40B4-BE49-F238E27FC236}">
                <a16:creationId xmlns:a16="http://schemas.microsoft.com/office/drawing/2014/main" id="{09692D77-7355-D933-14D4-8DBE72881BDE}"/>
              </a:ext>
            </a:extLst>
          </p:cNvPr>
          <p:cNvSpPr>
            <a:spLocks noGrp="1"/>
          </p:cNvSpPr>
          <p:nvPr>
            <p:ph type="body" sz="quarter" idx="27" hasCustomPrompt="1"/>
          </p:nvPr>
        </p:nvSpPr>
        <p:spPr>
          <a:xfrm>
            <a:off x="3435781" y="4096409"/>
            <a:ext cx="2272437" cy="472710"/>
          </a:xfrm>
          <a:prstGeom prst="rect">
            <a:avLst/>
          </a:prstGeom>
        </p:spPr>
        <p:txBody>
          <a:bodyPr lIns="0" tIns="0" rIns="0" bIns="0" anchor="b">
            <a:noAutofit/>
          </a:bodyPr>
          <a:lstStyle>
            <a:lvl1pPr marL="0" indent="0" algn="ctr">
              <a:lnSpc>
                <a:spcPct val="90000"/>
              </a:lnSpc>
              <a:spcBef>
                <a:spcPts val="0"/>
              </a:spcBef>
              <a:buNone/>
              <a:defRPr sz="1600" b="1">
                <a:solidFill>
                  <a:schemeClr val="tx1"/>
                </a:solidFill>
              </a:defRPr>
            </a:lvl1pPr>
            <a:lvl4pPr marL="1371600" indent="0">
              <a:buNone/>
              <a:defRPr/>
            </a:lvl4pPr>
          </a:lstStyle>
          <a:p>
            <a:pPr lvl="0"/>
            <a:r>
              <a:rPr lang="en-US" noProof="0"/>
              <a:t>First and Last name</a:t>
            </a:r>
          </a:p>
        </p:txBody>
      </p:sp>
      <p:sp>
        <p:nvSpPr>
          <p:cNvPr id="15" name="Text placeholder 5">
            <a:extLst>
              <a:ext uri="{FF2B5EF4-FFF2-40B4-BE49-F238E27FC236}">
                <a16:creationId xmlns:a16="http://schemas.microsoft.com/office/drawing/2014/main" id="{C1C1727B-B112-4ED5-6A77-DB479A2878A6}"/>
              </a:ext>
            </a:extLst>
          </p:cNvPr>
          <p:cNvSpPr>
            <a:spLocks noGrp="1"/>
          </p:cNvSpPr>
          <p:nvPr>
            <p:ph type="body" sz="quarter" idx="28" hasCustomPrompt="1"/>
          </p:nvPr>
        </p:nvSpPr>
        <p:spPr>
          <a:xfrm>
            <a:off x="3435781" y="4723939"/>
            <a:ext cx="2272437" cy="1117442"/>
          </a:xfrm>
          <a:prstGeom prst="rect">
            <a:avLst/>
          </a:prstGeom>
        </p:spPr>
        <p:txBody>
          <a:bodyPr lIns="0" tIns="0" rIns="0" bIns="0">
            <a:noAutofit/>
          </a:bodyPr>
          <a:lstStyle>
            <a:lvl1pPr marL="0" indent="0" algn="ctr">
              <a:spcBef>
                <a:spcPts val="0"/>
              </a:spcBef>
              <a:buNone/>
              <a:defRPr sz="1600" b="0">
                <a:solidFill>
                  <a:schemeClr val="tx1"/>
                </a:solidFill>
              </a:defRPr>
            </a:lvl1pPr>
            <a:lvl4pPr marL="1371600" indent="0">
              <a:buNone/>
              <a:defRPr/>
            </a:lvl4pPr>
          </a:lstStyle>
          <a:p>
            <a:pPr lvl="0"/>
            <a:r>
              <a:rPr lang="en-US" noProof="0"/>
              <a:t>Job title or role          Division or Location</a:t>
            </a:r>
          </a:p>
        </p:txBody>
      </p:sp>
      <p:sp>
        <p:nvSpPr>
          <p:cNvPr id="16" name="Picture placeholder 5" descr="Photograph of Name (person the slide is referencing)">
            <a:extLst>
              <a:ext uri="{FF2B5EF4-FFF2-40B4-BE49-F238E27FC236}">
                <a16:creationId xmlns:a16="http://schemas.microsoft.com/office/drawing/2014/main" id="{D650A5C8-835C-0D2C-C826-9957DB37A11E}"/>
              </a:ext>
            </a:extLst>
          </p:cNvPr>
          <p:cNvSpPr>
            <a:spLocks noGrp="1" noChangeAspect="1"/>
          </p:cNvSpPr>
          <p:nvPr>
            <p:ph type="pic" sz="quarter" idx="33" hasCustomPrompt="1"/>
          </p:nvPr>
        </p:nvSpPr>
        <p:spPr>
          <a:xfrm>
            <a:off x="6795017" y="2091264"/>
            <a:ext cx="1655455" cy="1655064"/>
          </a:xfrm>
          <a:prstGeom prst="rect">
            <a:avLst/>
          </a:prstGeom>
          <a:ln w="95250" cmpd="sng">
            <a:solidFill>
              <a:schemeClr val="bg1"/>
            </a:solidFill>
            <a:miter lim="800000"/>
          </a:ln>
          <a:effectLst>
            <a:outerShdw blurRad="152400" dist="50800" dir="2700000" algn="tl" rotWithShape="0">
              <a:schemeClr val="tx1">
                <a:alpha val="25478"/>
              </a:schemeClr>
            </a:outerShdw>
          </a:effectLst>
        </p:spPr>
        <p:txBody>
          <a:bodyPr lIns="182880" tIns="182880" rIns="91440">
            <a:noAutofit/>
          </a:bodyPr>
          <a:lstStyle>
            <a:lvl1pPr marL="0" indent="0">
              <a:buNone/>
              <a:defRPr sz="1400"/>
            </a:lvl1pPr>
          </a:lstStyle>
          <a:p>
            <a:r>
              <a:rPr lang="en-US" noProof="0"/>
              <a:t>Click icon to add photo</a:t>
            </a:r>
          </a:p>
        </p:txBody>
      </p:sp>
      <p:sp>
        <p:nvSpPr>
          <p:cNvPr id="17" name="Text placeholder 5">
            <a:extLst>
              <a:ext uri="{FF2B5EF4-FFF2-40B4-BE49-F238E27FC236}">
                <a16:creationId xmlns:a16="http://schemas.microsoft.com/office/drawing/2014/main" id="{FA1F04B9-C968-8379-E3C5-A5067E2D4ADC}"/>
              </a:ext>
            </a:extLst>
          </p:cNvPr>
          <p:cNvSpPr>
            <a:spLocks noGrp="1"/>
          </p:cNvSpPr>
          <p:nvPr>
            <p:ph type="body" sz="quarter" idx="29" hasCustomPrompt="1"/>
          </p:nvPr>
        </p:nvSpPr>
        <p:spPr>
          <a:xfrm>
            <a:off x="6486526" y="4091154"/>
            <a:ext cx="2272437" cy="472710"/>
          </a:xfrm>
          <a:prstGeom prst="rect">
            <a:avLst/>
          </a:prstGeom>
        </p:spPr>
        <p:txBody>
          <a:bodyPr lIns="0" tIns="0" rIns="0" bIns="0" anchor="b">
            <a:noAutofit/>
          </a:bodyPr>
          <a:lstStyle>
            <a:lvl1pPr marL="0" indent="0" algn="ctr">
              <a:lnSpc>
                <a:spcPct val="90000"/>
              </a:lnSpc>
              <a:spcBef>
                <a:spcPts val="0"/>
              </a:spcBef>
              <a:buNone/>
              <a:defRPr sz="1600" b="1">
                <a:solidFill>
                  <a:schemeClr val="tx1"/>
                </a:solidFill>
              </a:defRPr>
            </a:lvl1pPr>
            <a:lvl4pPr marL="1371600" indent="0">
              <a:buNone/>
              <a:defRPr/>
            </a:lvl4pPr>
          </a:lstStyle>
          <a:p>
            <a:pPr marL="0" marR="0" lvl="0" indent="0" algn="ctr" defTabSz="914400" rtl="0" eaLnBrk="1" fontAlgn="auto" latinLnBrk="0" hangingPunct="1">
              <a:lnSpc>
                <a:spcPct val="90000"/>
              </a:lnSpc>
              <a:spcBef>
                <a:spcPts val="0"/>
              </a:spcBef>
              <a:spcAft>
                <a:spcPts val="0"/>
              </a:spcAft>
              <a:buClrTx/>
              <a:buSzTx/>
              <a:buFont typeface="Arial" pitchFamily="34" charset="0"/>
              <a:buNone/>
              <a:tabLst/>
              <a:defRPr/>
            </a:pPr>
            <a:r>
              <a:rPr lang="en-US" noProof="0"/>
              <a:t>First and Last name</a:t>
            </a:r>
          </a:p>
        </p:txBody>
      </p:sp>
      <p:sp>
        <p:nvSpPr>
          <p:cNvPr id="18" name="Text placeholder 5">
            <a:extLst>
              <a:ext uri="{FF2B5EF4-FFF2-40B4-BE49-F238E27FC236}">
                <a16:creationId xmlns:a16="http://schemas.microsoft.com/office/drawing/2014/main" id="{DD348EEE-01C9-D1C1-EA4D-5FA3A00701E7}"/>
              </a:ext>
            </a:extLst>
          </p:cNvPr>
          <p:cNvSpPr>
            <a:spLocks noGrp="1"/>
          </p:cNvSpPr>
          <p:nvPr>
            <p:ph type="body" sz="quarter" idx="30" hasCustomPrompt="1"/>
          </p:nvPr>
        </p:nvSpPr>
        <p:spPr>
          <a:xfrm>
            <a:off x="6486526" y="4723939"/>
            <a:ext cx="2272437" cy="1117442"/>
          </a:xfrm>
          <a:prstGeom prst="rect">
            <a:avLst/>
          </a:prstGeom>
        </p:spPr>
        <p:txBody>
          <a:bodyPr lIns="0" tIns="0" rIns="0" bIns="0">
            <a:noAutofit/>
          </a:bodyPr>
          <a:lstStyle>
            <a:lvl1pPr marL="0" indent="0" algn="ctr">
              <a:spcBef>
                <a:spcPts val="0"/>
              </a:spcBef>
              <a:buNone/>
              <a:defRPr sz="1600" b="0">
                <a:solidFill>
                  <a:schemeClr val="tx1"/>
                </a:solidFill>
              </a:defRPr>
            </a:lvl1pPr>
            <a:lvl4pPr marL="1371600" indent="0">
              <a:buNone/>
              <a:defRPr/>
            </a:lvl4pPr>
          </a:lstStyle>
          <a:p>
            <a:pPr lvl="0"/>
            <a:r>
              <a:rPr lang="en-US" noProof="0"/>
              <a:t>Job title or role     Division or Location</a:t>
            </a:r>
          </a:p>
        </p:txBody>
      </p:sp>
      <p:sp>
        <p:nvSpPr>
          <p:cNvPr id="3" name="Footer Placeholder 2">
            <a:extLst>
              <a:ext uri="{FF2B5EF4-FFF2-40B4-BE49-F238E27FC236}">
                <a16:creationId xmlns:a16="http://schemas.microsoft.com/office/drawing/2014/main" id="{62872E95-302C-66FA-6C40-2BBD7D970564}"/>
              </a:ext>
            </a:extLst>
          </p:cNvPr>
          <p:cNvSpPr>
            <a:spLocks noGrp="1"/>
          </p:cNvSpPr>
          <p:nvPr>
            <p:ph type="ftr" sz="quarter" idx="10"/>
          </p:nvPr>
        </p:nvSpPr>
        <p:spPr/>
        <p:txBody>
          <a:bodyPr/>
          <a:lstStyle/>
          <a:p>
            <a:endParaRPr lang="en-US" noProof="0"/>
          </a:p>
        </p:txBody>
      </p:sp>
      <p:sp>
        <p:nvSpPr>
          <p:cNvPr id="4" name="Slide Number Placeholder 3">
            <a:extLst>
              <a:ext uri="{FF2B5EF4-FFF2-40B4-BE49-F238E27FC236}">
                <a16:creationId xmlns:a16="http://schemas.microsoft.com/office/drawing/2014/main" id="{EAC654C8-21AC-A85D-C564-E231F952ACD5}"/>
              </a:ext>
            </a:extLst>
          </p:cNvPr>
          <p:cNvSpPr>
            <a:spLocks noGrp="1"/>
          </p:cNvSpPr>
          <p:nvPr>
            <p:ph type="sldNum" sz="quarter" idx="11"/>
          </p:nvPr>
        </p:nvSpPr>
        <p:spPr/>
        <p:txBody>
          <a:bodyPr/>
          <a:lstStyle/>
          <a:p>
            <a:fld id="{525A3C56-E491-49B2-93F3-63532DF516BC}" type="slidenum">
              <a:rPr lang="en-US" noProof="0" smtClean="0"/>
              <a:pPr/>
              <a:t>‹n°›</a:t>
            </a:fld>
            <a:endParaRPr lang="en-US" noProof="0"/>
          </a:p>
        </p:txBody>
      </p:sp>
    </p:spTree>
    <p:extLst>
      <p:ext uri="{BB962C8B-B14F-4D97-AF65-F5344CB8AC3E}">
        <p14:creationId xmlns:p14="http://schemas.microsoft.com/office/powerpoint/2010/main" val="1268048041"/>
      </p:ext>
    </p:extLst>
  </p:cSld>
  <p:clrMapOvr>
    <a:masterClrMapping/>
  </p:clrMapOvr>
  <p:transition/>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Team - 3A">
    <p:spTree>
      <p:nvGrpSpPr>
        <p:cNvPr id="1" name=""/>
        <p:cNvGrpSpPr/>
        <p:nvPr/>
      </p:nvGrpSpPr>
      <p:grpSpPr>
        <a:xfrm>
          <a:off x="0" y="0"/>
          <a:ext cx="0" cy="0"/>
          <a:chOff x="0" y="0"/>
          <a:chExt cx="0" cy="0"/>
        </a:xfrm>
      </p:grpSpPr>
      <p:sp>
        <p:nvSpPr>
          <p:cNvPr id="19" name="Title 1">
            <a:extLst>
              <a:ext uri="{FF2B5EF4-FFF2-40B4-BE49-F238E27FC236}">
                <a16:creationId xmlns:a16="http://schemas.microsoft.com/office/drawing/2014/main" id="{E66DC41F-5ACE-874C-857A-162C3A79A894}"/>
              </a:ext>
            </a:extLst>
          </p:cNvPr>
          <p:cNvSpPr>
            <a:spLocks noGrp="1"/>
          </p:cNvSpPr>
          <p:nvPr>
            <p:ph type="title" hasCustomPrompt="1"/>
          </p:nvPr>
        </p:nvSpPr>
        <p:spPr>
          <a:xfrm>
            <a:off x="765737" y="683246"/>
            <a:ext cx="10676438" cy="531097"/>
          </a:xfrm>
          <a:noFill/>
        </p:spPr>
        <p:txBody>
          <a:bodyPr>
            <a:noAutofit/>
          </a:bodyPr>
          <a:lstStyle>
            <a:lvl1pPr>
              <a:defRPr sz="2800">
                <a:solidFill>
                  <a:schemeClr val="tx1"/>
                </a:solidFill>
              </a:defRPr>
            </a:lvl1pPr>
          </a:lstStyle>
          <a:p>
            <a:r>
              <a:rPr lang="en-US" noProof="0"/>
              <a:t>Team slide with 3 individuals (layout A) – click to add title</a:t>
            </a:r>
          </a:p>
        </p:txBody>
      </p:sp>
      <p:grpSp>
        <p:nvGrpSpPr>
          <p:cNvPr id="8" name="Group 7">
            <a:extLst>
              <a:ext uri="{FF2B5EF4-FFF2-40B4-BE49-F238E27FC236}">
                <a16:creationId xmlns:a16="http://schemas.microsoft.com/office/drawing/2014/main" id="{86149398-F80F-87FC-8242-C9E2BA2A1C26}"/>
              </a:ext>
              <a:ext uri="{C183D7F6-B498-43B3-948B-1728B52AA6E4}">
                <adec:decorative xmlns:adec="http://schemas.microsoft.com/office/drawing/2017/decorative" val="1"/>
              </a:ext>
            </a:extLst>
          </p:cNvPr>
          <p:cNvGrpSpPr/>
          <p:nvPr userDrawn="1"/>
        </p:nvGrpSpPr>
        <p:grpSpPr>
          <a:xfrm>
            <a:off x="0" y="1417320"/>
            <a:ext cx="12193200" cy="4686324"/>
            <a:chOff x="0" y="1417320"/>
            <a:chExt cx="12193200" cy="4686324"/>
          </a:xfrm>
        </p:grpSpPr>
        <p:sp>
          <p:nvSpPr>
            <p:cNvPr id="10" name="TextBox 9">
              <a:extLst>
                <a:ext uri="{FF2B5EF4-FFF2-40B4-BE49-F238E27FC236}">
                  <a16:creationId xmlns:a16="http://schemas.microsoft.com/office/drawing/2014/main" id="{B00B5B32-D9B0-9B27-C4FA-13F40088B660}"/>
                </a:ext>
                <a:ext uri="{C183D7F6-B498-43B3-948B-1728B52AA6E4}">
                  <adec:decorative xmlns:adec="http://schemas.microsoft.com/office/drawing/2017/decorative" val="1"/>
                </a:ext>
              </a:extLst>
            </p:cNvPr>
            <p:cNvSpPr txBox="1"/>
            <p:nvPr userDrawn="1"/>
          </p:nvSpPr>
          <p:spPr>
            <a:xfrm>
              <a:off x="0" y="1525320"/>
              <a:ext cx="12192000" cy="4578324"/>
            </a:xfrm>
            <a:prstGeom prst="rect">
              <a:avLst/>
            </a:prstGeom>
            <a:solidFill>
              <a:srgbClr val="F8F8F8"/>
            </a:solidFill>
          </p:spPr>
          <p:txBody>
            <a:bodyPr vert="horz" wrap="square" lIns="0" tIns="0" rIns="0" bIns="0" rtlCol="0" anchor="t" anchorCtr="0">
              <a:normAutofit/>
            </a:bodyPr>
            <a:lstStyle/>
            <a:p>
              <a:pPr algn="l"/>
              <a:endParaRPr lang="en-US" noProof="0"/>
            </a:p>
          </p:txBody>
        </p:sp>
        <p:sp>
          <p:nvSpPr>
            <p:cNvPr id="11" name="TextBox 10">
              <a:extLst>
                <a:ext uri="{FF2B5EF4-FFF2-40B4-BE49-F238E27FC236}">
                  <a16:creationId xmlns:a16="http://schemas.microsoft.com/office/drawing/2014/main" id="{ABAF076D-C2D1-A806-7D2A-97FD8B319E23}"/>
                </a:ext>
                <a:ext uri="{C183D7F6-B498-43B3-948B-1728B52AA6E4}">
                  <adec:decorative xmlns:adec="http://schemas.microsoft.com/office/drawing/2017/decorative" val="1"/>
                </a:ext>
              </a:extLst>
            </p:cNvPr>
            <p:cNvSpPr txBox="1"/>
            <p:nvPr userDrawn="1"/>
          </p:nvSpPr>
          <p:spPr>
            <a:xfrm>
              <a:off x="0" y="1417320"/>
              <a:ext cx="12193200" cy="108000"/>
            </a:xfrm>
            <a:prstGeom prst="rect">
              <a:avLst/>
            </a:prstGeom>
            <a:gradFill>
              <a:gsLst>
                <a:gs pos="60000">
                  <a:srgbClr val="B91C3A"/>
                </a:gs>
                <a:gs pos="0">
                  <a:srgbClr val="E31937"/>
                </a:gs>
                <a:gs pos="100000">
                  <a:srgbClr val="5236AB"/>
                </a:gs>
              </a:gsLst>
              <a:lin ang="10800000" scaled="0"/>
            </a:gradFill>
          </p:spPr>
          <p:txBody>
            <a:bodyPr vert="horz" wrap="square" lIns="0" tIns="0" rIns="0" bIns="0" rtlCol="0" anchor="t" anchorCtr="0">
              <a:normAutofit fontScale="40000" lnSpcReduction="20000"/>
            </a:bodyPr>
            <a:lstStyle/>
            <a:p>
              <a:pPr algn="l"/>
              <a:endParaRPr lang="en-US" noProof="0"/>
            </a:p>
          </p:txBody>
        </p:sp>
      </p:grpSp>
      <p:sp>
        <p:nvSpPr>
          <p:cNvPr id="20" name="Picture placeholder 5" descr="Photograph of First and Last name &#10;(person the slide is referencing)">
            <a:extLst>
              <a:ext uri="{FF2B5EF4-FFF2-40B4-BE49-F238E27FC236}">
                <a16:creationId xmlns:a16="http://schemas.microsoft.com/office/drawing/2014/main" id="{E09F7703-90ED-00AF-3067-E1A4CABBA8A5}"/>
              </a:ext>
            </a:extLst>
          </p:cNvPr>
          <p:cNvSpPr>
            <a:spLocks noGrp="1" noChangeAspect="1"/>
          </p:cNvSpPr>
          <p:nvPr>
            <p:ph type="pic" sz="quarter" idx="12" hasCustomPrompt="1"/>
          </p:nvPr>
        </p:nvSpPr>
        <p:spPr>
          <a:xfrm>
            <a:off x="2234504" y="2132064"/>
            <a:ext cx="1650634" cy="1650244"/>
          </a:xfrm>
          <a:prstGeom prst="rect">
            <a:avLst/>
          </a:prstGeom>
          <a:ln w="95250" cmpd="sng">
            <a:solidFill>
              <a:schemeClr val="bg1"/>
            </a:solidFill>
            <a:miter lim="800000"/>
          </a:ln>
          <a:effectLst>
            <a:outerShdw blurRad="152400" dist="50800" dir="2700000" algn="tl" rotWithShape="0">
              <a:schemeClr val="tx1">
                <a:alpha val="25478"/>
              </a:schemeClr>
            </a:outerShdw>
          </a:effectLst>
        </p:spPr>
        <p:txBody>
          <a:bodyPr lIns="182880" tIns="182880" rIns="91440">
            <a:noAutofit/>
          </a:bodyPr>
          <a:lstStyle>
            <a:lvl1pPr marL="0" indent="0">
              <a:buFontTx/>
              <a:buNone/>
              <a:defRPr sz="1200"/>
            </a:lvl1pPr>
          </a:lstStyle>
          <a:p>
            <a:r>
              <a:rPr lang="en-US" sz="1400" noProof="0">
                <a:cs typeface="Arial" pitchFamily="34" charset="0"/>
              </a:rPr>
              <a:t>Click icon to add photo</a:t>
            </a:r>
          </a:p>
        </p:txBody>
      </p:sp>
      <p:sp>
        <p:nvSpPr>
          <p:cNvPr id="21" name="Text placeholder 5">
            <a:extLst>
              <a:ext uri="{FF2B5EF4-FFF2-40B4-BE49-F238E27FC236}">
                <a16:creationId xmlns:a16="http://schemas.microsoft.com/office/drawing/2014/main" id="{905BCF0A-2A4E-9CDE-1FF3-A3F38FD5DBF9}"/>
              </a:ext>
            </a:extLst>
          </p:cNvPr>
          <p:cNvSpPr>
            <a:spLocks noGrp="1"/>
          </p:cNvSpPr>
          <p:nvPr>
            <p:ph type="body" sz="quarter" idx="27" hasCustomPrompt="1"/>
          </p:nvPr>
        </p:nvSpPr>
        <p:spPr>
          <a:xfrm>
            <a:off x="1923603" y="4094254"/>
            <a:ext cx="2272437" cy="472710"/>
          </a:xfrm>
          <a:prstGeom prst="rect">
            <a:avLst/>
          </a:prstGeom>
        </p:spPr>
        <p:txBody>
          <a:bodyPr lIns="0" tIns="0" rIns="0" bIns="0" anchor="b">
            <a:noAutofit/>
          </a:bodyPr>
          <a:lstStyle>
            <a:lvl1pPr marL="0" indent="0" algn="ctr">
              <a:lnSpc>
                <a:spcPct val="90000"/>
              </a:lnSpc>
              <a:spcBef>
                <a:spcPts val="0"/>
              </a:spcBef>
              <a:buNone/>
              <a:defRPr sz="1600" b="1">
                <a:solidFill>
                  <a:schemeClr val="tx1"/>
                </a:solidFill>
              </a:defRPr>
            </a:lvl1pPr>
            <a:lvl4pPr marL="1371600" indent="0">
              <a:buNone/>
              <a:defRPr/>
            </a:lvl4pPr>
          </a:lstStyle>
          <a:p>
            <a:pPr marL="0" marR="0" lvl="0" indent="0" algn="ctr" defTabSz="914400" rtl="0" eaLnBrk="1" fontAlgn="auto" latinLnBrk="0" hangingPunct="1">
              <a:lnSpc>
                <a:spcPct val="90000"/>
              </a:lnSpc>
              <a:spcBef>
                <a:spcPts val="0"/>
              </a:spcBef>
              <a:spcAft>
                <a:spcPts val="0"/>
              </a:spcAft>
              <a:buClrTx/>
              <a:buSzTx/>
              <a:buFont typeface="Arial" pitchFamily="34" charset="0"/>
              <a:buNone/>
              <a:tabLst/>
              <a:defRPr/>
            </a:pPr>
            <a:r>
              <a:rPr lang="en-US" noProof="0"/>
              <a:t>First and Last name</a:t>
            </a:r>
          </a:p>
        </p:txBody>
      </p:sp>
      <p:sp>
        <p:nvSpPr>
          <p:cNvPr id="22" name="Text placeholder 5">
            <a:extLst>
              <a:ext uri="{FF2B5EF4-FFF2-40B4-BE49-F238E27FC236}">
                <a16:creationId xmlns:a16="http://schemas.microsoft.com/office/drawing/2014/main" id="{316168BE-32B5-A8EC-586B-CE369689C4D5}"/>
              </a:ext>
            </a:extLst>
          </p:cNvPr>
          <p:cNvSpPr>
            <a:spLocks noGrp="1"/>
          </p:cNvSpPr>
          <p:nvPr>
            <p:ph type="body" sz="quarter" idx="28" hasCustomPrompt="1"/>
          </p:nvPr>
        </p:nvSpPr>
        <p:spPr>
          <a:xfrm>
            <a:off x="1923603" y="4721784"/>
            <a:ext cx="2272437" cy="1117442"/>
          </a:xfrm>
          <a:prstGeom prst="rect">
            <a:avLst/>
          </a:prstGeom>
        </p:spPr>
        <p:txBody>
          <a:bodyPr lIns="0" tIns="0" rIns="0" bIns="0">
            <a:noAutofit/>
          </a:bodyPr>
          <a:lstStyle>
            <a:lvl1pPr marL="0" indent="0" algn="ctr">
              <a:spcBef>
                <a:spcPts val="0"/>
              </a:spcBef>
              <a:buNone/>
              <a:defRPr sz="1600" b="0">
                <a:solidFill>
                  <a:schemeClr val="tx1"/>
                </a:solidFill>
              </a:defRPr>
            </a:lvl1pPr>
            <a:lvl4pPr marL="1371600" indent="0">
              <a:buNone/>
              <a:defRPr/>
            </a:lvl4pPr>
          </a:lstStyle>
          <a:p>
            <a:pPr lvl="0"/>
            <a:r>
              <a:rPr lang="en-US" noProof="0"/>
              <a:t>Job title or role         Division or Location</a:t>
            </a:r>
          </a:p>
        </p:txBody>
      </p:sp>
      <p:sp>
        <p:nvSpPr>
          <p:cNvPr id="23" name="Picture placeholder 5" descr="Photograph of First and Last name &#10;(person the slide is referencing)">
            <a:extLst>
              <a:ext uri="{FF2B5EF4-FFF2-40B4-BE49-F238E27FC236}">
                <a16:creationId xmlns:a16="http://schemas.microsoft.com/office/drawing/2014/main" id="{FCBF45A8-285D-1449-6DC9-FBA5757D1E2C}"/>
              </a:ext>
            </a:extLst>
          </p:cNvPr>
          <p:cNvSpPr>
            <a:spLocks noGrp="1" noChangeAspect="1"/>
          </p:cNvSpPr>
          <p:nvPr>
            <p:ph type="pic" sz="quarter" idx="33" hasCustomPrompt="1"/>
          </p:nvPr>
        </p:nvSpPr>
        <p:spPr>
          <a:xfrm>
            <a:off x="5287759" y="2132064"/>
            <a:ext cx="1650634" cy="1650244"/>
          </a:xfrm>
          <a:prstGeom prst="rect">
            <a:avLst/>
          </a:prstGeom>
          <a:ln w="95250" cmpd="sng">
            <a:solidFill>
              <a:schemeClr val="bg1"/>
            </a:solidFill>
            <a:miter lim="800000"/>
          </a:ln>
          <a:effectLst>
            <a:outerShdw blurRad="152400" dist="50800" dir="2700000" algn="tl" rotWithShape="0">
              <a:schemeClr val="tx1">
                <a:alpha val="25478"/>
              </a:schemeClr>
            </a:outerShdw>
          </a:effectLst>
        </p:spPr>
        <p:txBody>
          <a:bodyPr lIns="182880" tIns="182880" rIns="91440">
            <a:noAutofit/>
          </a:bodyPr>
          <a:lstStyle>
            <a:lvl1pPr marL="0" indent="0">
              <a:buFontTx/>
              <a:buNone/>
              <a:defRPr sz="1200"/>
            </a:lvl1pPr>
          </a:lstStyle>
          <a:p>
            <a:r>
              <a:rPr lang="en-US" sz="1400" noProof="0">
                <a:cs typeface="Arial" pitchFamily="34" charset="0"/>
              </a:rPr>
              <a:t>Click icon to add photo</a:t>
            </a:r>
          </a:p>
        </p:txBody>
      </p:sp>
      <p:sp>
        <p:nvSpPr>
          <p:cNvPr id="24" name="Text placeholder 5">
            <a:extLst>
              <a:ext uri="{FF2B5EF4-FFF2-40B4-BE49-F238E27FC236}">
                <a16:creationId xmlns:a16="http://schemas.microsoft.com/office/drawing/2014/main" id="{8DF36D87-44A8-CBBD-AD90-39493D55BD93}"/>
              </a:ext>
            </a:extLst>
          </p:cNvPr>
          <p:cNvSpPr>
            <a:spLocks noGrp="1"/>
          </p:cNvSpPr>
          <p:nvPr>
            <p:ph type="body" sz="quarter" idx="29" hasCustomPrompt="1"/>
          </p:nvPr>
        </p:nvSpPr>
        <p:spPr>
          <a:xfrm>
            <a:off x="4976858" y="4088999"/>
            <a:ext cx="2272437" cy="472710"/>
          </a:xfrm>
          <a:prstGeom prst="rect">
            <a:avLst/>
          </a:prstGeom>
        </p:spPr>
        <p:txBody>
          <a:bodyPr lIns="0" tIns="0" rIns="0" bIns="0" anchor="b">
            <a:noAutofit/>
          </a:bodyPr>
          <a:lstStyle>
            <a:lvl1pPr marL="0" indent="0" algn="ctr">
              <a:lnSpc>
                <a:spcPct val="90000"/>
              </a:lnSpc>
              <a:spcBef>
                <a:spcPts val="0"/>
              </a:spcBef>
              <a:buNone/>
              <a:defRPr sz="1600" b="1">
                <a:solidFill>
                  <a:schemeClr val="tx1"/>
                </a:solidFill>
              </a:defRPr>
            </a:lvl1pPr>
            <a:lvl4pPr marL="1371600" indent="0">
              <a:buNone/>
              <a:defRPr/>
            </a:lvl4pPr>
          </a:lstStyle>
          <a:p>
            <a:pPr marL="0" marR="0" lvl="0" indent="0" algn="ctr" defTabSz="914400" rtl="0" eaLnBrk="1" fontAlgn="auto" latinLnBrk="0" hangingPunct="1">
              <a:lnSpc>
                <a:spcPct val="90000"/>
              </a:lnSpc>
              <a:spcBef>
                <a:spcPts val="0"/>
              </a:spcBef>
              <a:spcAft>
                <a:spcPts val="0"/>
              </a:spcAft>
              <a:buClrTx/>
              <a:buSzTx/>
              <a:buFont typeface="Arial" pitchFamily="34" charset="0"/>
              <a:buNone/>
              <a:tabLst/>
              <a:defRPr/>
            </a:pPr>
            <a:r>
              <a:rPr lang="en-US" noProof="0"/>
              <a:t>First and Last name</a:t>
            </a:r>
          </a:p>
        </p:txBody>
      </p:sp>
      <p:sp>
        <p:nvSpPr>
          <p:cNvPr id="27" name="Text placeholder 5">
            <a:extLst>
              <a:ext uri="{FF2B5EF4-FFF2-40B4-BE49-F238E27FC236}">
                <a16:creationId xmlns:a16="http://schemas.microsoft.com/office/drawing/2014/main" id="{7C93CD8F-87F4-8D9A-3701-0AD84D3C9DBA}"/>
              </a:ext>
            </a:extLst>
          </p:cNvPr>
          <p:cNvSpPr>
            <a:spLocks noGrp="1"/>
          </p:cNvSpPr>
          <p:nvPr>
            <p:ph type="body" sz="quarter" idx="30" hasCustomPrompt="1"/>
          </p:nvPr>
        </p:nvSpPr>
        <p:spPr>
          <a:xfrm>
            <a:off x="4976858" y="4721784"/>
            <a:ext cx="2272437" cy="1117442"/>
          </a:xfrm>
          <a:prstGeom prst="rect">
            <a:avLst/>
          </a:prstGeom>
        </p:spPr>
        <p:txBody>
          <a:bodyPr lIns="0" tIns="0" rIns="0" bIns="0">
            <a:noAutofit/>
          </a:bodyPr>
          <a:lstStyle>
            <a:lvl1pPr marL="0" indent="0" algn="ctr">
              <a:spcBef>
                <a:spcPts val="0"/>
              </a:spcBef>
              <a:buNone/>
              <a:defRPr sz="1600" b="0">
                <a:solidFill>
                  <a:schemeClr val="tx1"/>
                </a:solidFill>
              </a:defRPr>
            </a:lvl1pPr>
            <a:lvl4pPr marL="1371600" indent="0">
              <a:buNone/>
              <a:defRPr/>
            </a:lvl4pPr>
          </a:lstStyle>
          <a:p>
            <a:pPr lvl="0"/>
            <a:r>
              <a:rPr lang="en-US" noProof="0"/>
              <a:t>Job title or role         Division or Location</a:t>
            </a:r>
          </a:p>
        </p:txBody>
      </p:sp>
      <p:sp>
        <p:nvSpPr>
          <p:cNvPr id="28" name="Picture placeholder 5" descr="Photograph of First and Last name &#10;(person the slide is referencing)">
            <a:extLst>
              <a:ext uri="{FF2B5EF4-FFF2-40B4-BE49-F238E27FC236}">
                <a16:creationId xmlns:a16="http://schemas.microsoft.com/office/drawing/2014/main" id="{7DC5D551-905D-0923-7AAC-4160C867D02A}"/>
              </a:ext>
            </a:extLst>
          </p:cNvPr>
          <p:cNvSpPr>
            <a:spLocks noGrp="1" noChangeAspect="1"/>
          </p:cNvSpPr>
          <p:nvPr>
            <p:ph type="pic" sz="quarter" idx="34" hasCustomPrompt="1"/>
          </p:nvPr>
        </p:nvSpPr>
        <p:spPr>
          <a:xfrm>
            <a:off x="8314739" y="2132064"/>
            <a:ext cx="1650634" cy="1650244"/>
          </a:xfrm>
          <a:prstGeom prst="rect">
            <a:avLst/>
          </a:prstGeom>
          <a:ln w="95250" cmpd="sng">
            <a:solidFill>
              <a:schemeClr val="bg1"/>
            </a:solidFill>
            <a:miter lim="800000"/>
          </a:ln>
          <a:effectLst>
            <a:outerShdw blurRad="152400" dist="50800" dir="2700000" algn="tl" rotWithShape="0">
              <a:schemeClr val="tx1">
                <a:alpha val="25478"/>
              </a:schemeClr>
            </a:outerShdw>
          </a:effectLst>
        </p:spPr>
        <p:txBody>
          <a:bodyPr lIns="182880" tIns="182880" rIns="91440">
            <a:noAutofit/>
          </a:bodyPr>
          <a:lstStyle>
            <a:lvl1pPr marL="0" indent="0">
              <a:buFontTx/>
              <a:buNone/>
              <a:defRPr sz="1200"/>
            </a:lvl1pPr>
          </a:lstStyle>
          <a:p>
            <a:r>
              <a:rPr lang="en-US" sz="1400" noProof="0">
                <a:cs typeface="Arial" pitchFamily="34" charset="0"/>
              </a:rPr>
              <a:t>Click icon to add photo</a:t>
            </a:r>
          </a:p>
        </p:txBody>
      </p:sp>
      <p:sp>
        <p:nvSpPr>
          <p:cNvPr id="29" name="Text placeholder 5">
            <a:extLst>
              <a:ext uri="{FF2B5EF4-FFF2-40B4-BE49-F238E27FC236}">
                <a16:creationId xmlns:a16="http://schemas.microsoft.com/office/drawing/2014/main" id="{ED5944CA-F01F-8A47-30C9-BBFD710FF111}"/>
              </a:ext>
            </a:extLst>
          </p:cNvPr>
          <p:cNvSpPr>
            <a:spLocks noGrp="1"/>
          </p:cNvSpPr>
          <p:nvPr>
            <p:ph type="body" sz="quarter" idx="31" hasCustomPrompt="1"/>
          </p:nvPr>
        </p:nvSpPr>
        <p:spPr>
          <a:xfrm>
            <a:off x="8003838" y="4088999"/>
            <a:ext cx="2272437" cy="472710"/>
          </a:xfrm>
          <a:prstGeom prst="rect">
            <a:avLst/>
          </a:prstGeom>
        </p:spPr>
        <p:txBody>
          <a:bodyPr lIns="0" tIns="0" rIns="0" bIns="0" anchor="b">
            <a:noAutofit/>
          </a:bodyPr>
          <a:lstStyle>
            <a:lvl1pPr marL="0" indent="0" algn="ctr">
              <a:lnSpc>
                <a:spcPct val="90000"/>
              </a:lnSpc>
              <a:spcBef>
                <a:spcPts val="0"/>
              </a:spcBef>
              <a:buNone/>
              <a:defRPr sz="1600" b="1">
                <a:solidFill>
                  <a:schemeClr val="tx1"/>
                </a:solidFill>
              </a:defRPr>
            </a:lvl1pPr>
            <a:lvl4pPr marL="1371600" indent="0">
              <a:buNone/>
              <a:defRPr/>
            </a:lvl4pPr>
          </a:lstStyle>
          <a:p>
            <a:pPr marL="0" marR="0" lvl="0" indent="0" algn="ctr" defTabSz="914400" rtl="0" eaLnBrk="1" fontAlgn="auto" latinLnBrk="0" hangingPunct="1">
              <a:lnSpc>
                <a:spcPct val="90000"/>
              </a:lnSpc>
              <a:spcBef>
                <a:spcPts val="0"/>
              </a:spcBef>
              <a:spcAft>
                <a:spcPts val="0"/>
              </a:spcAft>
              <a:buClrTx/>
              <a:buSzTx/>
              <a:buFont typeface="Arial" pitchFamily="34" charset="0"/>
              <a:buNone/>
              <a:tabLst/>
              <a:defRPr/>
            </a:pPr>
            <a:r>
              <a:rPr lang="en-US" noProof="0"/>
              <a:t>First and Last name</a:t>
            </a:r>
          </a:p>
        </p:txBody>
      </p:sp>
      <p:sp>
        <p:nvSpPr>
          <p:cNvPr id="30" name="Text placeholder 5">
            <a:extLst>
              <a:ext uri="{FF2B5EF4-FFF2-40B4-BE49-F238E27FC236}">
                <a16:creationId xmlns:a16="http://schemas.microsoft.com/office/drawing/2014/main" id="{76531A7E-D51B-59B2-6103-980B07801D13}"/>
              </a:ext>
            </a:extLst>
          </p:cNvPr>
          <p:cNvSpPr>
            <a:spLocks noGrp="1"/>
          </p:cNvSpPr>
          <p:nvPr>
            <p:ph type="body" sz="quarter" idx="32" hasCustomPrompt="1"/>
          </p:nvPr>
        </p:nvSpPr>
        <p:spPr>
          <a:xfrm>
            <a:off x="8003838" y="4721784"/>
            <a:ext cx="2272437" cy="1117442"/>
          </a:xfrm>
          <a:prstGeom prst="rect">
            <a:avLst/>
          </a:prstGeom>
        </p:spPr>
        <p:txBody>
          <a:bodyPr lIns="0" tIns="0" rIns="0" bIns="0">
            <a:noAutofit/>
          </a:bodyPr>
          <a:lstStyle>
            <a:lvl1pPr marL="0" indent="0" algn="ctr">
              <a:spcBef>
                <a:spcPts val="0"/>
              </a:spcBef>
              <a:buNone/>
              <a:defRPr sz="1600" b="0">
                <a:solidFill>
                  <a:schemeClr val="tx1"/>
                </a:solidFill>
              </a:defRPr>
            </a:lvl1pPr>
            <a:lvl4pPr marL="1371600" indent="0">
              <a:buNone/>
              <a:defRPr/>
            </a:lvl4pPr>
          </a:lstStyle>
          <a:p>
            <a:pPr lvl="0"/>
            <a:r>
              <a:rPr lang="en-US" noProof="0"/>
              <a:t>Job title or role         Division or Location</a:t>
            </a:r>
          </a:p>
        </p:txBody>
      </p:sp>
      <p:sp>
        <p:nvSpPr>
          <p:cNvPr id="3" name="Footer Placeholder 2">
            <a:extLst>
              <a:ext uri="{FF2B5EF4-FFF2-40B4-BE49-F238E27FC236}">
                <a16:creationId xmlns:a16="http://schemas.microsoft.com/office/drawing/2014/main" id="{6C3D93CB-7754-3E30-DD83-9BDC0A151345}"/>
              </a:ext>
              <a:ext uri="{C183D7F6-B498-43B3-948B-1728B52AA6E4}">
                <adec:decorative xmlns:adec="http://schemas.microsoft.com/office/drawing/2017/decorative" val="1"/>
              </a:ext>
            </a:extLst>
          </p:cNvPr>
          <p:cNvSpPr>
            <a:spLocks noGrp="1"/>
          </p:cNvSpPr>
          <p:nvPr userDrawn="1">
            <p:ph type="ftr" sz="quarter" idx="38"/>
          </p:nvPr>
        </p:nvSpPr>
        <p:spPr/>
        <p:txBody>
          <a:bodyPr/>
          <a:lstStyle>
            <a:lvl1pPr>
              <a:defRPr>
                <a:solidFill>
                  <a:srgbClr val="E6E6E6"/>
                </a:solidFill>
              </a:defRPr>
            </a:lvl1pPr>
          </a:lstStyle>
          <a:p>
            <a:endParaRPr lang="en-US" noProof="0"/>
          </a:p>
        </p:txBody>
      </p:sp>
      <p:sp>
        <p:nvSpPr>
          <p:cNvPr id="9" name="Slide Number Placeholder 8">
            <a:extLst>
              <a:ext uri="{FF2B5EF4-FFF2-40B4-BE49-F238E27FC236}">
                <a16:creationId xmlns:a16="http://schemas.microsoft.com/office/drawing/2014/main" id="{D36FF57C-3521-7C73-57FB-6E892812A006}"/>
              </a:ext>
              <a:ext uri="{C183D7F6-B498-43B3-948B-1728B52AA6E4}">
                <adec:decorative xmlns:adec="http://schemas.microsoft.com/office/drawing/2017/decorative" val="1"/>
              </a:ext>
            </a:extLst>
          </p:cNvPr>
          <p:cNvSpPr>
            <a:spLocks noGrp="1"/>
          </p:cNvSpPr>
          <p:nvPr userDrawn="1">
            <p:ph type="sldNum" sz="quarter" idx="37"/>
          </p:nvPr>
        </p:nvSpPr>
        <p:spPr/>
        <p:txBody>
          <a:bodyPr/>
          <a:lstStyle>
            <a:lvl1pPr>
              <a:defRPr>
                <a:solidFill>
                  <a:srgbClr val="E6E6E6"/>
                </a:solidFill>
              </a:defRPr>
            </a:lvl1pPr>
          </a:lstStyle>
          <a:p>
            <a:fld id="{525A3C56-E491-49B2-93F3-63532DF516BC}" type="slidenum">
              <a:rPr lang="en-US" noProof="0" smtClean="0"/>
              <a:pPr/>
              <a:t>‹n°›</a:t>
            </a:fld>
            <a:endParaRPr lang="en-US" noProof="0"/>
          </a:p>
        </p:txBody>
      </p:sp>
    </p:spTree>
    <p:extLst>
      <p:ext uri="{BB962C8B-B14F-4D97-AF65-F5344CB8AC3E}">
        <p14:creationId xmlns:p14="http://schemas.microsoft.com/office/powerpoint/2010/main" val="1352863577"/>
      </p:ext>
    </p:extLst>
  </p:cSld>
  <p:clrMapOvr>
    <a:masterClrMapping/>
  </p:clrMapOvr>
  <p:transition/>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Team - 3B">
    <p:spTree>
      <p:nvGrpSpPr>
        <p:cNvPr id="1" name=""/>
        <p:cNvGrpSpPr/>
        <p:nvPr/>
      </p:nvGrpSpPr>
      <p:grpSpPr>
        <a:xfrm>
          <a:off x="0" y="0"/>
          <a:ext cx="0" cy="0"/>
          <a:chOff x="0" y="0"/>
          <a:chExt cx="0" cy="0"/>
        </a:xfrm>
      </p:grpSpPr>
      <p:sp>
        <p:nvSpPr>
          <p:cNvPr id="19" name="Title 1">
            <a:extLst>
              <a:ext uri="{FF2B5EF4-FFF2-40B4-BE49-F238E27FC236}">
                <a16:creationId xmlns:a16="http://schemas.microsoft.com/office/drawing/2014/main" id="{E66DC41F-5ACE-874C-857A-162C3A79A894}"/>
              </a:ext>
            </a:extLst>
          </p:cNvPr>
          <p:cNvSpPr>
            <a:spLocks noGrp="1"/>
          </p:cNvSpPr>
          <p:nvPr>
            <p:ph type="title" hasCustomPrompt="1"/>
          </p:nvPr>
        </p:nvSpPr>
        <p:spPr>
          <a:xfrm>
            <a:off x="765737" y="683246"/>
            <a:ext cx="10676438" cy="531097"/>
          </a:xfrm>
          <a:noFill/>
        </p:spPr>
        <p:txBody>
          <a:bodyPr>
            <a:noAutofit/>
          </a:bodyPr>
          <a:lstStyle>
            <a:lvl1pPr>
              <a:defRPr sz="2800">
                <a:solidFill>
                  <a:schemeClr val="tx1"/>
                </a:solidFill>
              </a:defRPr>
            </a:lvl1pPr>
          </a:lstStyle>
          <a:p>
            <a:r>
              <a:rPr lang="en-US" noProof="0"/>
              <a:t>Team slide with 3 individuals (layout B) – click to add title</a:t>
            </a:r>
          </a:p>
        </p:txBody>
      </p:sp>
      <p:grpSp>
        <p:nvGrpSpPr>
          <p:cNvPr id="4" name="Group 3">
            <a:extLst>
              <a:ext uri="{FF2B5EF4-FFF2-40B4-BE49-F238E27FC236}">
                <a16:creationId xmlns:a16="http://schemas.microsoft.com/office/drawing/2014/main" id="{D68E27BB-7AB7-CDC3-CFE0-440923FF4845}"/>
              </a:ext>
              <a:ext uri="{C183D7F6-B498-43B3-948B-1728B52AA6E4}">
                <adec:decorative xmlns:adec="http://schemas.microsoft.com/office/drawing/2017/decorative" val="1"/>
              </a:ext>
            </a:extLst>
          </p:cNvPr>
          <p:cNvGrpSpPr/>
          <p:nvPr userDrawn="1"/>
        </p:nvGrpSpPr>
        <p:grpSpPr>
          <a:xfrm>
            <a:off x="0" y="1417320"/>
            <a:ext cx="12193200" cy="4686324"/>
            <a:chOff x="0" y="1417320"/>
            <a:chExt cx="12193200" cy="4686324"/>
          </a:xfrm>
        </p:grpSpPr>
        <p:sp>
          <p:nvSpPr>
            <p:cNvPr id="5" name="TextBox 4">
              <a:extLst>
                <a:ext uri="{FF2B5EF4-FFF2-40B4-BE49-F238E27FC236}">
                  <a16:creationId xmlns:a16="http://schemas.microsoft.com/office/drawing/2014/main" id="{F1F6CB23-D104-A406-9015-092E7AA24078}"/>
                </a:ext>
                <a:ext uri="{C183D7F6-B498-43B3-948B-1728B52AA6E4}">
                  <adec:decorative xmlns:adec="http://schemas.microsoft.com/office/drawing/2017/decorative" val="1"/>
                </a:ext>
              </a:extLst>
            </p:cNvPr>
            <p:cNvSpPr txBox="1"/>
            <p:nvPr userDrawn="1"/>
          </p:nvSpPr>
          <p:spPr>
            <a:xfrm>
              <a:off x="0" y="1525320"/>
              <a:ext cx="12192000" cy="4578324"/>
            </a:xfrm>
            <a:prstGeom prst="rect">
              <a:avLst/>
            </a:prstGeom>
            <a:solidFill>
              <a:srgbClr val="F8F8F8"/>
            </a:solidFill>
          </p:spPr>
          <p:txBody>
            <a:bodyPr vert="horz" wrap="square" lIns="0" tIns="0" rIns="0" bIns="0" rtlCol="0" anchor="t" anchorCtr="0">
              <a:normAutofit/>
            </a:bodyPr>
            <a:lstStyle/>
            <a:p>
              <a:pPr algn="l"/>
              <a:endParaRPr lang="en-US" noProof="0"/>
            </a:p>
          </p:txBody>
        </p:sp>
        <p:sp>
          <p:nvSpPr>
            <p:cNvPr id="6" name="TextBox 5">
              <a:extLst>
                <a:ext uri="{FF2B5EF4-FFF2-40B4-BE49-F238E27FC236}">
                  <a16:creationId xmlns:a16="http://schemas.microsoft.com/office/drawing/2014/main" id="{248E3E26-04F2-0B45-9794-6AD7245045E4}"/>
                </a:ext>
                <a:ext uri="{C183D7F6-B498-43B3-948B-1728B52AA6E4}">
                  <adec:decorative xmlns:adec="http://schemas.microsoft.com/office/drawing/2017/decorative" val="1"/>
                </a:ext>
              </a:extLst>
            </p:cNvPr>
            <p:cNvSpPr txBox="1"/>
            <p:nvPr userDrawn="1"/>
          </p:nvSpPr>
          <p:spPr>
            <a:xfrm>
              <a:off x="0" y="1417320"/>
              <a:ext cx="12193200" cy="108000"/>
            </a:xfrm>
            <a:prstGeom prst="rect">
              <a:avLst/>
            </a:prstGeom>
            <a:gradFill>
              <a:gsLst>
                <a:gs pos="0">
                  <a:srgbClr val="FFCDD2"/>
                </a:gs>
                <a:gs pos="33000">
                  <a:srgbClr val="FF6A00"/>
                </a:gs>
                <a:gs pos="66000">
                  <a:srgbClr val="E31937"/>
                </a:gs>
                <a:gs pos="100000">
                  <a:srgbClr val="991F3D"/>
                </a:gs>
              </a:gsLst>
              <a:lin ang="10800000" scaled="0"/>
            </a:gradFill>
          </p:spPr>
          <p:txBody>
            <a:bodyPr vert="horz" wrap="square" lIns="0" tIns="0" rIns="0" bIns="0" rtlCol="0" anchor="t" anchorCtr="0">
              <a:normAutofit fontScale="40000" lnSpcReduction="20000"/>
            </a:bodyPr>
            <a:lstStyle/>
            <a:p>
              <a:pPr algn="l"/>
              <a:endParaRPr lang="en-US" noProof="0"/>
            </a:p>
          </p:txBody>
        </p:sp>
      </p:grpSp>
      <p:sp>
        <p:nvSpPr>
          <p:cNvPr id="35" name="Picture placeholder 5" descr="Photograph of First and Last name &#10;(person the slide is referencing)">
            <a:extLst>
              <a:ext uri="{FF2B5EF4-FFF2-40B4-BE49-F238E27FC236}">
                <a16:creationId xmlns:a16="http://schemas.microsoft.com/office/drawing/2014/main" id="{3A86A467-D855-8D1E-59EB-90310C8DADC0}"/>
              </a:ext>
            </a:extLst>
          </p:cNvPr>
          <p:cNvSpPr>
            <a:spLocks noGrp="1" noChangeAspect="1"/>
          </p:cNvSpPr>
          <p:nvPr>
            <p:ph type="pic" sz="quarter" idx="12" hasCustomPrompt="1"/>
          </p:nvPr>
        </p:nvSpPr>
        <p:spPr>
          <a:xfrm>
            <a:off x="2234504" y="2132064"/>
            <a:ext cx="1650634" cy="1650244"/>
          </a:xfrm>
          <a:prstGeom prst="rect">
            <a:avLst/>
          </a:prstGeom>
          <a:ln w="95250" cmpd="sng">
            <a:solidFill>
              <a:schemeClr val="bg1"/>
            </a:solidFill>
            <a:miter lim="800000"/>
          </a:ln>
          <a:effectLst>
            <a:outerShdw blurRad="152400" dist="50800" dir="2700000" algn="tl" rotWithShape="0">
              <a:schemeClr val="tx1">
                <a:alpha val="25478"/>
              </a:schemeClr>
            </a:outerShdw>
          </a:effectLst>
        </p:spPr>
        <p:txBody>
          <a:bodyPr lIns="182880" tIns="182880" rIns="91440">
            <a:noAutofit/>
          </a:bodyPr>
          <a:lstStyle>
            <a:lvl1pPr marL="0" indent="0">
              <a:buFontTx/>
              <a:buNone/>
              <a:defRPr sz="1200"/>
            </a:lvl1pPr>
          </a:lstStyle>
          <a:p>
            <a:r>
              <a:rPr lang="en-US" sz="1400" noProof="0">
                <a:cs typeface="Arial" pitchFamily="34" charset="0"/>
              </a:rPr>
              <a:t>Click icon to add photo</a:t>
            </a:r>
          </a:p>
        </p:txBody>
      </p:sp>
      <p:sp>
        <p:nvSpPr>
          <p:cNvPr id="36" name="Text placeholder 5">
            <a:extLst>
              <a:ext uri="{FF2B5EF4-FFF2-40B4-BE49-F238E27FC236}">
                <a16:creationId xmlns:a16="http://schemas.microsoft.com/office/drawing/2014/main" id="{9D486887-C41D-5605-71FF-F9698270EAB5}"/>
              </a:ext>
            </a:extLst>
          </p:cNvPr>
          <p:cNvSpPr>
            <a:spLocks noGrp="1"/>
          </p:cNvSpPr>
          <p:nvPr>
            <p:ph type="body" sz="quarter" idx="27" hasCustomPrompt="1"/>
          </p:nvPr>
        </p:nvSpPr>
        <p:spPr>
          <a:xfrm>
            <a:off x="1923603" y="4094254"/>
            <a:ext cx="2272437" cy="472710"/>
          </a:xfrm>
          <a:prstGeom prst="rect">
            <a:avLst/>
          </a:prstGeom>
        </p:spPr>
        <p:txBody>
          <a:bodyPr lIns="0" tIns="0" rIns="0" bIns="0" anchor="b">
            <a:noAutofit/>
          </a:bodyPr>
          <a:lstStyle>
            <a:lvl1pPr marL="0" indent="0" algn="ctr">
              <a:lnSpc>
                <a:spcPct val="90000"/>
              </a:lnSpc>
              <a:spcBef>
                <a:spcPts val="0"/>
              </a:spcBef>
              <a:buNone/>
              <a:defRPr sz="1600" b="1">
                <a:solidFill>
                  <a:schemeClr val="tx1"/>
                </a:solidFill>
              </a:defRPr>
            </a:lvl1pPr>
            <a:lvl4pPr marL="1371600" indent="0">
              <a:buNone/>
              <a:defRPr/>
            </a:lvl4pPr>
          </a:lstStyle>
          <a:p>
            <a:pPr marL="0" marR="0" lvl="0" indent="0" algn="ctr" defTabSz="914400" rtl="0" eaLnBrk="1" fontAlgn="auto" latinLnBrk="0" hangingPunct="1">
              <a:lnSpc>
                <a:spcPct val="90000"/>
              </a:lnSpc>
              <a:spcBef>
                <a:spcPts val="0"/>
              </a:spcBef>
              <a:spcAft>
                <a:spcPts val="0"/>
              </a:spcAft>
              <a:buClrTx/>
              <a:buSzTx/>
              <a:buFont typeface="Arial" pitchFamily="34" charset="0"/>
              <a:buNone/>
              <a:tabLst/>
              <a:defRPr/>
            </a:pPr>
            <a:r>
              <a:rPr lang="en-US" noProof="0"/>
              <a:t>First and Last name</a:t>
            </a:r>
          </a:p>
        </p:txBody>
      </p:sp>
      <p:sp>
        <p:nvSpPr>
          <p:cNvPr id="37" name="Text placeholder 5">
            <a:extLst>
              <a:ext uri="{FF2B5EF4-FFF2-40B4-BE49-F238E27FC236}">
                <a16:creationId xmlns:a16="http://schemas.microsoft.com/office/drawing/2014/main" id="{6500EE20-5AC6-3657-3DD0-7AD97ED79638}"/>
              </a:ext>
            </a:extLst>
          </p:cNvPr>
          <p:cNvSpPr>
            <a:spLocks noGrp="1"/>
          </p:cNvSpPr>
          <p:nvPr>
            <p:ph type="body" sz="quarter" idx="28" hasCustomPrompt="1"/>
          </p:nvPr>
        </p:nvSpPr>
        <p:spPr>
          <a:xfrm>
            <a:off x="1923603" y="4721784"/>
            <a:ext cx="2272437" cy="1117442"/>
          </a:xfrm>
          <a:prstGeom prst="rect">
            <a:avLst/>
          </a:prstGeom>
        </p:spPr>
        <p:txBody>
          <a:bodyPr lIns="0" tIns="0" rIns="0" bIns="0">
            <a:noAutofit/>
          </a:bodyPr>
          <a:lstStyle>
            <a:lvl1pPr marL="0" indent="0" algn="ctr">
              <a:spcBef>
                <a:spcPts val="0"/>
              </a:spcBef>
              <a:buNone/>
              <a:defRPr sz="1600" b="0">
                <a:solidFill>
                  <a:schemeClr val="tx1"/>
                </a:solidFill>
              </a:defRPr>
            </a:lvl1pPr>
            <a:lvl4pPr marL="1371600" indent="0">
              <a:buNone/>
              <a:defRPr/>
            </a:lvl4pPr>
          </a:lstStyle>
          <a:p>
            <a:pPr lvl="0"/>
            <a:r>
              <a:rPr lang="en-US" noProof="0"/>
              <a:t>Job title or role         Division or Location</a:t>
            </a:r>
          </a:p>
        </p:txBody>
      </p:sp>
      <p:sp>
        <p:nvSpPr>
          <p:cNvPr id="38" name="Picture placeholder 5" descr="Photograph of First and Last name &#10;(person the slide is referencing)">
            <a:extLst>
              <a:ext uri="{FF2B5EF4-FFF2-40B4-BE49-F238E27FC236}">
                <a16:creationId xmlns:a16="http://schemas.microsoft.com/office/drawing/2014/main" id="{A494526E-4E99-DC68-7E49-D5A978CE9CBB}"/>
              </a:ext>
            </a:extLst>
          </p:cNvPr>
          <p:cNvSpPr>
            <a:spLocks noGrp="1" noChangeAspect="1"/>
          </p:cNvSpPr>
          <p:nvPr>
            <p:ph type="pic" sz="quarter" idx="33" hasCustomPrompt="1"/>
          </p:nvPr>
        </p:nvSpPr>
        <p:spPr>
          <a:xfrm>
            <a:off x="5287759" y="2132064"/>
            <a:ext cx="1650634" cy="1650244"/>
          </a:xfrm>
          <a:prstGeom prst="rect">
            <a:avLst/>
          </a:prstGeom>
          <a:ln w="95250" cmpd="sng">
            <a:solidFill>
              <a:schemeClr val="bg1"/>
            </a:solidFill>
            <a:miter lim="800000"/>
          </a:ln>
          <a:effectLst>
            <a:outerShdw blurRad="152400" dist="50800" dir="2700000" algn="tl" rotWithShape="0">
              <a:schemeClr val="tx1">
                <a:alpha val="25478"/>
              </a:schemeClr>
            </a:outerShdw>
          </a:effectLst>
        </p:spPr>
        <p:txBody>
          <a:bodyPr lIns="182880" tIns="182880" rIns="91440">
            <a:noAutofit/>
          </a:bodyPr>
          <a:lstStyle>
            <a:lvl1pPr marL="0" indent="0">
              <a:buFontTx/>
              <a:buNone/>
              <a:defRPr sz="1200"/>
            </a:lvl1pPr>
          </a:lstStyle>
          <a:p>
            <a:r>
              <a:rPr lang="en-US" sz="1400" noProof="0">
                <a:cs typeface="Arial" pitchFamily="34" charset="0"/>
              </a:rPr>
              <a:t>Click icon to add photo</a:t>
            </a:r>
          </a:p>
        </p:txBody>
      </p:sp>
      <p:sp>
        <p:nvSpPr>
          <p:cNvPr id="39" name="Text placeholder 5">
            <a:extLst>
              <a:ext uri="{FF2B5EF4-FFF2-40B4-BE49-F238E27FC236}">
                <a16:creationId xmlns:a16="http://schemas.microsoft.com/office/drawing/2014/main" id="{B9D673A4-C543-9C26-7E55-8EB17385008B}"/>
              </a:ext>
            </a:extLst>
          </p:cNvPr>
          <p:cNvSpPr>
            <a:spLocks noGrp="1"/>
          </p:cNvSpPr>
          <p:nvPr>
            <p:ph type="body" sz="quarter" idx="29" hasCustomPrompt="1"/>
          </p:nvPr>
        </p:nvSpPr>
        <p:spPr>
          <a:xfrm>
            <a:off x="4976858" y="4088999"/>
            <a:ext cx="2272437" cy="472710"/>
          </a:xfrm>
          <a:prstGeom prst="rect">
            <a:avLst/>
          </a:prstGeom>
        </p:spPr>
        <p:txBody>
          <a:bodyPr lIns="0" tIns="0" rIns="0" bIns="0" anchor="b">
            <a:noAutofit/>
          </a:bodyPr>
          <a:lstStyle>
            <a:lvl1pPr marL="0" indent="0" algn="ctr">
              <a:lnSpc>
                <a:spcPct val="90000"/>
              </a:lnSpc>
              <a:spcBef>
                <a:spcPts val="0"/>
              </a:spcBef>
              <a:buNone/>
              <a:defRPr sz="1600" b="1">
                <a:solidFill>
                  <a:schemeClr val="tx1"/>
                </a:solidFill>
              </a:defRPr>
            </a:lvl1pPr>
            <a:lvl4pPr marL="1371600" indent="0">
              <a:buNone/>
              <a:defRPr/>
            </a:lvl4pPr>
          </a:lstStyle>
          <a:p>
            <a:pPr marL="0" marR="0" lvl="0" indent="0" algn="ctr" defTabSz="914400" rtl="0" eaLnBrk="1" fontAlgn="auto" latinLnBrk="0" hangingPunct="1">
              <a:lnSpc>
                <a:spcPct val="90000"/>
              </a:lnSpc>
              <a:spcBef>
                <a:spcPts val="0"/>
              </a:spcBef>
              <a:spcAft>
                <a:spcPts val="0"/>
              </a:spcAft>
              <a:buClrTx/>
              <a:buSzTx/>
              <a:buFont typeface="Arial" pitchFamily="34" charset="0"/>
              <a:buNone/>
              <a:tabLst/>
              <a:defRPr/>
            </a:pPr>
            <a:r>
              <a:rPr lang="en-US" noProof="0"/>
              <a:t>First and Last name</a:t>
            </a:r>
          </a:p>
        </p:txBody>
      </p:sp>
      <p:sp>
        <p:nvSpPr>
          <p:cNvPr id="40" name="Text placeholder 5">
            <a:extLst>
              <a:ext uri="{FF2B5EF4-FFF2-40B4-BE49-F238E27FC236}">
                <a16:creationId xmlns:a16="http://schemas.microsoft.com/office/drawing/2014/main" id="{185AC4BF-E6BF-D39D-A8E7-2505A33087F6}"/>
              </a:ext>
            </a:extLst>
          </p:cNvPr>
          <p:cNvSpPr>
            <a:spLocks noGrp="1"/>
          </p:cNvSpPr>
          <p:nvPr>
            <p:ph type="body" sz="quarter" idx="30" hasCustomPrompt="1"/>
          </p:nvPr>
        </p:nvSpPr>
        <p:spPr>
          <a:xfrm>
            <a:off x="4976858" y="4721784"/>
            <a:ext cx="2272437" cy="1117442"/>
          </a:xfrm>
          <a:prstGeom prst="rect">
            <a:avLst/>
          </a:prstGeom>
        </p:spPr>
        <p:txBody>
          <a:bodyPr lIns="0" tIns="0" rIns="0" bIns="0">
            <a:noAutofit/>
          </a:bodyPr>
          <a:lstStyle>
            <a:lvl1pPr marL="0" indent="0" algn="ctr">
              <a:spcBef>
                <a:spcPts val="0"/>
              </a:spcBef>
              <a:buNone/>
              <a:defRPr sz="1600" b="0">
                <a:solidFill>
                  <a:schemeClr val="tx1"/>
                </a:solidFill>
              </a:defRPr>
            </a:lvl1pPr>
            <a:lvl4pPr marL="1371600" indent="0">
              <a:buNone/>
              <a:defRPr/>
            </a:lvl4pPr>
          </a:lstStyle>
          <a:p>
            <a:pPr lvl="0"/>
            <a:r>
              <a:rPr lang="en-US" noProof="0"/>
              <a:t>Job title or role         Division or Location</a:t>
            </a:r>
          </a:p>
        </p:txBody>
      </p:sp>
      <p:sp>
        <p:nvSpPr>
          <p:cNvPr id="41" name="Picture placeholder 5" descr="Photograph of First and Last name &#10;(person the slide is referencing)">
            <a:extLst>
              <a:ext uri="{FF2B5EF4-FFF2-40B4-BE49-F238E27FC236}">
                <a16:creationId xmlns:a16="http://schemas.microsoft.com/office/drawing/2014/main" id="{ADB10A66-6145-1471-4C0C-5D7910FACEE1}"/>
              </a:ext>
            </a:extLst>
          </p:cNvPr>
          <p:cNvSpPr>
            <a:spLocks noGrp="1" noChangeAspect="1"/>
          </p:cNvSpPr>
          <p:nvPr>
            <p:ph type="pic" sz="quarter" idx="34" hasCustomPrompt="1"/>
          </p:nvPr>
        </p:nvSpPr>
        <p:spPr>
          <a:xfrm>
            <a:off x="8314739" y="2132064"/>
            <a:ext cx="1650634" cy="1650244"/>
          </a:xfrm>
          <a:prstGeom prst="rect">
            <a:avLst/>
          </a:prstGeom>
          <a:ln w="95250" cmpd="sng">
            <a:solidFill>
              <a:schemeClr val="bg1"/>
            </a:solidFill>
            <a:miter lim="800000"/>
          </a:ln>
          <a:effectLst>
            <a:outerShdw blurRad="152400" dist="50800" dir="2700000" algn="tl" rotWithShape="0">
              <a:schemeClr val="tx1">
                <a:alpha val="25478"/>
              </a:schemeClr>
            </a:outerShdw>
          </a:effectLst>
        </p:spPr>
        <p:txBody>
          <a:bodyPr lIns="182880" tIns="182880" rIns="91440">
            <a:noAutofit/>
          </a:bodyPr>
          <a:lstStyle>
            <a:lvl1pPr marL="0" indent="0">
              <a:buFontTx/>
              <a:buNone/>
              <a:defRPr sz="1200"/>
            </a:lvl1pPr>
          </a:lstStyle>
          <a:p>
            <a:r>
              <a:rPr lang="en-US" sz="1400" noProof="0">
                <a:cs typeface="Arial" pitchFamily="34" charset="0"/>
              </a:rPr>
              <a:t>Click icon to add photo</a:t>
            </a:r>
          </a:p>
        </p:txBody>
      </p:sp>
      <p:sp>
        <p:nvSpPr>
          <p:cNvPr id="42" name="Text placeholder 5">
            <a:extLst>
              <a:ext uri="{FF2B5EF4-FFF2-40B4-BE49-F238E27FC236}">
                <a16:creationId xmlns:a16="http://schemas.microsoft.com/office/drawing/2014/main" id="{2ED88A52-6A17-2AA0-73AC-0F77A3B7B442}"/>
              </a:ext>
            </a:extLst>
          </p:cNvPr>
          <p:cNvSpPr>
            <a:spLocks noGrp="1"/>
          </p:cNvSpPr>
          <p:nvPr>
            <p:ph type="body" sz="quarter" idx="31" hasCustomPrompt="1"/>
          </p:nvPr>
        </p:nvSpPr>
        <p:spPr>
          <a:xfrm>
            <a:off x="8003838" y="4088999"/>
            <a:ext cx="2272437" cy="472710"/>
          </a:xfrm>
          <a:prstGeom prst="rect">
            <a:avLst/>
          </a:prstGeom>
        </p:spPr>
        <p:txBody>
          <a:bodyPr lIns="0" tIns="0" rIns="0" bIns="0" anchor="b">
            <a:noAutofit/>
          </a:bodyPr>
          <a:lstStyle>
            <a:lvl1pPr marL="0" indent="0" algn="ctr">
              <a:lnSpc>
                <a:spcPct val="90000"/>
              </a:lnSpc>
              <a:spcBef>
                <a:spcPts val="0"/>
              </a:spcBef>
              <a:buNone/>
              <a:defRPr sz="1600" b="1">
                <a:solidFill>
                  <a:schemeClr val="tx1"/>
                </a:solidFill>
              </a:defRPr>
            </a:lvl1pPr>
            <a:lvl4pPr marL="1371600" indent="0">
              <a:buNone/>
              <a:defRPr/>
            </a:lvl4pPr>
          </a:lstStyle>
          <a:p>
            <a:pPr marL="0" marR="0" lvl="0" indent="0" algn="ctr" defTabSz="914400" rtl="0" eaLnBrk="1" fontAlgn="auto" latinLnBrk="0" hangingPunct="1">
              <a:lnSpc>
                <a:spcPct val="90000"/>
              </a:lnSpc>
              <a:spcBef>
                <a:spcPts val="0"/>
              </a:spcBef>
              <a:spcAft>
                <a:spcPts val="0"/>
              </a:spcAft>
              <a:buClrTx/>
              <a:buSzTx/>
              <a:buFont typeface="Arial" pitchFamily="34" charset="0"/>
              <a:buNone/>
              <a:tabLst/>
              <a:defRPr/>
            </a:pPr>
            <a:r>
              <a:rPr lang="en-US" noProof="0"/>
              <a:t>First and Last name</a:t>
            </a:r>
          </a:p>
        </p:txBody>
      </p:sp>
      <p:sp>
        <p:nvSpPr>
          <p:cNvPr id="43" name="Text placeholder 5">
            <a:extLst>
              <a:ext uri="{FF2B5EF4-FFF2-40B4-BE49-F238E27FC236}">
                <a16:creationId xmlns:a16="http://schemas.microsoft.com/office/drawing/2014/main" id="{08B978EE-ED47-502D-A0D5-7392A7960FDE}"/>
              </a:ext>
            </a:extLst>
          </p:cNvPr>
          <p:cNvSpPr>
            <a:spLocks noGrp="1"/>
          </p:cNvSpPr>
          <p:nvPr>
            <p:ph type="body" sz="quarter" idx="32" hasCustomPrompt="1"/>
          </p:nvPr>
        </p:nvSpPr>
        <p:spPr>
          <a:xfrm>
            <a:off x="8003838" y="4721784"/>
            <a:ext cx="2272437" cy="1117442"/>
          </a:xfrm>
          <a:prstGeom prst="rect">
            <a:avLst/>
          </a:prstGeom>
        </p:spPr>
        <p:txBody>
          <a:bodyPr lIns="0" tIns="0" rIns="0" bIns="0">
            <a:noAutofit/>
          </a:bodyPr>
          <a:lstStyle>
            <a:lvl1pPr marL="0" indent="0" algn="ctr">
              <a:spcBef>
                <a:spcPts val="0"/>
              </a:spcBef>
              <a:buNone/>
              <a:defRPr sz="1600" b="0">
                <a:solidFill>
                  <a:schemeClr val="tx1"/>
                </a:solidFill>
              </a:defRPr>
            </a:lvl1pPr>
            <a:lvl4pPr marL="1371600" indent="0">
              <a:buNone/>
              <a:defRPr/>
            </a:lvl4pPr>
          </a:lstStyle>
          <a:p>
            <a:pPr lvl="0"/>
            <a:r>
              <a:rPr lang="en-US" noProof="0"/>
              <a:t>Job title or role         Division or Location</a:t>
            </a:r>
          </a:p>
        </p:txBody>
      </p:sp>
      <p:sp>
        <p:nvSpPr>
          <p:cNvPr id="3" name="Footer Placeholder 2">
            <a:extLst>
              <a:ext uri="{FF2B5EF4-FFF2-40B4-BE49-F238E27FC236}">
                <a16:creationId xmlns:a16="http://schemas.microsoft.com/office/drawing/2014/main" id="{94311A63-055C-B023-572C-AF762E30BA31}"/>
              </a:ext>
              <a:ext uri="{C183D7F6-B498-43B3-948B-1728B52AA6E4}">
                <adec:decorative xmlns:adec="http://schemas.microsoft.com/office/drawing/2017/decorative" val="1"/>
              </a:ext>
            </a:extLst>
          </p:cNvPr>
          <p:cNvSpPr>
            <a:spLocks noGrp="1"/>
          </p:cNvSpPr>
          <p:nvPr userDrawn="1">
            <p:ph type="ftr" sz="quarter" idx="38"/>
          </p:nvPr>
        </p:nvSpPr>
        <p:spPr/>
        <p:txBody>
          <a:bodyPr/>
          <a:lstStyle>
            <a:lvl1pPr>
              <a:defRPr>
                <a:solidFill>
                  <a:srgbClr val="E6E6E6"/>
                </a:solidFill>
              </a:defRPr>
            </a:lvl1pPr>
          </a:lstStyle>
          <a:p>
            <a:endParaRPr lang="en-US" noProof="0"/>
          </a:p>
        </p:txBody>
      </p:sp>
      <p:sp>
        <p:nvSpPr>
          <p:cNvPr id="9" name="Slide Number Placeholder 8">
            <a:extLst>
              <a:ext uri="{FF2B5EF4-FFF2-40B4-BE49-F238E27FC236}">
                <a16:creationId xmlns:a16="http://schemas.microsoft.com/office/drawing/2014/main" id="{F97078C6-BBC5-8D5E-1DBF-9E32207B8A9F}"/>
              </a:ext>
              <a:ext uri="{C183D7F6-B498-43B3-948B-1728B52AA6E4}">
                <adec:decorative xmlns:adec="http://schemas.microsoft.com/office/drawing/2017/decorative" val="1"/>
              </a:ext>
            </a:extLst>
          </p:cNvPr>
          <p:cNvSpPr>
            <a:spLocks noGrp="1"/>
          </p:cNvSpPr>
          <p:nvPr userDrawn="1">
            <p:ph type="sldNum" sz="quarter" idx="37"/>
          </p:nvPr>
        </p:nvSpPr>
        <p:spPr/>
        <p:txBody>
          <a:bodyPr/>
          <a:lstStyle>
            <a:lvl1pPr>
              <a:defRPr>
                <a:solidFill>
                  <a:srgbClr val="E6E6E6"/>
                </a:solidFill>
              </a:defRPr>
            </a:lvl1pPr>
          </a:lstStyle>
          <a:p>
            <a:fld id="{525A3C56-E491-49B2-93F3-63532DF516BC}" type="slidenum">
              <a:rPr lang="en-US" noProof="0" smtClean="0"/>
              <a:pPr/>
              <a:t>‹n°›</a:t>
            </a:fld>
            <a:endParaRPr lang="en-US" noProof="0"/>
          </a:p>
        </p:txBody>
      </p:sp>
    </p:spTree>
    <p:extLst>
      <p:ext uri="{BB962C8B-B14F-4D97-AF65-F5344CB8AC3E}">
        <p14:creationId xmlns:p14="http://schemas.microsoft.com/office/powerpoint/2010/main" val="115866489"/>
      </p:ext>
    </p:extLst>
  </p:cSld>
  <p:clrMapOvr>
    <a:masterClrMapping/>
  </p:clrMapOvr>
  <p:transition/>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Team - 4A">
    <p:spTree>
      <p:nvGrpSpPr>
        <p:cNvPr id="1" name=""/>
        <p:cNvGrpSpPr/>
        <p:nvPr/>
      </p:nvGrpSpPr>
      <p:grpSpPr>
        <a:xfrm>
          <a:off x="0" y="0"/>
          <a:ext cx="0" cy="0"/>
          <a:chOff x="0" y="0"/>
          <a:chExt cx="0" cy="0"/>
        </a:xfrm>
      </p:grpSpPr>
      <p:sp>
        <p:nvSpPr>
          <p:cNvPr id="16" name="Title 1">
            <a:extLst>
              <a:ext uri="{FF2B5EF4-FFF2-40B4-BE49-F238E27FC236}">
                <a16:creationId xmlns:a16="http://schemas.microsoft.com/office/drawing/2014/main" id="{3CDA66FE-4D5A-4E48-BDC4-6C987A8FA04A}"/>
              </a:ext>
            </a:extLst>
          </p:cNvPr>
          <p:cNvSpPr>
            <a:spLocks noGrp="1"/>
          </p:cNvSpPr>
          <p:nvPr>
            <p:ph type="title" hasCustomPrompt="1"/>
          </p:nvPr>
        </p:nvSpPr>
        <p:spPr>
          <a:xfrm>
            <a:off x="765737" y="683246"/>
            <a:ext cx="10676438" cy="531097"/>
          </a:xfrm>
          <a:noFill/>
        </p:spPr>
        <p:txBody>
          <a:bodyPr>
            <a:noAutofit/>
          </a:bodyPr>
          <a:lstStyle>
            <a:lvl1pPr>
              <a:defRPr sz="2800">
                <a:solidFill>
                  <a:schemeClr val="tx1"/>
                </a:solidFill>
              </a:defRPr>
            </a:lvl1pPr>
          </a:lstStyle>
          <a:p>
            <a:r>
              <a:rPr lang="en-US" noProof="0"/>
              <a:t>Team slide with 4 individuals (layout A) – click to add title</a:t>
            </a:r>
          </a:p>
        </p:txBody>
      </p:sp>
      <p:grpSp>
        <p:nvGrpSpPr>
          <p:cNvPr id="4" name="Group 3">
            <a:extLst>
              <a:ext uri="{FF2B5EF4-FFF2-40B4-BE49-F238E27FC236}">
                <a16:creationId xmlns:a16="http://schemas.microsoft.com/office/drawing/2014/main" id="{839BD4E2-CAF1-660B-B621-322151500C37}"/>
              </a:ext>
              <a:ext uri="{C183D7F6-B498-43B3-948B-1728B52AA6E4}">
                <adec:decorative xmlns:adec="http://schemas.microsoft.com/office/drawing/2017/decorative" val="1"/>
              </a:ext>
            </a:extLst>
          </p:cNvPr>
          <p:cNvGrpSpPr/>
          <p:nvPr userDrawn="1"/>
        </p:nvGrpSpPr>
        <p:grpSpPr>
          <a:xfrm>
            <a:off x="0" y="1417320"/>
            <a:ext cx="12193200" cy="4686324"/>
            <a:chOff x="0" y="1417320"/>
            <a:chExt cx="12193200" cy="4686324"/>
          </a:xfrm>
        </p:grpSpPr>
        <p:sp>
          <p:nvSpPr>
            <p:cNvPr id="5" name="TextBox 4">
              <a:extLst>
                <a:ext uri="{FF2B5EF4-FFF2-40B4-BE49-F238E27FC236}">
                  <a16:creationId xmlns:a16="http://schemas.microsoft.com/office/drawing/2014/main" id="{78A6216E-2B23-859B-D779-ADD510296439}"/>
                </a:ext>
                <a:ext uri="{C183D7F6-B498-43B3-948B-1728B52AA6E4}">
                  <adec:decorative xmlns:adec="http://schemas.microsoft.com/office/drawing/2017/decorative" val="1"/>
                </a:ext>
              </a:extLst>
            </p:cNvPr>
            <p:cNvSpPr txBox="1"/>
            <p:nvPr userDrawn="1"/>
          </p:nvSpPr>
          <p:spPr>
            <a:xfrm>
              <a:off x="0" y="1525320"/>
              <a:ext cx="12192000" cy="4578324"/>
            </a:xfrm>
            <a:prstGeom prst="rect">
              <a:avLst/>
            </a:prstGeom>
            <a:solidFill>
              <a:srgbClr val="F8F8F8"/>
            </a:solidFill>
          </p:spPr>
          <p:txBody>
            <a:bodyPr vert="horz" wrap="square" lIns="0" tIns="0" rIns="0" bIns="0" rtlCol="0" anchor="t" anchorCtr="0">
              <a:normAutofit/>
            </a:bodyPr>
            <a:lstStyle/>
            <a:p>
              <a:pPr algn="l"/>
              <a:endParaRPr lang="en-US" noProof="0"/>
            </a:p>
          </p:txBody>
        </p:sp>
        <p:sp>
          <p:nvSpPr>
            <p:cNvPr id="6" name="TextBox 5">
              <a:extLst>
                <a:ext uri="{FF2B5EF4-FFF2-40B4-BE49-F238E27FC236}">
                  <a16:creationId xmlns:a16="http://schemas.microsoft.com/office/drawing/2014/main" id="{3E5F8A29-E0AF-3CF9-5179-EDB040F360EA}"/>
                </a:ext>
                <a:ext uri="{C183D7F6-B498-43B3-948B-1728B52AA6E4}">
                  <adec:decorative xmlns:adec="http://schemas.microsoft.com/office/drawing/2017/decorative" val="1"/>
                </a:ext>
              </a:extLst>
            </p:cNvPr>
            <p:cNvSpPr txBox="1"/>
            <p:nvPr userDrawn="1"/>
          </p:nvSpPr>
          <p:spPr>
            <a:xfrm>
              <a:off x="0" y="1417320"/>
              <a:ext cx="12193200" cy="108000"/>
            </a:xfrm>
            <a:prstGeom prst="rect">
              <a:avLst/>
            </a:prstGeom>
            <a:gradFill>
              <a:gsLst>
                <a:gs pos="60000">
                  <a:srgbClr val="B91C3A"/>
                </a:gs>
                <a:gs pos="0">
                  <a:srgbClr val="E31937"/>
                </a:gs>
                <a:gs pos="100000">
                  <a:srgbClr val="5236AB"/>
                </a:gs>
              </a:gsLst>
              <a:lin ang="10800000" scaled="0"/>
            </a:gradFill>
          </p:spPr>
          <p:txBody>
            <a:bodyPr vert="horz" wrap="square" lIns="0" tIns="0" rIns="0" bIns="0" rtlCol="0" anchor="t" anchorCtr="0">
              <a:normAutofit fontScale="40000" lnSpcReduction="20000"/>
            </a:bodyPr>
            <a:lstStyle/>
            <a:p>
              <a:pPr algn="l"/>
              <a:endParaRPr lang="en-US" noProof="0"/>
            </a:p>
          </p:txBody>
        </p:sp>
      </p:grpSp>
      <p:sp>
        <p:nvSpPr>
          <p:cNvPr id="56" name="Picture placeholder 1" descr="Photograph of First and Last name &#10;(person the slide is referencing)">
            <a:extLst>
              <a:ext uri="{FF2B5EF4-FFF2-40B4-BE49-F238E27FC236}">
                <a16:creationId xmlns:a16="http://schemas.microsoft.com/office/drawing/2014/main" id="{61E355BA-E8F2-FA80-1060-127D34E1F29A}"/>
              </a:ext>
            </a:extLst>
          </p:cNvPr>
          <p:cNvSpPr>
            <a:spLocks noGrp="1"/>
          </p:cNvSpPr>
          <p:nvPr>
            <p:ph type="pic" sz="quarter" idx="12" hasCustomPrompt="1"/>
          </p:nvPr>
        </p:nvSpPr>
        <p:spPr>
          <a:xfrm>
            <a:off x="2021011" y="2276543"/>
            <a:ext cx="1319356" cy="1323730"/>
          </a:xfrm>
          <a:prstGeom prst="rect">
            <a:avLst/>
          </a:prstGeom>
          <a:ln w="95250" cmpd="sng">
            <a:solidFill>
              <a:schemeClr val="bg1"/>
            </a:solidFill>
            <a:miter lim="800000"/>
          </a:ln>
          <a:effectLst>
            <a:outerShdw blurRad="152400" dist="50800" dir="2700000" algn="tl" rotWithShape="0">
              <a:schemeClr val="tx1">
                <a:alpha val="25478"/>
              </a:schemeClr>
            </a:outerShdw>
          </a:effectLst>
        </p:spPr>
        <p:txBody>
          <a:bodyPr lIns="182880" tIns="182880" rIns="91440">
            <a:noAutofit/>
          </a:bodyPr>
          <a:lstStyle>
            <a:lvl1pPr marL="0" indent="0">
              <a:buFont typeface="Arial" panose="020B0604020202020204" pitchFamily="34" charset="0"/>
              <a:buNone/>
              <a:defRPr lang="fr-FR" sz="1200" dirty="0">
                <a:cs typeface="Arial" pitchFamily="34" charset="0"/>
              </a:defRPr>
            </a:lvl1pPr>
          </a:lstStyle>
          <a:p>
            <a:r>
              <a:rPr lang="en-US" sz="1400" noProof="0">
                <a:cs typeface="Arial" pitchFamily="34" charset="0"/>
              </a:rPr>
              <a:t>Click icon to add photo</a:t>
            </a:r>
          </a:p>
        </p:txBody>
      </p:sp>
      <p:sp>
        <p:nvSpPr>
          <p:cNvPr id="57" name="Name placeholder 1">
            <a:extLst>
              <a:ext uri="{FF2B5EF4-FFF2-40B4-BE49-F238E27FC236}">
                <a16:creationId xmlns:a16="http://schemas.microsoft.com/office/drawing/2014/main" id="{F8BE96B3-364D-CF0B-C4EE-FDD8FD85DB35}"/>
              </a:ext>
            </a:extLst>
          </p:cNvPr>
          <p:cNvSpPr>
            <a:spLocks noGrp="1"/>
          </p:cNvSpPr>
          <p:nvPr>
            <p:ph type="body" sz="quarter" idx="27" hasCustomPrompt="1"/>
          </p:nvPr>
        </p:nvSpPr>
        <p:spPr>
          <a:xfrm>
            <a:off x="1921089" y="4050585"/>
            <a:ext cx="1519200" cy="444201"/>
          </a:xfrm>
          <a:prstGeom prst="rect">
            <a:avLst/>
          </a:prstGeom>
        </p:spPr>
        <p:txBody>
          <a:bodyPr lIns="0" tIns="0" rIns="0" bIns="0" anchor="b">
            <a:noAutofit/>
          </a:bodyPr>
          <a:lstStyle>
            <a:lvl1pPr marL="0" indent="0" algn="ctr">
              <a:lnSpc>
                <a:spcPct val="90000"/>
              </a:lnSpc>
              <a:spcBef>
                <a:spcPts val="0"/>
              </a:spcBef>
              <a:buNone/>
              <a:defRPr sz="1400" b="1">
                <a:solidFill>
                  <a:schemeClr val="tx1"/>
                </a:solidFill>
              </a:defRPr>
            </a:lvl1pPr>
            <a:lvl4pPr marL="1371600" indent="0">
              <a:buNone/>
              <a:defRPr/>
            </a:lvl4pPr>
          </a:lstStyle>
          <a:p>
            <a:pPr lvl="0"/>
            <a:r>
              <a:rPr lang="en-US" noProof="0"/>
              <a:t>First and Last name</a:t>
            </a:r>
          </a:p>
        </p:txBody>
      </p:sp>
      <p:sp>
        <p:nvSpPr>
          <p:cNvPr id="58" name="Title placeholder 1">
            <a:extLst>
              <a:ext uri="{FF2B5EF4-FFF2-40B4-BE49-F238E27FC236}">
                <a16:creationId xmlns:a16="http://schemas.microsoft.com/office/drawing/2014/main" id="{06D7070F-F243-4240-4F93-320217241765}"/>
              </a:ext>
            </a:extLst>
          </p:cNvPr>
          <p:cNvSpPr>
            <a:spLocks noGrp="1"/>
          </p:cNvSpPr>
          <p:nvPr>
            <p:ph type="body" sz="quarter" idx="28" hasCustomPrompt="1"/>
          </p:nvPr>
        </p:nvSpPr>
        <p:spPr>
          <a:xfrm>
            <a:off x="1921089" y="4657237"/>
            <a:ext cx="1519200" cy="929827"/>
          </a:xfrm>
          <a:prstGeom prst="rect">
            <a:avLst/>
          </a:prstGeom>
        </p:spPr>
        <p:txBody>
          <a:bodyPr lIns="0" tIns="0" rIns="0" bIns="0">
            <a:noAutofit/>
          </a:bodyPr>
          <a:lstStyle>
            <a:lvl1pPr marL="0" indent="0" algn="ctr">
              <a:spcBef>
                <a:spcPts val="0"/>
              </a:spcBef>
              <a:buNone/>
              <a:defRPr sz="1400" b="0">
                <a:solidFill>
                  <a:schemeClr val="tx1"/>
                </a:solidFill>
              </a:defRPr>
            </a:lvl1pPr>
            <a:lvl4pPr marL="1371600" indent="0">
              <a:buNone/>
              <a:defRPr/>
            </a:lvl4pPr>
          </a:lstStyle>
          <a:p>
            <a:pPr lvl="0"/>
            <a:r>
              <a:rPr lang="en-US" noProof="0"/>
              <a:t>Job title or role Division or Location</a:t>
            </a:r>
          </a:p>
        </p:txBody>
      </p:sp>
      <p:sp>
        <p:nvSpPr>
          <p:cNvPr id="59" name="Picture placeholder 2" descr="Photograph of First and Last name &#10;(person the slide is referencing)">
            <a:extLst>
              <a:ext uri="{FF2B5EF4-FFF2-40B4-BE49-F238E27FC236}">
                <a16:creationId xmlns:a16="http://schemas.microsoft.com/office/drawing/2014/main" id="{3D456D4E-6644-5DF9-A9D7-88C041B42206}"/>
              </a:ext>
            </a:extLst>
          </p:cNvPr>
          <p:cNvSpPr>
            <a:spLocks noGrp="1"/>
          </p:cNvSpPr>
          <p:nvPr>
            <p:ph type="pic" sz="quarter" idx="13" hasCustomPrompt="1"/>
          </p:nvPr>
        </p:nvSpPr>
        <p:spPr>
          <a:xfrm>
            <a:off x="4292620" y="2276626"/>
            <a:ext cx="1319356" cy="1324860"/>
          </a:xfrm>
          <a:prstGeom prst="rect">
            <a:avLst/>
          </a:prstGeom>
          <a:ln w="95250" cmpd="sng">
            <a:solidFill>
              <a:schemeClr val="bg1"/>
            </a:solidFill>
            <a:miter lim="800000"/>
          </a:ln>
          <a:effectLst>
            <a:outerShdw blurRad="152400" dist="50800" dir="2700000" algn="tl" rotWithShape="0">
              <a:schemeClr val="tx1">
                <a:alpha val="25478"/>
              </a:schemeClr>
            </a:outerShdw>
          </a:effectLst>
        </p:spPr>
        <p:txBody>
          <a:bodyPr lIns="182880" tIns="182880" rIns="91440">
            <a:noAutofit/>
          </a:bodyPr>
          <a:lstStyle>
            <a:lvl1pPr marL="0" indent="0">
              <a:buFont typeface="Arial" panose="020B0604020202020204" pitchFamily="34" charset="0"/>
              <a:buNone/>
              <a:defRPr lang="fr-FR" sz="1200" dirty="0">
                <a:cs typeface="Arial" pitchFamily="34" charset="0"/>
              </a:defRPr>
            </a:lvl1pPr>
          </a:lstStyle>
          <a:p>
            <a:r>
              <a:rPr lang="en-US" sz="1400" noProof="0">
                <a:cs typeface="Arial" pitchFamily="34" charset="0"/>
              </a:rPr>
              <a:t>Click icon to add photo</a:t>
            </a:r>
          </a:p>
        </p:txBody>
      </p:sp>
      <p:sp>
        <p:nvSpPr>
          <p:cNvPr id="60" name="Name placeholder 2">
            <a:extLst>
              <a:ext uri="{FF2B5EF4-FFF2-40B4-BE49-F238E27FC236}">
                <a16:creationId xmlns:a16="http://schemas.microsoft.com/office/drawing/2014/main" id="{2BD28511-12ED-6273-45AB-79457976718F}"/>
              </a:ext>
            </a:extLst>
          </p:cNvPr>
          <p:cNvSpPr>
            <a:spLocks noGrp="1"/>
          </p:cNvSpPr>
          <p:nvPr>
            <p:ph type="body" sz="quarter" idx="29" hasCustomPrompt="1"/>
          </p:nvPr>
        </p:nvSpPr>
        <p:spPr>
          <a:xfrm>
            <a:off x="4192698" y="4050585"/>
            <a:ext cx="1519200" cy="444201"/>
          </a:xfrm>
          <a:prstGeom prst="rect">
            <a:avLst/>
          </a:prstGeom>
        </p:spPr>
        <p:txBody>
          <a:bodyPr lIns="0" tIns="0" rIns="0" bIns="0" anchor="b">
            <a:noAutofit/>
          </a:bodyPr>
          <a:lstStyle>
            <a:lvl1pPr marL="0" indent="0" algn="ctr">
              <a:lnSpc>
                <a:spcPct val="90000"/>
              </a:lnSpc>
              <a:spcBef>
                <a:spcPts val="0"/>
              </a:spcBef>
              <a:buNone/>
              <a:defRPr sz="1400" b="1">
                <a:solidFill>
                  <a:schemeClr val="tx1"/>
                </a:solidFill>
              </a:defRPr>
            </a:lvl1pPr>
            <a:lvl4pPr marL="1371600" indent="0">
              <a:buNone/>
              <a:defRPr/>
            </a:lvl4pPr>
          </a:lstStyle>
          <a:p>
            <a:pPr marL="0" marR="0" lvl="0" indent="0" algn="ctr" defTabSz="914400" rtl="0" eaLnBrk="1" fontAlgn="auto" latinLnBrk="0" hangingPunct="1">
              <a:lnSpc>
                <a:spcPct val="90000"/>
              </a:lnSpc>
              <a:spcBef>
                <a:spcPts val="0"/>
              </a:spcBef>
              <a:spcAft>
                <a:spcPts val="0"/>
              </a:spcAft>
              <a:buClrTx/>
              <a:buSzTx/>
              <a:buFont typeface="Arial" pitchFamily="34" charset="0"/>
              <a:buNone/>
              <a:tabLst/>
              <a:defRPr/>
            </a:pPr>
            <a:r>
              <a:rPr lang="en-US" noProof="0"/>
              <a:t>First and Last name</a:t>
            </a:r>
          </a:p>
        </p:txBody>
      </p:sp>
      <p:sp>
        <p:nvSpPr>
          <p:cNvPr id="61" name="Title placeholder 2">
            <a:extLst>
              <a:ext uri="{FF2B5EF4-FFF2-40B4-BE49-F238E27FC236}">
                <a16:creationId xmlns:a16="http://schemas.microsoft.com/office/drawing/2014/main" id="{CF8EC483-1935-30ED-F977-D8CFB5ECA5EA}"/>
              </a:ext>
            </a:extLst>
          </p:cNvPr>
          <p:cNvSpPr>
            <a:spLocks noGrp="1"/>
          </p:cNvSpPr>
          <p:nvPr>
            <p:ph type="body" sz="quarter" idx="30" hasCustomPrompt="1"/>
          </p:nvPr>
        </p:nvSpPr>
        <p:spPr>
          <a:xfrm>
            <a:off x="4192698" y="4657237"/>
            <a:ext cx="1519200" cy="929827"/>
          </a:xfrm>
          <a:prstGeom prst="rect">
            <a:avLst/>
          </a:prstGeom>
        </p:spPr>
        <p:txBody>
          <a:bodyPr lIns="0" tIns="0" rIns="0" bIns="0">
            <a:noAutofit/>
          </a:bodyPr>
          <a:lstStyle>
            <a:lvl1pPr marL="0" indent="0" algn="ctr">
              <a:spcBef>
                <a:spcPts val="0"/>
              </a:spcBef>
              <a:buNone/>
              <a:defRPr sz="1400" b="0">
                <a:solidFill>
                  <a:schemeClr val="tx1"/>
                </a:solidFill>
              </a:defRPr>
            </a:lvl1pPr>
            <a:lvl4pPr marL="1371600" indent="0">
              <a:buNone/>
              <a:defRPr/>
            </a:lvl4pPr>
          </a:lstStyle>
          <a:p>
            <a:pPr lvl="0"/>
            <a:r>
              <a:rPr lang="en-US" noProof="0"/>
              <a:t>Job title or role Division or Location</a:t>
            </a:r>
          </a:p>
        </p:txBody>
      </p:sp>
      <p:sp>
        <p:nvSpPr>
          <p:cNvPr id="62" name="Picture placeholder 3" descr="Photograph of First and Last name &#10;(person the slide is referencing)">
            <a:extLst>
              <a:ext uri="{FF2B5EF4-FFF2-40B4-BE49-F238E27FC236}">
                <a16:creationId xmlns:a16="http://schemas.microsoft.com/office/drawing/2014/main" id="{2951CF9E-670B-FB68-05C9-C84EE6E2B780}"/>
              </a:ext>
            </a:extLst>
          </p:cNvPr>
          <p:cNvSpPr>
            <a:spLocks noGrp="1"/>
          </p:cNvSpPr>
          <p:nvPr>
            <p:ph type="pic" sz="quarter" idx="15" hasCustomPrompt="1"/>
          </p:nvPr>
        </p:nvSpPr>
        <p:spPr>
          <a:xfrm>
            <a:off x="6580025" y="2276626"/>
            <a:ext cx="1319356" cy="1324860"/>
          </a:xfrm>
          <a:prstGeom prst="rect">
            <a:avLst/>
          </a:prstGeom>
          <a:ln w="95250" cmpd="sng">
            <a:solidFill>
              <a:schemeClr val="bg1"/>
            </a:solidFill>
            <a:miter lim="800000"/>
          </a:ln>
          <a:effectLst>
            <a:outerShdw blurRad="152400" dist="50800" dir="2700000" algn="tl" rotWithShape="0">
              <a:schemeClr val="tx1">
                <a:alpha val="25478"/>
              </a:schemeClr>
            </a:outerShdw>
          </a:effectLst>
        </p:spPr>
        <p:txBody>
          <a:bodyPr lIns="182880" tIns="182880" rIns="91440">
            <a:noAutofit/>
          </a:bodyPr>
          <a:lstStyle>
            <a:lvl1pPr marL="0" indent="0">
              <a:buFont typeface="Arial" panose="020B0604020202020204" pitchFamily="34" charset="0"/>
              <a:buNone/>
              <a:defRPr lang="fr-FR" sz="1200">
                <a:cs typeface="Arial" pitchFamily="34" charset="0"/>
              </a:defRPr>
            </a:lvl1pPr>
          </a:lstStyle>
          <a:p>
            <a:r>
              <a:rPr lang="en-US" sz="1400" noProof="0">
                <a:cs typeface="Arial" pitchFamily="34" charset="0"/>
              </a:rPr>
              <a:t>Click icon to add photo</a:t>
            </a:r>
          </a:p>
        </p:txBody>
      </p:sp>
      <p:sp>
        <p:nvSpPr>
          <p:cNvPr id="63" name="Name placeholder 3">
            <a:extLst>
              <a:ext uri="{FF2B5EF4-FFF2-40B4-BE49-F238E27FC236}">
                <a16:creationId xmlns:a16="http://schemas.microsoft.com/office/drawing/2014/main" id="{858A0D1D-CB20-FBC4-5A9D-B1286D8A0908}"/>
              </a:ext>
            </a:extLst>
          </p:cNvPr>
          <p:cNvSpPr>
            <a:spLocks noGrp="1"/>
          </p:cNvSpPr>
          <p:nvPr>
            <p:ph type="body" sz="quarter" idx="31" hasCustomPrompt="1"/>
          </p:nvPr>
        </p:nvSpPr>
        <p:spPr>
          <a:xfrm>
            <a:off x="6480103" y="4050585"/>
            <a:ext cx="1519200" cy="444201"/>
          </a:xfrm>
          <a:prstGeom prst="rect">
            <a:avLst/>
          </a:prstGeom>
        </p:spPr>
        <p:txBody>
          <a:bodyPr lIns="0" tIns="0" rIns="0" bIns="0" anchor="b">
            <a:noAutofit/>
          </a:bodyPr>
          <a:lstStyle>
            <a:lvl1pPr marL="0" indent="0" algn="ctr">
              <a:lnSpc>
                <a:spcPct val="90000"/>
              </a:lnSpc>
              <a:spcBef>
                <a:spcPts val="0"/>
              </a:spcBef>
              <a:buNone/>
              <a:defRPr sz="1400" b="1">
                <a:solidFill>
                  <a:schemeClr val="tx1"/>
                </a:solidFill>
              </a:defRPr>
            </a:lvl1pPr>
            <a:lvl4pPr marL="1371600" indent="0">
              <a:buNone/>
              <a:defRPr/>
            </a:lvl4pPr>
          </a:lstStyle>
          <a:p>
            <a:pPr lvl="0"/>
            <a:r>
              <a:rPr lang="en-US" noProof="0"/>
              <a:t>First and Last name</a:t>
            </a:r>
          </a:p>
        </p:txBody>
      </p:sp>
      <p:sp>
        <p:nvSpPr>
          <p:cNvPr id="64" name="Title placeholder 3">
            <a:extLst>
              <a:ext uri="{FF2B5EF4-FFF2-40B4-BE49-F238E27FC236}">
                <a16:creationId xmlns:a16="http://schemas.microsoft.com/office/drawing/2014/main" id="{0E3B37AD-C100-1938-BFC7-82820CCFF2A9}"/>
              </a:ext>
            </a:extLst>
          </p:cNvPr>
          <p:cNvSpPr>
            <a:spLocks noGrp="1"/>
          </p:cNvSpPr>
          <p:nvPr>
            <p:ph type="body" sz="quarter" idx="32" hasCustomPrompt="1"/>
          </p:nvPr>
        </p:nvSpPr>
        <p:spPr>
          <a:xfrm>
            <a:off x="6480103" y="4657237"/>
            <a:ext cx="1519200" cy="929827"/>
          </a:xfrm>
          <a:prstGeom prst="rect">
            <a:avLst/>
          </a:prstGeom>
        </p:spPr>
        <p:txBody>
          <a:bodyPr lIns="0" tIns="0" rIns="0" bIns="0">
            <a:noAutofit/>
          </a:bodyPr>
          <a:lstStyle>
            <a:lvl1pPr marL="0" indent="0" algn="ctr">
              <a:spcBef>
                <a:spcPts val="0"/>
              </a:spcBef>
              <a:buNone/>
              <a:defRPr sz="1400" b="0">
                <a:solidFill>
                  <a:schemeClr val="tx1"/>
                </a:solidFill>
              </a:defRPr>
            </a:lvl1pPr>
            <a:lvl4pPr marL="1371600" indent="0">
              <a:buNone/>
              <a:defRPr/>
            </a:lvl4pPr>
          </a:lstStyle>
          <a:p>
            <a:pPr lvl="0"/>
            <a:r>
              <a:rPr lang="en-US" noProof="0"/>
              <a:t>Job title or role Division or Location</a:t>
            </a:r>
          </a:p>
        </p:txBody>
      </p:sp>
      <p:sp>
        <p:nvSpPr>
          <p:cNvPr id="65" name="Picture placeholder 4" descr="Photograph of First and Last name &#10;(person the slide is referencing)">
            <a:extLst>
              <a:ext uri="{FF2B5EF4-FFF2-40B4-BE49-F238E27FC236}">
                <a16:creationId xmlns:a16="http://schemas.microsoft.com/office/drawing/2014/main" id="{C4496A7D-273A-76C6-B132-C131F661FA13}"/>
              </a:ext>
            </a:extLst>
          </p:cNvPr>
          <p:cNvSpPr>
            <a:spLocks noGrp="1"/>
          </p:cNvSpPr>
          <p:nvPr>
            <p:ph type="pic" sz="quarter" idx="14" hasCustomPrompt="1"/>
          </p:nvPr>
        </p:nvSpPr>
        <p:spPr>
          <a:xfrm>
            <a:off x="8859634" y="2276626"/>
            <a:ext cx="1319356" cy="1324860"/>
          </a:xfrm>
          <a:prstGeom prst="rect">
            <a:avLst/>
          </a:prstGeom>
          <a:ln w="95250" cmpd="sng">
            <a:solidFill>
              <a:schemeClr val="bg1"/>
            </a:solidFill>
            <a:miter lim="800000"/>
          </a:ln>
          <a:effectLst>
            <a:outerShdw blurRad="152400" dist="50800" dir="2700000" algn="tl" rotWithShape="0">
              <a:schemeClr val="tx1">
                <a:alpha val="25478"/>
              </a:schemeClr>
            </a:outerShdw>
          </a:effectLst>
        </p:spPr>
        <p:txBody>
          <a:bodyPr lIns="182880" tIns="182880" rIns="91440">
            <a:noAutofit/>
          </a:bodyPr>
          <a:lstStyle>
            <a:lvl1pPr marL="0" indent="0">
              <a:buFont typeface="Arial" panose="020B0604020202020204" pitchFamily="34" charset="0"/>
              <a:buNone/>
              <a:defRPr lang="fr-FR" sz="1200">
                <a:cs typeface="Arial" pitchFamily="34" charset="0"/>
              </a:defRPr>
            </a:lvl1pPr>
          </a:lstStyle>
          <a:p>
            <a:r>
              <a:rPr lang="en-US" sz="1400" noProof="0">
                <a:cs typeface="Arial" pitchFamily="34" charset="0"/>
              </a:rPr>
              <a:t>Click icon to add photo</a:t>
            </a:r>
          </a:p>
        </p:txBody>
      </p:sp>
      <p:sp>
        <p:nvSpPr>
          <p:cNvPr id="66" name="Name placeholder 4">
            <a:extLst>
              <a:ext uri="{FF2B5EF4-FFF2-40B4-BE49-F238E27FC236}">
                <a16:creationId xmlns:a16="http://schemas.microsoft.com/office/drawing/2014/main" id="{97DBE2D5-E353-851D-37B3-4F25F0EFAF68}"/>
              </a:ext>
            </a:extLst>
          </p:cNvPr>
          <p:cNvSpPr>
            <a:spLocks noGrp="1"/>
          </p:cNvSpPr>
          <p:nvPr>
            <p:ph type="body" sz="quarter" idx="33" hasCustomPrompt="1"/>
          </p:nvPr>
        </p:nvSpPr>
        <p:spPr>
          <a:xfrm>
            <a:off x="8759712" y="4050585"/>
            <a:ext cx="1519200" cy="444201"/>
          </a:xfrm>
          <a:prstGeom prst="rect">
            <a:avLst/>
          </a:prstGeom>
        </p:spPr>
        <p:txBody>
          <a:bodyPr lIns="0" tIns="0" rIns="0" bIns="0" anchor="b">
            <a:noAutofit/>
          </a:bodyPr>
          <a:lstStyle>
            <a:lvl1pPr marL="0" indent="0" algn="ctr">
              <a:lnSpc>
                <a:spcPct val="90000"/>
              </a:lnSpc>
              <a:spcBef>
                <a:spcPts val="0"/>
              </a:spcBef>
              <a:buNone/>
              <a:defRPr sz="1400" b="1">
                <a:solidFill>
                  <a:schemeClr val="tx1"/>
                </a:solidFill>
              </a:defRPr>
            </a:lvl1pPr>
            <a:lvl4pPr marL="1371600" indent="0">
              <a:buNone/>
              <a:defRPr/>
            </a:lvl4pPr>
          </a:lstStyle>
          <a:p>
            <a:pPr marL="0" marR="0" lvl="0" indent="0" algn="ctr" defTabSz="914400" rtl="0" eaLnBrk="1" fontAlgn="auto" latinLnBrk="0" hangingPunct="1">
              <a:lnSpc>
                <a:spcPct val="90000"/>
              </a:lnSpc>
              <a:spcBef>
                <a:spcPts val="0"/>
              </a:spcBef>
              <a:spcAft>
                <a:spcPts val="0"/>
              </a:spcAft>
              <a:buClrTx/>
              <a:buSzTx/>
              <a:buFont typeface="Arial" pitchFamily="34" charset="0"/>
              <a:buNone/>
              <a:tabLst/>
              <a:defRPr/>
            </a:pPr>
            <a:r>
              <a:rPr lang="en-US" noProof="0"/>
              <a:t>First and Last name</a:t>
            </a:r>
          </a:p>
        </p:txBody>
      </p:sp>
      <p:sp>
        <p:nvSpPr>
          <p:cNvPr id="67" name="Text placeholder 4">
            <a:extLst>
              <a:ext uri="{FF2B5EF4-FFF2-40B4-BE49-F238E27FC236}">
                <a16:creationId xmlns:a16="http://schemas.microsoft.com/office/drawing/2014/main" id="{CB7A0617-2753-C524-D31E-9114CDB7112D}"/>
              </a:ext>
            </a:extLst>
          </p:cNvPr>
          <p:cNvSpPr>
            <a:spLocks noGrp="1"/>
          </p:cNvSpPr>
          <p:nvPr>
            <p:ph type="body" sz="quarter" idx="34" hasCustomPrompt="1"/>
          </p:nvPr>
        </p:nvSpPr>
        <p:spPr>
          <a:xfrm>
            <a:off x="8759712" y="4657237"/>
            <a:ext cx="1519200" cy="929827"/>
          </a:xfrm>
          <a:prstGeom prst="rect">
            <a:avLst/>
          </a:prstGeom>
        </p:spPr>
        <p:txBody>
          <a:bodyPr lIns="0" tIns="0" rIns="0" bIns="0">
            <a:noAutofit/>
          </a:bodyPr>
          <a:lstStyle>
            <a:lvl1pPr marL="0" indent="0" algn="ctr">
              <a:spcBef>
                <a:spcPts val="0"/>
              </a:spcBef>
              <a:buNone/>
              <a:defRPr sz="1400" b="0">
                <a:solidFill>
                  <a:schemeClr val="tx1"/>
                </a:solidFill>
              </a:defRPr>
            </a:lvl1pPr>
            <a:lvl4pPr marL="1371600" indent="0">
              <a:buNone/>
              <a:defRPr/>
            </a:lvl4pPr>
          </a:lstStyle>
          <a:p>
            <a:pPr lvl="0"/>
            <a:r>
              <a:rPr lang="en-US" noProof="0"/>
              <a:t>Job title or role Division or Location</a:t>
            </a:r>
          </a:p>
        </p:txBody>
      </p:sp>
      <p:sp>
        <p:nvSpPr>
          <p:cNvPr id="3" name="Footer Placeholder 2">
            <a:extLst>
              <a:ext uri="{FF2B5EF4-FFF2-40B4-BE49-F238E27FC236}">
                <a16:creationId xmlns:a16="http://schemas.microsoft.com/office/drawing/2014/main" id="{C643F272-716A-1371-7363-CAC9AC80ED7D}"/>
              </a:ext>
              <a:ext uri="{C183D7F6-B498-43B3-948B-1728B52AA6E4}">
                <adec:decorative xmlns:adec="http://schemas.microsoft.com/office/drawing/2017/decorative" val="1"/>
              </a:ext>
            </a:extLst>
          </p:cNvPr>
          <p:cNvSpPr>
            <a:spLocks noGrp="1"/>
          </p:cNvSpPr>
          <p:nvPr userDrawn="1">
            <p:ph type="ftr" sz="quarter" idx="38"/>
          </p:nvPr>
        </p:nvSpPr>
        <p:spPr/>
        <p:txBody>
          <a:bodyPr/>
          <a:lstStyle>
            <a:lvl1pPr>
              <a:defRPr>
                <a:solidFill>
                  <a:srgbClr val="E6E6E6"/>
                </a:solidFill>
              </a:defRPr>
            </a:lvl1pPr>
          </a:lstStyle>
          <a:p>
            <a:endParaRPr lang="en-US" noProof="0"/>
          </a:p>
        </p:txBody>
      </p:sp>
      <p:sp>
        <p:nvSpPr>
          <p:cNvPr id="9" name="Slide Number Placeholder 8">
            <a:extLst>
              <a:ext uri="{FF2B5EF4-FFF2-40B4-BE49-F238E27FC236}">
                <a16:creationId xmlns:a16="http://schemas.microsoft.com/office/drawing/2014/main" id="{0A3B1690-105B-4E85-4DE8-784706BAA767}"/>
              </a:ext>
              <a:ext uri="{C183D7F6-B498-43B3-948B-1728B52AA6E4}">
                <adec:decorative xmlns:adec="http://schemas.microsoft.com/office/drawing/2017/decorative" val="1"/>
              </a:ext>
            </a:extLst>
          </p:cNvPr>
          <p:cNvSpPr>
            <a:spLocks noGrp="1"/>
          </p:cNvSpPr>
          <p:nvPr userDrawn="1">
            <p:ph type="sldNum" sz="quarter" idx="37"/>
          </p:nvPr>
        </p:nvSpPr>
        <p:spPr/>
        <p:txBody>
          <a:bodyPr/>
          <a:lstStyle>
            <a:lvl1pPr>
              <a:defRPr>
                <a:solidFill>
                  <a:srgbClr val="E6E6E6"/>
                </a:solidFill>
              </a:defRPr>
            </a:lvl1pPr>
          </a:lstStyle>
          <a:p>
            <a:fld id="{525A3C56-E491-49B2-93F3-63532DF516BC}" type="slidenum">
              <a:rPr lang="en-US" noProof="0" smtClean="0"/>
              <a:pPr/>
              <a:t>‹n°›</a:t>
            </a:fld>
            <a:endParaRPr lang="en-US" noProof="0"/>
          </a:p>
        </p:txBody>
      </p:sp>
    </p:spTree>
    <p:extLst>
      <p:ext uri="{BB962C8B-B14F-4D97-AF65-F5344CB8AC3E}">
        <p14:creationId xmlns:p14="http://schemas.microsoft.com/office/powerpoint/2010/main" val="1599834977"/>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Team - 4B">
    <p:spTree>
      <p:nvGrpSpPr>
        <p:cNvPr id="1" name=""/>
        <p:cNvGrpSpPr/>
        <p:nvPr/>
      </p:nvGrpSpPr>
      <p:grpSpPr>
        <a:xfrm>
          <a:off x="0" y="0"/>
          <a:ext cx="0" cy="0"/>
          <a:chOff x="0" y="0"/>
          <a:chExt cx="0" cy="0"/>
        </a:xfrm>
      </p:grpSpPr>
      <p:sp>
        <p:nvSpPr>
          <p:cNvPr id="16" name="Title 1">
            <a:extLst>
              <a:ext uri="{FF2B5EF4-FFF2-40B4-BE49-F238E27FC236}">
                <a16:creationId xmlns:a16="http://schemas.microsoft.com/office/drawing/2014/main" id="{3CDA66FE-4D5A-4E48-BDC4-6C987A8FA04A}"/>
              </a:ext>
            </a:extLst>
          </p:cNvPr>
          <p:cNvSpPr>
            <a:spLocks noGrp="1"/>
          </p:cNvSpPr>
          <p:nvPr>
            <p:ph type="title" hasCustomPrompt="1"/>
          </p:nvPr>
        </p:nvSpPr>
        <p:spPr>
          <a:xfrm>
            <a:off x="765737" y="683246"/>
            <a:ext cx="10676438" cy="531097"/>
          </a:xfrm>
          <a:noFill/>
        </p:spPr>
        <p:txBody>
          <a:bodyPr>
            <a:noAutofit/>
          </a:bodyPr>
          <a:lstStyle>
            <a:lvl1pPr>
              <a:defRPr sz="2800">
                <a:solidFill>
                  <a:schemeClr val="tx1"/>
                </a:solidFill>
              </a:defRPr>
            </a:lvl1pPr>
          </a:lstStyle>
          <a:p>
            <a:r>
              <a:rPr lang="en-US" noProof="0"/>
              <a:t>Team slide with 4 individuals (layout B) – click to add title</a:t>
            </a:r>
          </a:p>
        </p:txBody>
      </p:sp>
      <p:grpSp>
        <p:nvGrpSpPr>
          <p:cNvPr id="4" name="Group 3">
            <a:extLst>
              <a:ext uri="{FF2B5EF4-FFF2-40B4-BE49-F238E27FC236}">
                <a16:creationId xmlns:a16="http://schemas.microsoft.com/office/drawing/2014/main" id="{F6BC0E8E-EB61-8CEA-6B3D-89362B4F7469}"/>
              </a:ext>
              <a:ext uri="{C183D7F6-B498-43B3-948B-1728B52AA6E4}">
                <adec:decorative xmlns:adec="http://schemas.microsoft.com/office/drawing/2017/decorative" val="1"/>
              </a:ext>
            </a:extLst>
          </p:cNvPr>
          <p:cNvGrpSpPr/>
          <p:nvPr userDrawn="1"/>
        </p:nvGrpSpPr>
        <p:grpSpPr>
          <a:xfrm>
            <a:off x="0" y="1417320"/>
            <a:ext cx="12193200" cy="4686324"/>
            <a:chOff x="0" y="1417320"/>
            <a:chExt cx="12193200" cy="4686324"/>
          </a:xfrm>
        </p:grpSpPr>
        <p:sp>
          <p:nvSpPr>
            <p:cNvPr id="5" name="TextBox 4">
              <a:extLst>
                <a:ext uri="{FF2B5EF4-FFF2-40B4-BE49-F238E27FC236}">
                  <a16:creationId xmlns:a16="http://schemas.microsoft.com/office/drawing/2014/main" id="{4574812D-09D8-25C4-10C1-33805E082B26}"/>
                </a:ext>
                <a:ext uri="{C183D7F6-B498-43B3-948B-1728B52AA6E4}">
                  <adec:decorative xmlns:adec="http://schemas.microsoft.com/office/drawing/2017/decorative" val="1"/>
                </a:ext>
              </a:extLst>
            </p:cNvPr>
            <p:cNvSpPr txBox="1"/>
            <p:nvPr userDrawn="1"/>
          </p:nvSpPr>
          <p:spPr>
            <a:xfrm>
              <a:off x="0" y="1525320"/>
              <a:ext cx="12192000" cy="4578324"/>
            </a:xfrm>
            <a:prstGeom prst="rect">
              <a:avLst/>
            </a:prstGeom>
            <a:solidFill>
              <a:srgbClr val="F8F8F8"/>
            </a:solidFill>
          </p:spPr>
          <p:txBody>
            <a:bodyPr vert="horz" wrap="square" lIns="0" tIns="0" rIns="0" bIns="0" rtlCol="0" anchor="t" anchorCtr="0">
              <a:normAutofit/>
            </a:bodyPr>
            <a:lstStyle/>
            <a:p>
              <a:pPr algn="l"/>
              <a:endParaRPr lang="en-US" noProof="0"/>
            </a:p>
          </p:txBody>
        </p:sp>
        <p:sp>
          <p:nvSpPr>
            <p:cNvPr id="6" name="TextBox 5">
              <a:extLst>
                <a:ext uri="{FF2B5EF4-FFF2-40B4-BE49-F238E27FC236}">
                  <a16:creationId xmlns:a16="http://schemas.microsoft.com/office/drawing/2014/main" id="{B238EC40-3B5D-575C-3AA5-DC9059DDAD95}"/>
                </a:ext>
                <a:ext uri="{C183D7F6-B498-43B3-948B-1728B52AA6E4}">
                  <adec:decorative xmlns:adec="http://schemas.microsoft.com/office/drawing/2017/decorative" val="1"/>
                </a:ext>
              </a:extLst>
            </p:cNvPr>
            <p:cNvSpPr txBox="1"/>
            <p:nvPr userDrawn="1"/>
          </p:nvSpPr>
          <p:spPr>
            <a:xfrm>
              <a:off x="0" y="1417320"/>
              <a:ext cx="12193200" cy="108000"/>
            </a:xfrm>
            <a:prstGeom prst="rect">
              <a:avLst/>
            </a:prstGeom>
            <a:gradFill>
              <a:gsLst>
                <a:gs pos="0">
                  <a:srgbClr val="FFCDD2"/>
                </a:gs>
                <a:gs pos="33000">
                  <a:srgbClr val="FF6A00"/>
                </a:gs>
                <a:gs pos="66000">
                  <a:srgbClr val="E31937"/>
                </a:gs>
                <a:gs pos="100000">
                  <a:srgbClr val="991F3D"/>
                </a:gs>
              </a:gsLst>
              <a:lin ang="10800000" scaled="0"/>
            </a:gradFill>
          </p:spPr>
          <p:txBody>
            <a:bodyPr vert="horz" wrap="square" lIns="0" tIns="0" rIns="0" bIns="0" rtlCol="0" anchor="t" anchorCtr="0">
              <a:normAutofit fontScale="40000" lnSpcReduction="20000"/>
            </a:bodyPr>
            <a:lstStyle/>
            <a:p>
              <a:pPr algn="l"/>
              <a:endParaRPr lang="en-US" noProof="0"/>
            </a:p>
          </p:txBody>
        </p:sp>
      </p:grpSp>
      <p:sp>
        <p:nvSpPr>
          <p:cNvPr id="54" name="Picture placeholder 1" descr="Photograph of First and Last name &#10;(person the slide is referencing)">
            <a:extLst>
              <a:ext uri="{FF2B5EF4-FFF2-40B4-BE49-F238E27FC236}">
                <a16:creationId xmlns:a16="http://schemas.microsoft.com/office/drawing/2014/main" id="{BC75D193-B63D-3EB1-5C51-02DFEEF844EC}"/>
              </a:ext>
            </a:extLst>
          </p:cNvPr>
          <p:cNvSpPr>
            <a:spLocks noGrp="1"/>
          </p:cNvSpPr>
          <p:nvPr>
            <p:ph type="pic" sz="quarter" idx="12" hasCustomPrompt="1"/>
          </p:nvPr>
        </p:nvSpPr>
        <p:spPr>
          <a:xfrm>
            <a:off x="2021011" y="2276543"/>
            <a:ext cx="1319356" cy="1323730"/>
          </a:xfrm>
          <a:prstGeom prst="rect">
            <a:avLst/>
          </a:prstGeom>
          <a:ln w="95250" cmpd="sng">
            <a:solidFill>
              <a:schemeClr val="bg1"/>
            </a:solidFill>
            <a:miter lim="800000"/>
          </a:ln>
          <a:effectLst>
            <a:outerShdw blurRad="152400" dist="50800" dir="2700000" algn="tl" rotWithShape="0">
              <a:schemeClr val="tx1">
                <a:alpha val="25478"/>
              </a:schemeClr>
            </a:outerShdw>
          </a:effectLst>
        </p:spPr>
        <p:txBody>
          <a:bodyPr lIns="182880" tIns="182880" rIns="91440">
            <a:noAutofit/>
          </a:bodyPr>
          <a:lstStyle>
            <a:lvl1pPr marL="0" indent="0">
              <a:buFont typeface="Arial" panose="020B0604020202020204" pitchFamily="34" charset="0"/>
              <a:buNone/>
              <a:defRPr lang="fr-FR" sz="1200" dirty="0">
                <a:cs typeface="Arial" pitchFamily="34" charset="0"/>
              </a:defRPr>
            </a:lvl1pPr>
          </a:lstStyle>
          <a:p>
            <a:r>
              <a:rPr lang="en-US" sz="1400" noProof="0">
                <a:cs typeface="Arial" pitchFamily="34" charset="0"/>
              </a:rPr>
              <a:t>Click icon to add photo</a:t>
            </a:r>
          </a:p>
        </p:txBody>
      </p:sp>
      <p:sp>
        <p:nvSpPr>
          <p:cNvPr id="42" name="Name placeholder 1">
            <a:extLst>
              <a:ext uri="{FF2B5EF4-FFF2-40B4-BE49-F238E27FC236}">
                <a16:creationId xmlns:a16="http://schemas.microsoft.com/office/drawing/2014/main" id="{21EEAEC1-5542-BE87-4E61-120E5F176CE7}"/>
              </a:ext>
            </a:extLst>
          </p:cNvPr>
          <p:cNvSpPr>
            <a:spLocks noGrp="1"/>
          </p:cNvSpPr>
          <p:nvPr>
            <p:ph type="body" sz="quarter" idx="27" hasCustomPrompt="1"/>
          </p:nvPr>
        </p:nvSpPr>
        <p:spPr>
          <a:xfrm>
            <a:off x="1921089" y="4050585"/>
            <a:ext cx="1519200" cy="444201"/>
          </a:xfrm>
          <a:prstGeom prst="rect">
            <a:avLst/>
          </a:prstGeom>
        </p:spPr>
        <p:txBody>
          <a:bodyPr lIns="0" tIns="0" rIns="0" bIns="0" anchor="b">
            <a:noAutofit/>
          </a:bodyPr>
          <a:lstStyle>
            <a:lvl1pPr marL="0" indent="0" algn="ctr">
              <a:lnSpc>
                <a:spcPct val="90000"/>
              </a:lnSpc>
              <a:spcBef>
                <a:spcPts val="0"/>
              </a:spcBef>
              <a:buNone/>
              <a:defRPr sz="1400" b="1">
                <a:solidFill>
                  <a:schemeClr val="tx1"/>
                </a:solidFill>
              </a:defRPr>
            </a:lvl1pPr>
            <a:lvl4pPr marL="1371600" indent="0">
              <a:buNone/>
              <a:defRPr/>
            </a:lvl4pPr>
          </a:lstStyle>
          <a:p>
            <a:pPr lvl="0"/>
            <a:r>
              <a:rPr lang="en-US" noProof="0"/>
              <a:t>First and Last name</a:t>
            </a:r>
          </a:p>
        </p:txBody>
      </p:sp>
      <p:sp>
        <p:nvSpPr>
          <p:cNvPr id="43" name="Title placeholder 1">
            <a:extLst>
              <a:ext uri="{FF2B5EF4-FFF2-40B4-BE49-F238E27FC236}">
                <a16:creationId xmlns:a16="http://schemas.microsoft.com/office/drawing/2014/main" id="{762E9E9E-5555-BEF0-CFD7-1F514520E615}"/>
              </a:ext>
            </a:extLst>
          </p:cNvPr>
          <p:cNvSpPr>
            <a:spLocks noGrp="1"/>
          </p:cNvSpPr>
          <p:nvPr>
            <p:ph type="body" sz="quarter" idx="28" hasCustomPrompt="1"/>
          </p:nvPr>
        </p:nvSpPr>
        <p:spPr>
          <a:xfrm>
            <a:off x="1921089" y="4657237"/>
            <a:ext cx="1519200" cy="929827"/>
          </a:xfrm>
          <a:prstGeom prst="rect">
            <a:avLst/>
          </a:prstGeom>
        </p:spPr>
        <p:txBody>
          <a:bodyPr lIns="0" tIns="0" rIns="0" bIns="0">
            <a:noAutofit/>
          </a:bodyPr>
          <a:lstStyle>
            <a:lvl1pPr marL="0" indent="0" algn="ctr">
              <a:spcBef>
                <a:spcPts val="0"/>
              </a:spcBef>
              <a:buNone/>
              <a:defRPr sz="1400" b="0">
                <a:solidFill>
                  <a:schemeClr val="tx1"/>
                </a:solidFill>
              </a:defRPr>
            </a:lvl1pPr>
            <a:lvl4pPr marL="1371600" indent="0">
              <a:buNone/>
              <a:defRPr/>
            </a:lvl4pPr>
          </a:lstStyle>
          <a:p>
            <a:pPr lvl="0"/>
            <a:r>
              <a:rPr lang="en-US" noProof="0"/>
              <a:t>Job title or role Division or Location</a:t>
            </a:r>
          </a:p>
        </p:txBody>
      </p:sp>
      <p:sp>
        <p:nvSpPr>
          <p:cNvPr id="55" name="Picture placeholder 2" descr="Photograph of First and Last name &#10;(person the slide is referencing)">
            <a:extLst>
              <a:ext uri="{FF2B5EF4-FFF2-40B4-BE49-F238E27FC236}">
                <a16:creationId xmlns:a16="http://schemas.microsoft.com/office/drawing/2014/main" id="{E3A5396A-9C06-97E5-D236-BBECD913A2DB}"/>
              </a:ext>
            </a:extLst>
          </p:cNvPr>
          <p:cNvSpPr>
            <a:spLocks noGrp="1"/>
          </p:cNvSpPr>
          <p:nvPr>
            <p:ph type="pic" sz="quarter" idx="13" hasCustomPrompt="1"/>
          </p:nvPr>
        </p:nvSpPr>
        <p:spPr>
          <a:xfrm>
            <a:off x="4292620" y="2276626"/>
            <a:ext cx="1319356" cy="1324860"/>
          </a:xfrm>
          <a:prstGeom prst="rect">
            <a:avLst/>
          </a:prstGeom>
          <a:ln w="95250" cmpd="sng">
            <a:solidFill>
              <a:schemeClr val="bg1"/>
            </a:solidFill>
            <a:miter lim="800000"/>
          </a:ln>
          <a:effectLst>
            <a:outerShdw blurRad="152400" dist="50800" dir="2700000" algn="tl" rotWithShape="0">
              <a:schemeClr val="tx1">
                <a:alpha val="25478"/>
              </a:schemeClr>
            </a:outerShdw>
          </a:effectLst>
        </p:spPr>
        <p:txBody>
          <a:bodyPr lIns="182880" tIns="182880" rIns="91440">
            <a:noAutofit/>
          </a:bodyPr>
          <a:lstStyle>
            <a:lvl1pPr marL="0" indent="0">
              <a:buFont typeface="Arial" panose="020B0604020202020204" pitchFamily="34" charset="0"/>
              <a:buNone/>
              <a:defRPr lang="fr-FR" sz="1200" dirty="0">
                <a:cs typeface="Arial" pitchFamily="34" charset="0"/>
              </a:defRPr>
            </a:lvl1pPr>
          </a:lstStyle>
          <a:p>
            <a:r>
              <a:rPr lang="en-US" sz="1400" noProof="0">
                <a:cs typeface="Arial" pitchFamily="34" charset="0"/>
              </a:rPr>
              <a:t>Click icon to add photo</a:t>
            </a:r>
          </a:p>
        </p:txBody>
      </p:sp>
      <p:sp>
        <p:nvSpPr>
          <p:cNvPr id="45" name="Name placeholder 2">
            <a:extLst>
              <a:ext uri="{FF2B5EF4-FFF2-40B4-BE49-F238E27FC236}">
                <a16:creationId xmlns:a16="http://schemas.microsoft.com/office/drawing/2014/main" id="{C6918BD0-8C15-5CC0-08DA-8AFEA9292F8C}"/>
              </a:ext>
            </a:extLst>
          </p:cNvPr>
          <p:cNvSpPr>
            <a:spLocks noGrp="1"/>
          </p:cNvSpPr>
          <p:nvPr>
            <p:ph type="body" sz="quarter" idx="29" hasCustomPrompt="1"/>
          </p:nvPr>
        </p:nvSpPr>
        <p:spPr>
          <a:xfrm>
            <a:off x="4192698" y="4050585"/>
            <a:ext cx="1519200" cy="444201"/>
          </a:xfrm>
          <a:prstGeom prst="rect">
            <a:avLst/>
          </a:prstGeom>
        </p:spPr>
        <p:txBody>
          <a:bodyPr lIns="0" tIns="0" rIns="0" bIns="0" anchor="b">
            <a:noAutofit/>
          </a:bodyPr>
          <a:lstStyle>
            <a:lvl1pPr marL="0" indent="0" algn="ctr">
              <a:lnSpc>
                <a:spcPct val="90000"/>
              </a:lnSpc>
              <a:spcBef>
                <a:spcPts val="0"/>
              </a:spcBef>
              <a:buNone/>
              <a:defRPr sz="1400" b="1">
                <a:solidFill>
                  <a:schemeClr val="tx1"/>
                </a:solidFill>
              </a:defRPr>
            </a:lvl1pPr>
            <a:lvl4pPr marL="1371600" indent="0">
              <a:buNone/>
              <a:defRPr/>
            </a:lvl4pPr>
          </a:lstStyle>
          <a:p>
            <a:pPr marL="0" marR="0" lvl="0" indent="0" algn="ctr" defTabSz="914400" rtl="0" eaLnBrk="1" fontAlgn="auto" latinLnBrk="0" hangingPunct="1">
              <a:lnSpc>
                <a:spcPct val="90000"/>
              </a:lnSpc>
              <a:spcBef>
                <a:spcPts val="0"/>
              </a:spcBef>
              <a:spcAft>
                <a:spcPts val="0"/>
              </a:spcAft>
              <a:buClrTx/>
              <a:buSzTx/>
              <a:buFont typeface="Arial" pitchFamily="34" charset="0"/>
              <a:buNone/>
              <a:tabLst/>
              <a:defRPr/>
            </a:pPr>
            <a:r>
              <a:rPr lang="en-US" noProof="0"/>
              <a:t>First and Last name</a:t>
            </a:r>
          </a:p>
        </p:txBody>
      </p:sp>
      <p:sp>
        <p:nvSpPr>
          <p:cNvPr id="46" name="Title placeholder 2">
            <a:extLst>
              <a:ext uri="{FF2B5EF4-FFF2-40B4-BE49-F238E27FC236}">
                <a16:creationId xmlns:a16="http://schemas.microsoft.com/office/drawing/2014/main" id="{9C26550F-706D-C4D7-00A0-9965441C179A}"/>
              </a:ext>
            </a:extLst>
          </p:cNvPr>
          <p:cNvSpPr>
            <a:spLocks noGrp="1"/>
          </p:cNvSpPr>
          <p:nvPr>
            <p:ph type="body" sz="quarter" idx="30" hasCustomPrompt="1"/>
          </p:nvPr>
        </p:nvSpPr>
        <p:spPr>
          <a:xfrm>
            <a:off x="4192698" y="4657237"/>
            <a:ext cx="1519200" cy="929827"/>
          </a:xfrm>
          <a:prstGeom prst="rect">
            <a:avLst/>
          </a:prstGeom>
        </p:spPr>
        <p:txBody>
          <a:bodyPr lIns="0" tIns="0" rIns="0" bIns="0">
            <a:noAutofit/>
          </a:bodyPr>
          <a:lstStyle>
            <a:lvl1pPr marL="0" indent="0" algn="ctr">
              <a:spcBef>
                <a:spcPts val="0"/>
              </a:spcBef>
              <a:buNone/>
              <a:defRPr sz="1400" b="0">
                <a:solidFill>
                  <a:schemeClr val="tx1"/>
                </a:solidFill>
              </a:defRPr>
            </a:lvl1pPr>
            <a:lvl4pPr marL="1371600" indent="0">
              <a:buNone/>
              <a:defRPr/>
            </a:lvl4pPr>
          </a:lstStyle>
          <a:p>
            <a:pPr lvl="0"/>
            <a:r>
              <a:rPr lang="en-US" noProof="0"/>
              <a:t>Job title or role Division or Location</a:t>
            </a:r>
          </a:p>
        </p:txBody>
      </p:sp>
      <p:sp>
        <p:nvSpPr>
          <p:cNvPr id="47" name="Picture placeholder 3" descr="Photograph of First and Last name &#10;(person the slide is referencing)">
            <a:extLst>
              <a:ext uri="{FF2B5EF4-FFF2-40B4-BE49-F238E27FC236}">
                <a16:creationId xmlns:a16="http://schemas.microsoft.com/office/drawing/2014/main" id="{BD11C062-10D2-EF6D-D335-BCA75A030485}"/>
              </a:ext>
            </a:extLst>
          </p:cNvPr>
          <p:cNvSpPr>
            <a:spLocks noGrp="1"/>
          </p:cNvSpPr>
          <p:nvPr>
            <p:ph type="pic" sz="quarter" idx="15" hasCustomPrompt="1"/>
          </p:nvPr>
        </p:nvSpPr>
        <p:spPr>
          <a:xfrm>
            <a:off x="6580025" y="2276626"/>
            <a:ext cx="1319356" cy="1324860"/>
          </a:xfrm>
          <a:prstGeom prst="rect">
            <a:avLst/>
          </a:prstGeom>
          <a:ln w="95250" cmpd="sng">
            <a:solidFill>
              <a:schemeClr val="bg1"/>
            </a:solidFill>
            <a:miter lim="800000"/>
          </a:ln>
          <a:effectLst>
            <a:outerShdw blurRad="152400" dist="50800" dir="2700000" algn="tl" rotWithShape="0">
              <a:schemeClr val="tx1">
                <a:alpha val="25478"/>
              </a:schemeClr>
            </a:outerShdw>
          </a:effectLst>
        </p:spPr>
        <p:txBody>
          <a:bodyPr lIns="182880" tIns="182880" rIns="91440">
            <a:noAutofit/>
          </a:bodyPr>
          <a:lstStyle>
            <a:lvl1pPr marL="0" indent="0">
              <a:buFont typeface="Arial" panose="020B0604020202020204" pitchFamily="34" charset="0"/>
              <a:buNone/>
              <a:defRPr lang="fr-FR" sz="1200">
                <a:cs typeface="Arial" pitchFamily="34" charset="0"/>
              </a:defRPr>
            </a:lvl1pPr>
          </a:lstStyle>
          <a:p>
            <a:r>
              <a:rPr lang="en-US" sz="1400" noProof="0">
                <a:cs typeface="Arial" pitchFamily="34" charset="0"/>
              </a:rPr>
              <a:t>Click icon to add photo</a:t>
            </a:r>
          </a:p>
        </p:txBody>
      </p:sp>
      <p:sp>
        <p:nvSpPr>
          <p:cNvPr id="48" name="Name placeholder 3">
            <a:extLst>
              <a:ext uri="{FF2B5EF4-FFF2-40B4-BE49-F238E27FC236}">
                <a16:creationId xmlns:a16="http://schemas.microsoft.com/office/drawing/2014/main" id="{FEF8E10B-95A1-9662-0209-D35B338B2804}"/>
              </a:ext>
            </a:extLst>
          </p:cNvPr>
          <p:cNvSpPr>
            <a:spLocks noGrp="1"/>
          </p:cNvSpPr>
          <p:nvPr>
            <p:ph type="body" sz="quarter" idx="31" hasCustomPrompt="1"/>
          </p:nvPr>
        </p:nvSpPr>
        <p:spPr>
          <a:xfrm>
            <a:off x="6480103" y="4050585"/>
            <a:ext cx="1519200" cy="444201"/>
          </a:xfrm>
          <a:prstGeom prst="rect">
            <a:avLst/>
          </a:prstGeom>
        </p:spPr>
        <p:txBody>
          <a:bodyPr lIns="0" tIns="0" rIns="0" bIns="0" anchor="b">
            <a:noAutofit/>
          </a:bodyPr>
          <a:lstStyle>
            <a:lvl1pPr marL="0" indent="0" algn="ctr">
              <a:lnSpc>
                <a:spcPct val="90000"/>
              </a:lnSpc>
              <a:spcBef>
                <a:spcPts val="0"/>
              </a:spcBef>
              <a:buNone/>
              <a:defRPr sz="1400" b="1">
                <a:solidFill>
                  <a:schemeClr val="tx1"/>
                </a:solidFill>
              </a:defRPr>
            </a:lvl1pPr>
            <a:lvl4pPr marL="1371600" indent="0">
              <a:buNone/>
              <a:defRPr/>
            </a:lvl4pPr>
          </a:lstStyle>
          <a:p>
            <a:pPr lvl="0"/>
            <a:r>
              <a:rPr lang="en-US" noProof="0"/>
              <a:t>First and Last name</a:t>
            </a:r>
          </a:p>
        </p:txBody>
      </p:sp>
      <p:sp>
        <p:nvSpPr>
          <p:cNvPr id="49" name="Title placeholder 3">
            <a:extLst>
              <a:ext uri="{FF2B5EF4-FFF2-40B4-BE49-F238E27FC236}">
                <a16:creationId xmlns:a16="http://schemas.microsoft.com/office/drawing/2014/main" id="{4D3D5982-FC92-05C9-5D34-2E8DD3769AC9}"/>
              </a:ext>
            </a:extLst>
          </p:cNvPr>
          <p:cNvSpPr>
            <a:spLocks noGrp="1"/>
          </p:cNvSpPr>
          <p:nvPr>
            <p:ph type="body" sz="quarter" idx="32" hasCustomPrompt="1"/>
          </p:nvPr>
        </p:nvSpPr>
        <p:spPr>
          <a:xfrm>
            <a:off x="6480103" y="4657237"/>
            <a:ext cx="1519200" cy="929827"/>
          </a:xfrm>
          <a:prstGeom prst="rect">
            <a:avLst/>
          </a:prstGeom>
        </p:spPr>
        <p:txBody>
          <a:bodyPr lIns="0" tIns="0" rIns="0" bIns="0">
            <a:noAutofit/>
          </a:bodyPr>
          <a:lstStyle>
            <a:lvl1pPr marL="0" indent="0" algn="ctr">
              <a:spcBef>
                <a:spcPts val="0"/>
              </a:spcBef>
              <a:buNone/>
              <a:defRPr sz="1400" b="0">
                <a:solidFill>
                  <a:schemeClr val="tx1"/>
                </a:solidFill>
              </a:defRPr>
            </a:lvl1pPr>
            <a:lvl4pPr marL="1371600" indent="0">
              <a:buNone/>
              <a:defRPr/>
            </a:lvl4pPr>
          </a:lstStyle>
          <a:p>
            <a:pPr lvl="0"/>
            <a:r>
              <a:rPr lang="en-US" noProof="0"/>
              <a:t>Job title or role Division or Location</a:t>
            </a:r>
          </a:p>
        </p:txBody>
      </p:sp>
      <p:sp>
        <p:nvSpPr>
          <p:cNvPr id="50" name="Picture placeholder 4" descr="Photograph of First and Last name &#10;(person the slide is referencing)">
            <a:extLst>
              <a:ext uri="{FF2B5EF4-FFF2-40B4-BE49-F238E27FC236}">
                <a16:creationId xmlns:a16="http://schemas.microsoft.com/office/drawing/2014/main" id="{2D1D6470-DA39-6042-ACD6-36D59EAE5DEB}"/>
              </a:ext>
            </a:extLst>
          </p:cNvPr>
          <p:cNvSpPr>
            <a:spLocks noGrp="1"/>
          </p:cNvSpPr>
          <p:nvPr>
            <p:ph type="pic" sz="quarter" idx="14" hasCustomPrompt="1"/>
          </p:nvPr>
        </p:nvSpPr>
        <p:spPr>
          <a:xfrm>
            <a:off x="8859634" y="2276626"/>
            <a:ext cx="1319356" cy="1324860"/>
          </a:xfrm>
          <a:prstGeom prst="rect">
            <a:avLst/>
          </a:prstGeom>
          <a:ln w="95250" cmpd="sng">
            <a:solidFill>
              <a:schemeClr val="bg1"/>
            </a:solidFill>
            <a:miter lim="800000"/>
          </a:ln>
          <a:effectLst>
            <a:outerShdw blurRad="152400" dist="50800" dir="2700000" algn="tl" rotWithShape="0">
              <a:schemeClr val="tx1">
                <a:alpha val="25478"/>
              </a:schemeClr>
            </a:outerShdw>
          </a:effectLst>
        </p:spPr>
        <p:txBody>
          <a:bodyPr lIns="182880" tIns="182880" rIns="91440">
            <a:noAutofit/>
          </a:bodyPr>
          <a:lstStyle>
            <a:lvl1pPr marL="0" indent="0">
              <a:buFont typeface="Arial" panose="020B0604020202020204" pitchFamily="34" charset="0"/>
              <a:buNone/>
              <a:defRPr lang="fr-FR" sz="1200">
                <a:cs typeface="Arial" pitchFamily="34" charset="0"/>
              </a:defRPr>
            </a:lvl1pPr>
          </a:lstStyle>
          <a:p>
            <a:r>
              <a:rPr lang="en-US" sz="1400" noProof="0">
                <a:cs typeface="Arial" pitchFamily="34" charset="0"/>
              </a:rPr>
              <a:t>Click icon to add photo</a:t>
            </a:r>
          </a:p>
        </p:txBody>
      </p:sp>
      <p:sp>
        <p:nvSpPr>
          <p:cNvPr id="51" name="Name placeholder 4">
            <a:extLst>
              <a:ext uri="{FF2B5EF4-FFF2-40B4-BE49-F238E27FC236}">
                <a16:creationId xmlns:a16="http://schemas.microsoft.com/office/drawing/2014/main" id="{DE0955AD-9D5F-CAD4-2F91-4C4DB0D77DA5}"/>
              </a:ext>
            </a:extLst>
          </p:cNvPr>
          <p:cNvSpPr>
            <a:spLocks noGrp="1"/>
          </p:cNvSpPr>
          <p:nvPr>
            <p:ph type="body" sz="quarter" idx="33" hasCustomPrompt="1"/>
          </p:nvPr>
        </p:nvSpPr>
        <p:spPr>
          <a:xfrm>
            <a:off x="8759712" y="4050585"/>
            <a:ext cx="1519200" cy="444201"/>
          </a:xfrm>
          <a:prstGeom prst="rect">
            <a:avLst/>
          </a:prstGeom>
        </p:spPr>
        <p:txBody>
          <a:bodyPr lIns="0" tIns="0" rIns="0" bIns="0" anchor="b">
            <a:noAutofit/>
          </a:bodyPr>
          <a:lstStyle>
            <a:lvl1pPr marL="0" indent="0" algn="ctr">
              <a:lnSpc>
                <a:spcPct val="90000"/>
              </a:lnSpc>
              <a:spcBef>
                <a:spcPts val="0"/>
              </a:spcBef>
              <a:buNone/>
              <a:defRPr sz="1400" b="1">
                <a:solidFill>
                  <a:schemeClr val="tx1"/>
                </a:solidFill>
              </a:defRPr>
            </a:lvl1pPr>
            <a:lvl4pPr marL="1371600" indent="0">
              <a:buNone/>
              <a:defRPr/>
            </a:lvl4pPr>
          </a:lstStyle>
          <a:p>
            <a:pPr marL="0" marR="0" lvl="0" indent="0" algn="ctr" defTabSz="914400" rtl="0" eaLnBrk="1" fontAlgn="auto" latinLnBrk="0" hangingPunct="1">
              <a:lnSpc>
                <a:spcPct val="90000"/>
              </a:lnSpc>
              <a:spcBef>
                <a:spcPts val="0"/>
              </a:spcBef>
              <a:spcAft>
                <a:spcPts val="0"/>
              </a:spcAft>
              <a:buClrTx/>
              <a:buSzTx/>
              <a:buFont typeface="Arial" pitchFamily="34" charset="0"/>
              <a:buNone/>
              <a:tabLst/>
              <a:defRPr/>
            </a:pPr>
            <a:r>
              <a:rPr lang="en-US" noProof="0"/>
              <a:t>First and Last name</a:t>
            </a:r>
          </a:p>
        </p:txBody>
      </p:sp>
      <p:sp>
        <p:nvSpPr>
          <p:cNvPr id="52" name="Text placeholder 4">
            <a:extLst>
              <a:ext uri="{FF2B5EF4-FFF2-40B4-BE49-F238E27FC236}">
                <a16:creationId xmlns:a16="http://schemas.microsoft.com/office/drawing/2014/main" id="{98EBA5D6-58EC-CC31-FCF7-A9CE29BC8BB5}"/>
              </a:ext>
            </a:extLst>
          </p:cNvPr>
          <p:cNvSpPr>
            <a:spLocks noGrp="1"/>
          </p:cNvSpPr>
          <p:nvPr>
            <p:ph type="body" sz="quarter" idx="34" hasCustomPrompt="1"/>
          </p:nvPr>
        </p:nvSpPr>
        <p:spPr>
          <a:xfrm>
            <a:off x="8759712" y="4657237"/>
            <a:ext cx="1519200" cy="929827"/>
          </a:xfrm>
          <a:prstGeom prst="rect">
            <a:avLst/>
          </a:prstGeom>
        </p:spPr>
        <p:txBody>
          <a:bodyPr lIns="0" tIns="0" rIns="0" bIns="0">
            <a:noAutofit/>
          </a:bodyPr>
          <a:lstStyle>
            <a:lvl1pPr marL="0" indent="0" algn="ctr">
              <a:spcBef>
                <a:spcPts val="0"/>
              </a:spcBef>
              <a:buNone/>
              <a:defRPr sz="1400" b="0">
                <a:solidFill>
                  <a:schemeClr val="tx1"/>
                </a:solidFill>
              </a:defRPr>
            </a:lvl1pPr>
            <a:lvl4pPr marL="1371600" indent="0">
              <a:buNone/>
              <a:defRPr/>
            </a:lvl4pPr>
          </a:lstStyle>
          <a:p>
            <a:pPr lvl="0"/>
            <a:r>
              <a:rPr lang="en-US" noProof="0"/>
              <a:t>Job title or role Division or Location</a:t>
            </a:r>
          </a:p>
        </p:txBody>
      </p:sp>
      <p:sp>
        <p:nvSpPr>
          <p:cNvPr id="3" name="Footer Placeholder 2">
            <a:extLst>
              <a:ext uri="{FF2B5EF4-FFF2-40B4-BE49-F238E27FC236}">
                <a16:creationId xmlns:a16="http://schemas.microsoft.com/office/drawing/2014/main" id="{8C4B056E-C443-96BF-B229-D1D085FFC634}"/>
              </a:ext>
              <a:ext uri="{C183D7F6-B498-43B3-948B-1728B52AA6E4}">
                <adec:decorative xmlns:adec="http://schemas.microsoft.com/office/drawing/2017/decorative" val="1"/>
              </a:ext>
            </a:extLst>
          </p:cNvPr>
          <p:cNvSpPr>
            <a:spLocks noGrp="1"/>
          </p:cNvSpPr>
          <p:nvPr userDrawn="1">
            <p:ph type="ftr" sz="quarter" idx="38"/>
          </p:nvPr>
        </p:nvSpPr>
        <p:spPr>
          <a:xfrm>
            <a:off x="4044193" y="6952791"/>
            <a:ext cx="4114800" cy="137160"/>
          </a:xfrm>
        </p:spPr>
        <p:txBody>
          <a:bodyPr/>
          <a:lstStyle>
            <a:lvl1pPr>
              <a:defRPr>
                <a:solidFill>
                  <a:srgbClr val="E6E6E6"/>
                </a:solidFill>
              </a:defRPr>
            </a:lvl1pPr>
          </a:lstStyle>
          <a:p>
            <a:endParaRPr lang="en-US" noProof="0"/>
          </a:p>
        </p:txBody>
      </p:sp>
      <p:sp>
        <p:nvSpPr>
          <p:cNvPr id="9" name="Slide Number Placeholder 8">
            <a:extLst>
              <a:ext uri="{FF2B5EF4-FFF2-40B4-BE49-F238E27FC236}">
                <a16:creationId xmlns:a16="http://schemas.microsoft.com/office/drawing/2014/main" id="{3A8F6EAA-8485-183F-ACBE-90ADE7ED61E6}"/>
              </a:ext>
              <a:ext uri="{C183D7F6-B498-43B3-948B-1728B52AA6E4}">
                <adec:decorative xmlns:adec="http://schemas.microsoft.com/office/drawing/2017/decorative" val="1"/>
              </a:ext>
            </a:extLst>
          </p:cNvPr>
          <p:cNvSpPr>
            <a:spLocks noGrp="1"/>
          </p:cNvSpPr>
          <p:nvPr userDrawn="1">
            <p:ph type="sldNum" sz="quarter" idx="37"/>
          </p:nvPr>
        </p:nvSpPr>
        <p:spPr>
          <a:xfrm>
            <a:off x="11168627" y="6952791"/>
            <a:ext cx="261660" cy="137160"/>
          </a:xfrm>
        </p:spPr>
        <p:txBody>
          <a:bodyPr/>
          <a:lstStyle>
            <a:lvl1pPr>
              <a:defRPr>
                <a:solidFill>
                  <a:srgbClr val="E6E6E6"/>
                </a:solidFill>
              </a:defRPr>
            </a:lvl1pPr>
          </a:lstStyle>
          <a:p>
            <a:fld id="{525A3C56-E491-49B2-93F3-63532DF516BC}" type="slidenum">
              <a:rPr lang="en-US" noProof="0" smtClean="0"/>
              <a:pPr/>
              <a:t>‹n°›</a:t>
            </a:fld>
            <a:endParaRPr lang="en-US" noProof="0"/>
          </a:p>
        </p:txBody>
      </p:sp>
    </p:spTree>
    <p:extLst>
      <p:ext uri="{BB962C8B-B14F-4D97-AF65-F5344CB8AC3E}">
        <p14:creationId xmlns:p14="http://schemas.microsoft.com/office/powerpoint/2010/main" val="1174012300"/>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Team - 5A">
    <p:spTree>
      <p:nvGrpSpPr>
        <p:cNvPr id="1" name=""/>
        <p:cNvGrpSpPr/>
        <p:nvPr/>
      </p:nvGrpSpPr>
      <p:grpSpPr>
        <a:xfrm>
          <a:off x="0" y="0"/>
          <a:ext cx="0" cy="0"/>
          <a:chOff x="0" y="0"/>
          <a:chExt cx="0" cy="0"/>
        </a:xfrm>
      </p:grpSpPr>
      <p:sp>
        <p:nvSpPr>
          <p:cNvPr id="20" name="Title 1">
            <a:extLst>
              <a:ext uri="{FF2B5EF4-FFF2-40B4-BE49-F238E27FC236}">
                <a16:creationId xmlns:a16="http://schemas.microsoft.com/office/drawing/2014/main" id="{FCE2C510-3773-D94D-B183-17C419A0D8BD}"/>
              </a:ext>
            </a:extLst>
          </p:cNvPr>
          <p:cNvSpPr>
            <a:spLocks noGrp="1"/>
          </p:cNvSpPr>
          <p:nvPr>
            <p:ph type="title" hasCustomPrompt="1"/>
          </p:nvPr>
        </p:nvSpPr>
        <p:spPr>
          <a:xfrm>
            <a:off x="765737" y="683246"/>
            <a:ext cx="10676438" cy="531097"/>
          </a:xfrm>
        </p:spPr>
        <p:txBody>
          <a:bodyPr>
            <a:noAutofit/>
          </a:bodyPr>
          <a:lstStyle>
            <a:lvl1pPr>
              <a:defRPr sz="2800">
                <a:solidFill>
                  <a:schemeClr val="tx1"/>
                </a:solidFill>
              </a:defRPr>
            </a:lvl1pPr>
          </a:lstStyle>
          <a:p>
            <a:r>
              <a:rPr lang="en-US" noProof="0"/>
              <a:t>Team slide with 5 individuals (layout A) – click to add title</a:t>
            </a:r>
          </a:p>
        </p:txBody>
      </p:sp>
      <p:grpSp>
        <p:nvGrpSpPr>
          <p:cNvPr id="5" name="Group 4">
            <a:extLst>
              <a:ext uri="{FF2B5EF4-FFF2-40B4-BE49-F238E27FC236}">
                <a16:creationId xmlns:a16="http://schemas.microsoft.com/office/drawing/2014/main" id="{FCC466B3-D9D9-C596-A9A6-C9E09644E0FF}"/>
              </a:ext>
              <a:ext uri="{C183D7F6-B498-43B3-948B-1728B52AA6E4}">
                <adec:decorative xmlns:adec="http://schemas.microsoft.com/office/drawing/2017/decorative" val="1"/>
              </a:ext>
            </a:extLst>
          </p:cNvPr>
          <p:cNvGrpSpPr/>
          <p:nvPr userDrawn="1"/>
        </p:nvGrpSpPr>
        <p:grpSpPr>
          <a:xfrm>
            <a:off x="0" y="1417320"/>
            <a:ext cx="12193200" cy="4686324"/>
            <a:chOff x="0" y="1417320"/>
            <a:chExt cx="12193200" cy="4686324"/>
          </a:xfrm>
        </p:grpSpPr>
        <p:sp>
          <p:nvSpPr>
            <p:cNvPr id="6" name="TextBox 5">
              <a:extLst>
                <a:ext uri="{FF2B5EF4-FFF2-40B4-BE49-F238E27FC236}">
                  <a16:creationId xmlns:a16="http://schemas.microsoft.com/office/drawing/2014/main" id="{771E5527-7120-C75D-06B8-AC657BDA4124}"/>
                </a:ext>
                <a:ext uri="{C183D7F6-B498-43B3-948B-1728B52AA6E4}">
                  <adec:decorative xmlns:adec="http://schemas.microsoft.com/office/drawing/2017/decorative" val="1"/>
                </a:ext>
              </a:extLst>
            </p:cNvPr>
            <p:cNvSpPr txBox="1"/>
            <p:nvPr userDrawn="1"/>
          </p:nvSpPr>
          <p:spPr>
            <a:xfrm>
              <a:off x="0" y="1525320"/>
              <a:ext cx="12192000" cy="4578324"/>
            </a:xfrm>
            <a:prstGeom prst="rect">
              <a:avLst/>
            </a:prstGeom>
            <a:solidFill>
              <a:srgbClr val="F8F8F8"/>
            </a:solidFill>
          </p:spPr>
          <p:txBody>
            <a:bodyPr vert="horz" wrap="square" lIns="0" tIns="0" rIns="0" bIns="0" rtlCol="0" anchor="t" anchorCtr="0">
              <a:normAutofit/>
            </a:bodyPr>
            <a:lstStyle/>
            <a:p>
              <a:pPr algn="l"/>
              <a:endParaRPr lang="en-US" noProof="0"/>
            </a:p>
          </p:txBody>
        </p:sp>
        <p:sp>
          <p:nvSpPr>
            <p:cNvPr id="7" name="TextBox 6">
              <a:extLst>
                <a:ext uri="{FF2B5EF4-FFF2-40B4-BE49-F238E27FC236}">
                  <a16:creationId xmlns:a16="http://schemas.microsoft.com/office/drawing/2014/main" id="{20C290C6-F4A8-D641-4A94-FDE87D8CD662}"/>
                </a:ext>
                <a:ext uri="{C183D7F6-B498-43B3-948B-1728B52AA6E4}">
                  <adec:decorative xmlns:adec="http://schemas.microsoft.com/office/drawing/2017/decorative" val="1"/>
                </a:ext>
              </a:extLst>
            </p:cNvPr>
            <p:cNvSpPr txBox="1"/>
            <p:nvPr userDrawn="1"/>
          </p:nvSpPr>
          <p:spPr>
            <a:xfrm>
              <a:off x="0" y="1417320"/>
              <a:ext cx="12193200" cy="108000"/>
            </a:xfrm>
            <a:prstGeom prst="rect">
              <a:avLst/>
            </a:prstGeom>
            <a:gradFill>
              <a:gsLst>
                <a:gs pos="60000">
                  <a:srgbClr val="B91C3A"/>
                </a:gs>
                <a:gs pos="0">
                  <a:srgbClr val="E31937"/>
                </a:gs>
                <a:gs pos="100000">
                  <a:srgbClr val="5236AB"/>
                </a:gs>
              </a:gsLst>
              <a:lin ang="10800000" scaled="0"/>
            </a:gradFill>
          </p:spPr>
          <p:txBody>
            <a:bodyPr vert="horz" wrap="square" lIns="0" tIns="0" rIns="0" bIns="0" rtlCol="0" anchor="t" anchorCtr="0">
              <a:normAutofit fontScale="40000" lnSpcReduction="20000"/>
            </a:bodyPr>
            <a:lstStyle/>
            <a:p>
              <a:pPr algn="l"/>
              <a:endParaRPr lang="en-US" noProof="0"/>
            </a:p>
          </p:txBody>
        </p:sp>
      </p:grpSp>
      <p:sp>
        <p:nvSpPr>
          <p:cNvPr id="16" name="Picture placeholder 5" descr="Photograph of First and Last name &#10;(person the slide is referencing)">
            <a:extLst>
              <a:ext uri="{FF2B5EF4-FFF2-40B4-BE49-F238E27FC236}">
                <a16:creationId xmlns:a16="http://schemas.microsoft.com/office/drawing/2014/main" id="{B0F3C47A-5AB5-53B9-6AC5-A2E27AE815B6}"/>
              </a:ext>
            </a:extLst>
          </p:cNvPr>
          <p:cNvSpPr>
            <a:spLocks noGrp="1" noChangeAspect="1"/>
          </p:cNvSpPr>
          <p:nvPr>
            <p:ph type="pic" sz="quarter" idx="26" hasCustomPrompt="1"/>
          </p:nvPr>
        </p:nvSpPr>
        <p:spPr>
          <a:xfrm>
            <a:off x="858837" y="2313262"/>
            <a:ext cx="1335024" cy="1335024"/>
          </a:xfrm>
          <a:prstGeom prst="rect">
            <a:avLst/>
          </a:prstGeom>
          <a:noFill/>
          <a:ln w="95250" cmpd="sng">
            <a:solidFill>
              <a:schemeClr val="bg1"/>
            </a:solidFill>
            <a:miter lim="800000"/>
          </a:ln>
          <a:effectLst>
            <a:outerShdw blurRad="152400" dist="50800" dir="2700000" algn="tl" rotWithShape="0">
              <a:schemeClr val="tx1">
                <a:alpha val="25478"/>
              </a:schemeClr>
            </a:outerShdw>
          </a:effectLst>
        </p:spPr>
        <p:txBody>
          <a:bodyPr lIns="182880" tIns="182880" rIns="91440">
            <a:noAutofit/>
          </a:bodyPr>
          <a:lstStyle>
            <a:lvl1pPr marL="342900" indent="-342900" algn="l">
              <a:buFont typeface="Arial" panose="020B0604020202020204" pitchFamily="34" charset="0"/>
              <a:buNone/>
              <a:defRPr lang="fr-FR" sz="1100">
                <a:cs typeface="Arial" pitchFamily="34" charset="0"/>
              </a:defRPr>
            </a:lvl1pPr>
          </a:lstStyle>
          <a:p>
            <a:pPr marL="0" lvl="0" indent="0">
              <a:buNone/>
            </a:pPr>
            <a:r>
              <a:rPr lang="en-US" sz="1200" noProof="0">
                <a:cs typeface="Arial" pitchFamily="34" charset="0"/>
              </a:rPr>
              <a:t>Click icon to add photo</a:t>
            </a:r>
          </a:p>
        </p:txBody>
      </p:sp>
      <p:sp>
        <p:nvSpPr>
          <p:cNvPr id="17" name="Text placeholder 5">
            <a:extLst>
              <a:ext uri="{FF2B5EF4-FFF2-40B4-BE49-F238E27FC236}">
                <a16:creationId xmlns:a16="http://schemas.microsoft.com/office/drawing/2014/main" id="{B49A78CD-66DE-0CBE-3D20-56B5205863C3}"/>
              </a:ext>
            </a:extLst>
          </p:cNvPr>
          <p:cNvSpPr>
            <a:spLocks noGrp="1"/>
          </p:cNvSpPr>
          <p:nvPr>
            <p:ph type="body" sz="quarter" idx="27" hasCustomPrompt="1"/>
          </p:nvPr>
        </p:nvSpPr>
        <p:spPr>
          <a:xfrm>
            <a:off x="767023" y="4128009"/>
            <a:ext cx="1519200" cy="391552"/>
          </a:xfrm>
          <a:prstGeom prst="rect">
            <a:avLst/>
          </a:prstGeom>
        </p:spPr>
        <p:txBody>
          <a:bodyPr lIns="0" tIns="0" rIns="0" bIns="0" anchor="b">
            <a:noAutofit/>
          </a:bodyPr>
          <a:lstStyle>
            <a:lvl1pPr marL="0" indent="0" algn="ctr">
              <a:lnSpc>
                <a:spcPct val="90000"/>
              </a:lnSpc>
              <a:spcBef>
                <a:spcPts val="0"/>
              </a:spcBef>
              <a:buNone/>
              <a:defRPr sz="1400" b="1">
                <a:solidFill>
                  <a:schemeClr val="tx1"/>
                </a:solidFill>
              </a:defRPr>
            </a:lvl1pPr>
            <a:lvl4pPr marL="1371600" indent="0">
              <a:buNone/>
              <a:defRPr/>
            </a:lvl4pPr>
          </a:lstStyle>
          <a:p>
            <a:pPr lvl="0"/>
            <a:r>
              <a:rPr lang="en-US" noProof="0"/>
              <a:t>First and Last name</a:t>
            </a:r>
          </a:p>
        </p:txBody>
      </p:sp>
      <p:sp>
        <p:nvSpPr>
          <p:cNvPr id="18" name="Text placeholder 5">
            <a:extLst>
              <a:ext uri="{FF2B5EF4-FFF2-40B4-BE49-F238E27FC236}">
                <a16:creationId xmlns:a16="http://schemas.microsoft.com/office/drawing/2014/main" id="{80856E97-52AE-BB00-087A-234E8CFDC856}"/>
              </a:ext>
            </a:extLst>
          </p:cNvPr>
          <p:cNvSpPr>
            <a:spLocks noGrp="1"/>
          </p:cNvSpPr>
          <p:nvPr>
            <p:ph type="body" sz="quarter" idx="28" hasCustomPrompt="1"/>
          </p:nvPr>
        </p:nvSpPr>
        <p:spPr>
          <a:xfrm>
            <a:off x="767023" y="4687466"/>
            <a:ext cx="1519200" cy="629714"/>
          </a:xfrm>
          <a:prstGeom prst="rect">
            <a:avLst/>
          </a:prstGeom>
        </p:spPr>
        <p:txBody>
          <a:bodyPr lIns="0" tIns="0" rIns="0" bIns="0">
            <a:noAutofit/>
          </a:bodyPr>
          <a:lstStyle>
            <a:lvl1pPr marL="0" indent="0" algn="ctr">
              <a:spcBef>
                <a:spcPts val="0"/>
              </a:spcBef>
              <a:buNone/>
              <a:defRPr sz="1400" b="0">
                <a:solidFill>
                  <a:schemeClr val="tx1"/>
                </a:solidFill>
              </a:defRPr>
            </a:lvl1pPr>
            <a:lvl4pPr marL="1371600" indent="0">
              <a:buNone/>
              <a:defRPr/>
            </a:lvl4pPr>
          </a:lstStyle>
          <a:p>
            <a:pPr marL="0" marR="0" lvl="0" indent="0" algn="ctr" defTabSz="914400" rtl="0" eaLnBrk="1" fontAlgn="auto" latinLnBrk="0" hangingPunct="1">
              <a:lnSpc>
                <a:spcPct val="100000"/>
              </a:lnSpc>
              <a:spcBef>
                <a:spcPts val="0"/>
              </a:spcBef>
              <a:spcAft>
                <a:spcPts val="0"/>
              </a:spcAft>
              <a:buClrTx/>
              <a:buSzTx/>
              <a:buFont typeface="Arial" pitchFamily="34" charset="0"/>
              <a:buNone/>
              <a:tabLst/>
              <a:defRPr/>
            </a:pPr>
            <a:r>
              <a:rPr lang="en-US" noProof="0"/>
              <a:t>Job title or role</a:t>
            </a:r>
          </a:p>
        </p:txBody>
      </p:sp>
      <p:sp>
        <p:nvSpPr>
          <p:cNvPr id="19" name="Picture placeholder 5" descr="Photograph of First and Last name &#10;(person the slide is referencing)">
            <a:extLst>
              <a:ext uri="{FF2B5EF4-FFF2-40B4-BE49-F238E27FC236}">
                <a16:creationId xmlns:a16="http://schemas.microsoft.com/office/drawing/2014/main" id="{96150D64-4A5D-4DE2-4CBE-F9FA7E6A82E4}"/>
              </a:ext>
            </a:extLst>
          </p:cNvPr>
          <p:cNvSpPr>
            <a:spLocks noGrp="1" noChangeAspect="1"/>
          </p:cNvSpPr>
          <p:nvPr>
            <p:ph type="pic" sz="quarter" idx="13" hasCustomPrompt="1"/>
          </p:nvPr>
        </p:nvSpPr>
        <p:spPr>
          <a:xfrm>
            <a:off x="3140500" y="2313262"/>
            <a:ext cx="1335024" cy="1335024"/>
          </a:xfrm>
          <a:prstGeom prst="rect">
            <a:avLst/>
          </a:prstGeom>
          <a:noFill/>
          <a:ln w="95250" cmpd="sng">
            <a:solidFill>
              <a:schemeClr val="bg1"/>
            </a:solidFill>
            <a:miter lim="800000"/>
          </a:ln>
          <a:effectLst>
            <a:outerShdw blurRad="152400" dist="50800" dir="2700000" algn="tl" rotWithShape="0">
              <a:schemeClr val="tx1">
                <a:alpha val="25478"/>
              </a:schemeClr>
            </a:outerShdw>
          </a:effectLst>
        </p:spPr>
        <p:txBody>
          <a:bodyPr lIns="182880" tIns="182880" rIns="91440">
            <a:noAutofit/>
          </a:bodyPr>
          <a:lstStyle>
            <a:lvl1pPr marL="342900" indent="-342900">
              <a:buFont typeface="Arial" panose="020B0604020202020204" pitchFamily="34" charset="0"/>
              <a:buChar char="•"/>
              <a:defRPr lang="fr-FR" sz="1100">
                <a:cs typeface="Arial" pitchFamily="34" charset="0"/>
              </a:defRPr>
            </a:lvl1pPr>
          </a:lstStyle>
          <a:p>
            <a:pPr marL="0" lvl="0" indent="0">
              <a:buNone/>
            </a:pPr>
            <a:r>
              <a:rPr lang="en-US" sz="1200" noProof="0">
                <a:cs typeface="Arial" pitchFamily="34" charset="0"/>
              </a:rPr>
              <a:t>Click icon to add photo</a:t>
            </a:r>
          </a:p>
        </p:txBody>
      </p:sp>
      <p:sp>
        <p:nvSpPr>
          <p:cNvPr id="21" name="Text placeholder 5">
            <a:extLst>
              <a:ext uri="{FF2B5EF4-FFF2-40B4-BE49-F238E27FC236}">
                <a16:creationId xmlns:a16="http://schemas.microsoft.com/office/drawing/2014/main" id="{3FD9A6D0-97E5-A877-4BAF-633E5BB6D46D}"/>
              </a:ext>
            </a:extLst>
          </p:cNvPr>
          <p:cNvSpPr>
            <a:spLocks noGrp="1"/>
          </p:cNvSpPr>
          <p:nvPr>
            <p:ph type="body" sz="quarter" idx="24" hasCustomPrompt="1"/>
          </p:nvPr>
        </p:nvSpPr>
        <p:spPr>
          <a:xfrm>
            <a:off x="3053355" y="4126695"/>
            <a:ext cx="1519200" cy="391552"/>
          </a:xfrm>
          <a:prstGeom prst="rect">
            <a:avLst/>
          </a:prstGeom>
        </p:spPr>
        <p:txBody>
          <a:bodyPr lIns="0" tIns="0" rIns="0" bIns="0" anchor="b">
            <a:noAutofit/>
          </a:bodyPr>
          <a:lstStyle>
            <a:lvl1pPr marL="0" indent="0" algn="ctr">
              <a:lnSpc>
                <a:spcPct val="90000"/>
              </a:lnSpc>
              <a:spcBef>
                <a:spcPts val="0"/>
              </a:spcBef>
              <a:buNone/>
              <a:defRPr sz="1400" b="1">
                <a:solidFill>
                  <a:schemeClr val="tx1"/>
                </a:solidFill>
              </a:defRPr>
            </a:lvl1pPr>
            <a:lvl4pPr marL="1371600" indent="0">
              <a:buNone/>
              <a:defRPr/>
            </a:lvl4pPr>
          </a:lstStyle>
          <a:p>
            <a:pPr lvl="0"/>
            <a:r>
              <a:rPr lang="en-US" noProof="0"/>
              <a:t>First and Last name</a:t>
            </a:r>
          </a:p>
        </p:txBody>
      </p:sp>
      <p:sp>
        <p:nvSpPr>
          <p:cNvPr id="25" name="Text placeholder 5">
            <a:extLst>
              <a:ext uri="{FF2B5EF4-FFF2-40B4-BE49-F238E27FC236}">
                <a16:creationId xmlns:a16="http://schemas.microsoft.com/office/drawing/2014/main" id="{6BD2A5E7-6DFE-1FFE-9A31-D21A0275566B}"/>
              </a:ext>
            </a:extLst>
          </p:cNvPr>
          <p:cNvSpPr>
            <a:spLocks noGrp="1"/>
          </p:cNvSpPr>
          <p:nvPr>
            <p:ph type="body" sz="quarter" idx="25" hasCustomPrompt="1"/>
          </p:nvPr>
        </p:nvSpPr>
        <p:spPr>
          <a:xfrm>
            <a:off x="3053355" y="4686553"/>
            <a:ext cx="1519200" cy="629714"/>
          </a:xfrm>
          <a:prstGeom prst="rect">
            <a:avLst/>
          </a:prstGeom>
        </p:spPr>
        <p:txBody>
          <a:bodyPr lIns="0" tIns="0" rIns="0" bIns="0">
            <a:noAutofit/>
          </a:bodyPr>
          <a:lstStyle>
            <a:lvl1pPr marL="0" indent="0" algn="ctr">
              <a:spcBef>
                <a:spcPts val="0"/>
              </a:spcBef>
              <a:buNone/>
              <a:defRPr sz="1400" b="0">
                <a:solidFill>
                  <a:schemeClr val="tx1"/>
                </a:solidFill>
              </a:defRPr>
            </a:lvl1pPr>
            <a:lvl4pPr marL="1371600" indent="0">
              <a:buNone/>
              <a:defRPr/>
            </a:lvl4pPr>
          </a:lstStyle>
          <a:p>
            <a:pPr marL="0" marR="0" lvl="0" indent="0" algn="ctr" defTabSz="914400" rtl="0" eaLnBrk="1" fontAlgn="auto" latinLnBrk="0" hangingPunct="1">
              <a:lnSpc>
                <a:spcPct val="100000"/>
              </a:lnSpc>
              <a:spcBef>
                <a:spcPts val="0"/>
              </a:spcBef>
              <a:spcAft>
                <a:spcPts val="0"/>
              </a:spcAft>
              <a:buClrTx/>
              <a:buSzTx/>
              <a:buFont typeface="Arial" pitchFamily="34" charset="0"/>
              <a:buNone/>
              <a:tabLst/>
              <a:defRPr/>
            </a:pPr>
            <a:r>
              <a:rPr lang="en-US" noProof="0"/>
              <a:t>Job title or role</a:t>
            </a:r>
          </a:p>
        </p:txBody>
      </p:sp>
      <p:sp>
        <p:nvSpPr>
          <p:cNvPr id="26" name="Picture placeholder 5" descr="Photograph of First and Last name &#10;(person the slide is referencing)">
            <a:extLst>
              <a:ext uri="{FF2B5EF4-FFF2-40B4-BE49-F238E27FC236}">
                <a16:creationId xmlns:a16="http://schemas.microsoft.com/office/drawing/2014/main" id="{16298009-BE76-12AA-4F4F-AD13EA66C7DE}"/>
              </a:ext>
            </a:extLst>
          </p:cNvPr>
          <p:cNvSpPr>
            <a:spLocks noGrp="1" noChangeAspect="1"/>
          </p:cNvSpPr>
          <p:nvPr>
            <p:ph type="pic" sz="quarter" idx="29" hasCustomPrompt="1"/>
          </p:nvPr>
        </p:nvSpPr>
        <p:spPr>
          <a:xfrm>
            <a:off x="5436444" y="2313262"/>
            <a:ext cx="1335024" cy="1335024"/>
          </a:xfrm>
          <a:prstGeom prst="rect">
            <a:avLst/>
          </a:prstGeom>
          <a:noFill/>
          <a:ln w="95250" cmpd="sng">
            <a:solidFill>
              <a:schemeClr val="bg1"/>
            </a:solidFill>
            <a:miter lim="800000"/>
          </a:ln>
          <a:effectLst>
            <a:outerShdw blurRad="152400" dist="50800" dir="2700000" algn="tl" rotWithShape="0">
              <a:schemeClr val="tx1">
                <a:alpha val="25478"/>
              </a:schemeClr>
            </a:outerShdw>
          </a:effectLst>
        </p:spPr>
        <p:txBody>
          <a:bodyPr lIns="182880" tIns="182880" rIns="91440">
            <a:noAutofit/>
          </a:bodyPr>
          <a:lstStyle>
            <a:lvl1pPr marL="342900" indent="-342900">
              <a:buFont typeface="Arial" panose="020B0604020202020204" pitchFamily="34" charset="0"/>
              <a:buChar char="•"/>
              <a:defRPr lang="fr-FR" sz="1100">
                <a:cs typeface="Arial" pitchFamily="34" charset="0"/>
              </a:defRPr>
            </a:lvl1pPr>
          </a:lstStyle>
          <a:p>
            <a:pPr marL="0" lvl="0" indent="0">
              <a:buNone/>
            </a:pPr>
            <a:r>
              <a:rPr lang="en-US" sz="1200" noProof="0">
                <a:cs typeface="Arial" pitchFamily="34" charset="0"/>
              </a:rPr>
              <a:t>Click icon to add photo</a:t>
            </a:r>
          </a:p>
        </p:txBody>
      </p:sp>
      <p:sp>
        <p:nvSpPr>
          <p:cNvPr id="27" name="Text placeholder 5">
            <a:extLst>
              <a:ext uri="{FF2B5EF4-FFF2-40B4-BE49-F238E27FC236}">
                <a16:creationId xmlns:a16="http://schemas.microsoft.com/office/drawing/2014/main" id="{FB1474A4-88CB-E3F3-514D-30CD1F1F31FE}"/>
              </a:ext>
            </a:extLst>
          </p:cNvPr>
          <p:cNvSpPr>
            <a:spLocks noGrp="1"/>
          </p:cNvSpPr>
          <p:nvPr>
            <p:ph type="body" sz="quarter" idx="30" hasCustomPrompt="1"/>
          </p:nvPr>
        </p:nvSpPr>
        <p:spPr>
          <a:xfrm>
            <a:off x="5339687" y="4130637"/>
            <a:ext cx="1519200" cy="391552"/>
          </a:xfrm>
          <a:prstGeom prst="rect">
            <a:avLst/>
          </a:prstGeom>
        </p:spPr>
        <p:txBody>
          <a:bodyPr lIns="0" tIns="0" rIns="0" bIns="0" anchor="b">
            <a:noAutofit/>
          </a:bodyPr>
          <a:lstStyle>
            <a:lvl1pPr marL="0" indent="0" algn="ctr">
              <a:lnSpc>
                <a:spcPct val="90000"/>
              </a:lnSpc>
              <a:spcBef>
                <a:spcPts val="0"/>
              </a:spcBef>
              <a:buNone/>
              <a:defRPr sz="1400" b="1">
                <a:solidFill>
                  <a:schemeClr val="tx1"/>
                </a:solidFill>
              </a:defRPr>
            </a:lvl1pPr>
            <a:lvl4pPr marL="1371600" indent="0">
              <a:buNone/>
              <a:defRPr/>
            </a:lvl4pPr>
          </a:lstStyle>
          <a:p>
            <a:pPr lvl="0"/>
            <a:r>
              <a:rPr lang="en-US" noProof="0"/>
              <a:t>First and Last name</a:t>
            </a:r>
          </a:p>
        </p:txBody>
      </p:sp>
      <p:sp>
        <p:nvSpPr>
          <p:cNvPr id="28" name="Text placeholder 5">
            <a:extLst>
              <a:ext uri="{FF2B5EF4-FFF2-40B4-BE49-F238E27FC236}">
                <a16:creationId xmlns:a16="http://schemas.microsoft.com/office/drawing/2014/main" id="{889462A5-3D28-160D-040A-DD72EC9C2C38}"/>
              </a:ext>
            </a:extLst>
          </p:cNvPr>
          <p:cNvSpPr>
            <a:spLocks noGrp="1"/>
          </p:cNvSpPr>
          <p:nvPr>
            <p:ph type="body" sz="quarter" idx="31" hasCustomPrompt="1"/>
          </p:nvPr>
        </p:nvSpPr>
        <p:spPr>
          <a:xfrm>
            <a:off x="5339687" y="4691809"/>
            <a:ext cx="1519200" cy="629714"/>
          </a:xfrm>
          <a:prstGeom prst="rect">
            <a:avLst/>
          </a:prstGeom>
        </p:spPr>
        <p:txBody>
          <a:bodyPr lIns="0" tIns="0" rIns="0" bIns="0">
            <a:noAutofit/>
          </a:bodyPr>
          <a:lstStyle>
            <a:lvl1pPr marL="0" indent="0" algn="ctr">
              <a:spcBef>
                <a:spcPts val="0"/>
              </a:spcBef>
              <a:buNone/>
              <a:defRPr sz="1400" b="0">
                <a:solidFill>
                  <a:schemeClr val="tx1"/>
                </a:solidFill>
              </a:defRPr>
            </a:lvl1pPr>
            <a:lvl4pPr marL="1371600" indent="0">
              <a:buNone/>
              <a:defRPr/>
            </a:lvl4pPr>
          </a:lstStyle>
          <a:p>
            <a:pPr marL="0" marR="0" lvl="0" indent="0" algn="ctr" defTabSz="914400" rtl="0" eaLnBrk="1" fontAlgn="auto" latinLnBrk="0" hangingPunct="1">
              <a:lnSpc>
                <a:spcPct val="100000"/>
              </a:lnSpc>
              <a:spcBef>
                <a:spcPts val="0"/>
              </a:spcBef>
              <a:spcAft>
                <a:spcPts val="0"/>
              </a:spcAft>
              <a:buClrTx/>
              <a:buSzTx/>
              <a:buFont typeface="Arial" pitchFamily="34" charset="0"/>
              <a:buNone/>
              <a:tabLst/>
              <a:defRPr/>
            </a:pPr>
            <a:r>
              <a:rPr lang="en-US" noProof="0"/>
              <a:t>Job title or role</a:t>
            </a:r>
          </a:p>
        </p:txBody>
      </p:sp>
      <p:sp>
        <p:nvSpPr>
          <p:cNvPr id="29" name="Picture placeholder 5" descr="Photograph of First and Last name &#10;(person the slide is referencing)">
            <a:extLst>
              <a:ext uri="{FF2B5EF4-FFF2-40B4-BE49-F238E27FC236}">
                <a16:creationId xmlns:a16="http://schemas.microsoft.com/office/drawing/2014/main" id="{754B2C56-5296-EC90-CB2D-1A7D813479E3}"/>
              </a:ext>
            </a:extLst>
          </p:cNvPr>
          <p:cNvSpPr>
            <a:spLocks noGrp="1" noChangeAspect="1"/>
          </p:cNvSpPr>
          <p:nvPr>
            <p:ph type="pic" sz="quarter" idx="32" hasCustomPrompt="1"/>
          </p:nvPr>
        </p:nvSpPr>
        <p:spPr>
          <a:xfrm>
            <a:off x="7718107" y="2313262"/>
            <a:ext cx="1335024" cy="1335024"/>
          </a:xfrm>
          <a:prstGeom prst="rect">
            <a:avLst/>
          </a:prstGeom>
          <a:noFill/>
          <a:ln w="95250" cmpd="sng">
            <a:solidFill>
              <a:schemeClr val="bg1"/>
            </a:solidFill>
            <a:miter lim="800000"/>
          </a:ln>
          <a:effectLst>
            <a:outerShdw blurRad="152400" dist="50800" dir="2700000" algn="tl" rotWithShape="0">
              <a:schemeClr val="tx1">
                <a:alpha val="25478"/>
              </a:schemeClr>
            </a:outerShdw>
          </a:effectLst>
        </p:spPr>
        <p:txBody>
          <a:bodyPr lIns="182880" tIns="182880" rIns="91440">
            <a:noAutofit/>
          </a:bodyPr>
          <a:lstStyle>
            <a:lvl1pPr marL="342900" indent="-342900">
              <a:buFont typeface="Arial" panose="020B0604020202020204" pitchFamily="34" charset="0"/>
              <a:buChar char="•"/>
              <a:defRPr lang="fr-FR" sz="1100" dirty="0">
                <a:cs typeface="Arial" pitchFamily="34" charset="0"/>
              </a:defRPr>
            </a:lvl1pPr>
          </a:lstStyle>
          <a:p>
            <a:pPr marL="0" lvl="0" indent="0">
              <a:buNone/>
            </a:pPr>
            <a:r>
              <a:rPr lang="en-US" sz="1200" noProof="0">
                <a:cs typeface="Arial" pitchFamily="34" charset="0"/>
              </a:rPr>
              <a:t>Click icon to add photo</a:t>
            </a:r>
          </a:p>
        </p:txBody>
      </p:sp>
      <p:sp>
        <p:nvSpPr>
          <p:cNvPr id="30" name="Text placeholder 5">
            <a:extLst>
              <a:ext uri="{FF2B5EF4-FFF2-40B4-BE49-F238E27FC236}">
                <a16:creationId xmlns:a16="http://schemas.microsoft.com/office/drawing/2014/main" id="{256CD1C2-6B20-C5C5-840E-DE6FF6124AB7}"/>
              </a:ext>
            </a:extLst>
          </p:cNvPr>
          <p:cNvSpPr>
            <a:spLocks noGrp="1"/>
          </p:cNvSpPr>
          <p:nvPr>
            <p:ph type="body" sz="quarter" idx="33" hasCustomPrompt="1"/>
          </p:nvPr>
        </p:nvSpPr>
        <p:spPr>
          <a:xfrm>
            <a:off x="7626019" y="4131951"/>
            <a:ext cx="1519200" cy="391552"/>
          </a:xfrm>
          <a:prstGeom prst="rect">
            <a:avLst/>
          </a:prstGeom>
        </p:spPr>
        <p:txBody>
          <a:bodyPr lIns="0" tIns="0" rIns="0" bIns="0" anchor="b">
            <a:noAutofit/>
          </a:bodyPr>
          <a:lstStyle>
            <a:lvl1pPr marL="0" indent="0" algn="ctr">
              <a:lnSpc>
                <a:spcPct val="90000"/>
              </a:lnSpc>
              <a:spcBef>
                <a:spcPts val="0"/>
              </a:spcBef>
              <a:buNone/>
              <a:defRPr sz="1400" b="1">
                <a:solidFill>
                  <a:schemeClr val="tx1"/>
                </a:solidFill>
              </a:defRPr>
            </a:lvl1pPr>
            <a:lvl4pPr marL="1371600" indent="0">
              <a:buNone/>
              <a:defRPr/>
            </a:lvl4pPr>
          </a:lstStyle>
          <a:p>
            <a:pPr lvl="0"/>
            <a:r>
              <a:rPr lang="en-US" noProof="0"/>
              <a:t>First and Last name</a:t>
            </a:r>
          </a:p>
        </p:txBody>
      </p:sp>
      <p:sp>
        <p:nvSpPr>
          <p:cNvPr id="31" name="Text placeholder 5">
            <a:extLst>
              <a:ext uri="{FF2B5EF4-FFF2-40B4-BE49-F238E27FC236}">
                <a16:creationId xmlns:a16="http://schemas.microsoft.com/office/drawing/2014/main" id="{3E22EB7D-141F-8622-E318-83557006BB3F}"/>
              </a:ext>
            </a:extLst>
          </p:cNvPr>
          <p:cNvSpPr>
            <a:spLocks noGrp="1"/>
          </p:cNvSpPr>
          <p:nvPr>
            <p:ph type="body" sz="quarter" idx="34" hasCustomPrompt="1"/>
          </p:nvPr>
        </p:nvSpPr>
        <p:spPr>
          <a:xfrm>
            <a:off x="7626019" y="4691809"/>
            <a:ext cx="1519200" cy="629714"/>
          </a:xfrm>
          <a:prstGeom prst="rect">
            <a:avLst/>
          </a:prstGeom>
        </p:spPr>
        <p:txBody>
          <a:bodyPr lIns="0" tIns="0" rIns="0" bIns="0">
            <a:noAutofit/>
          </a:bodyPr>
          <a:lstStyle>
            <a:lvl1pPr marL="0" indent="0" algn="ctr">
              <a:spcBef>
                <a:spcPts val="0"/>
              </a:spcBef>
              <a:buNone/>
              <a:defRPr sz="1400" b="0">
                <a:solidFill>
                  <a:schemeClr val="tx1"/>
                </a:solidFill>
              </a:defRPr>
            </a:lvl1pPr>
            <a:lvl4pPr marL="1371600" indent="0">
              <a:buNone/>
              <a:defRPr/>
            </a:lvl4pPr>
          </a:lstStyle>
          <a:p>
            <a:pPr marL="0" marR="0" lvl="0" indent="0" algn="ctr" defTabSz="914400" rtl="0" eaLnBrk="1" fontAlgn="auto" latinLnBrk="0" hangingPunct="1">
              <a:lnSpc>
                <a:spcPct val="100000"/>
              </a:lnSpc>
              <a:spcBef>
                <a:spcPts val="0"/>
              </a:spcBef>
              <a:spcAft>
                <a:spcPts val="0"/>
              </a:spcAft>
              <a:buClrTx/>
              <a:buSzTx/>
              <a:buFont typeface="Arial" pitchFamily="34" charset="0"/>
              <a:buNone/>
              <a:tabLst/>
              <a:defRPr/>
            </a:pPr>
            <a:r>
              <a:rPr lang="en-US" noProof="0"/>
              <a:t>Job title or role</a:t>
            </a:r>
          </a:p>
        </p:txBody>
      </p:sp>
      <p:sp>
        <p:nvSpPr>
          <p:cNvPr id="32" name="Picture placeholder 5" descr="Photograph of First and Last name &#10;(person the slide is referencing)">
            <a:extLst>
              <a:ext uri="{FF2B5EF4-FFF2-40B4-BE49-F238E27FC236}">
                <a16:creationId xmlns:a16="http://schemas.microsoft.com/office/drawing/2014/main" id="{6CEF03F1-0AA3-145F-5F72-810EF2E8D1E5}"/>
              </a:ext>
            </a:extLst>
          </p:cNvPr>
          <p:cNvSpPr>
            <a:spLocks noGrp="1" noChangeAspect="1"/>
          </p:cNvSpPr>
          <p:nvPr>
            <p:ph type="pic" sz="quarter" idx="35" hasCustomPrompt="1"/>
          </p:nvPr>
        </p:nvSpPr>
        <p:spPr>
          <a:xfrm>
            <a:off x="10004438" y="2313262"/>
            <a:ext cx="1335024" cy="1335024"/>
          </a:xfrm>
          <a:prstGeom prst="rect">
            <a:avLst/>
          </a:prstGeom>
          <a:noFill/>
          <a:ln w="95250" cmpd="sng">
            <a:solidFill>
              <a:schemeClr val="bg1"/>
            </a:solidFill>
            <a:miter lim="800000"/>
          </a:ln>
          <a:effectLst>
            <a:outerShdw blurRad="152400" dist="50800" dir="2700000" algn="tl" rotWithShape="0">
              <a:schemeClr val="tx1">
                <a:alpha val="25478"/>
              </a:schemeClr>
            </a:outerShdw>
          </a:effectLst>
        </p:spPr>
        <p:txBody>
          <a:bodyPr lIns="182880" tIns="182880" rIns="91440">
            <a:noAutofit/>
          </a:bodyPr>
          <a:lstStyle>
            <a:lvl1pPr marL="342900" indent="-342900">
              <a:buFont typeface="Arial" panose="020B0604020202020204" pitchFamily="34" charset="0"/>
              <a:buChar char="•"/>
              <a:defRPr lang="fr-FR" sz="1100">
                <a:cs typeface="Arial" pitchFamily="34" charset="0"/>
              </a:defRPr>
            </a:lvl1pPr>
          </a:lstStyle>
          <a:p>
            <a:pPr marL="0" lvl="0" indent="0">
              <a:buNone/>
            </a:pPr>
            <a:r>
              <a:rPr lang="en-US" sz="1200" noProof="0">
                <a:cs typeface="Arial" pitchFamily="34" charset="0"/>
              </a:rPr>
              <a:t>Click icon to add photo</a:t>
            </a:r>
          </a:p>
        </p:txBody>
      </p:sp>
      <p:sp>
        <p:nvSpPr>
          <p:cNvPr id="33" name="Text placeholder 5">
            <a:extLst>
              <a:ext uri="{FF2B5EF4-FFF2-40B4-BE49-F238E27FC236}">
                <a16:creationId xmlns:a16="http://schemas.microsoft.com/office/drawing/2014/main" id="{817F331B-E013-C48B-BA60-1764E06E800E}"/>
              </a:ext>
            </a:extLst>
          </p:cNvPr>
          <p:cNvSpPr>
            <a:spLocks noGrp="1"/>
          </p:cNvSpPr>
          <p:nvPr>
            <p:ph type="body" sz="quarter" idx="36" hasCustomPrompt="1"/>
          </p:nvPr>
        </p:nvSpPr>
        <p:spPr>
          <a:xfrm>
            <a:off x="9912350" y="4129323"/>
            <a:ext cx="1519200" cy="391552"/>
          </a:xfrm>
          <a:prstGeom prst="rect">
            <a:avLst/>
          </a:prstGeom>
        </p:spPr>
        <p:txBody>
          <a:bodyPr lIns="0" tIns="0" rIns="0" bIns="0" anchor="b">
            <a:noAutofit/>
          </a:bodyPr>
          <a:lstStyle>
            <a:lvl1pPr marL="0" indent="0" algn="ctr">
              <a:lnSpc>
                <a:spcPct val="90000"/>
              </a:lnSpc>
              <a:spcBef>
                <a:spcPts val="0"/>
              </a:spcBef>
              <a:buNone/>
              <a:defRPr sz="1400" b="1">
                <a:solidFill>
                  <a:schemeClr val="tx1"/>
                </a:solidFill>
              </a:defRPr>
            </a:lvl1pPr>
            <a:lvl4pPr marL="1371600" indent="0">
              <a:buNone/>
              <a:defRPr/>
            </a:lvl4pPr>
          </a:lstStyle>
          <a:p>
            <a:pPr lvl="0"/>
            <a:r>
              <a:rPr lang="en-US" noProof="0"/>
              <a:t>First and Last name</a:t>
            </a:r>
          </a:p>
        </p:txBody>
      </p:sp>
      <p:sp>
        <p:nvSpPr>
          <p:cNvPr id="34" name="Text placeholder 5">
            <a:extLst>
              <a:ext uri="{FF2B5EF4-FFF2-40B4-BE49-F238E27FC236}">
                <a16:creationId xmlns:a16="http://schemas.microsoft.com/office/drawing/2014/main" id="{9EF7E684-CBA0-4EF8-34E2-C41DF82EE405}"/>
              </a:ext>
            </a:extLst>
          </p:cNvPr>
          <p:cNvSpPr>
            <a:spLocks noGrp="1"/>
          </p:cNvSpPr>
          <p:nvPr>
            <p:ph type="body" sz="quarter" idx="37" hasCustomPrompt="1"/>
          </p:nvPr>
        </p:nvSpPr>
        <p:spPr>
          <a:xfrm>
            <a:off x="9912350" y="4691808"/>
            <a:ext cx="1519200" cy="629714"/>
          </a:xfrm>
          <a:prstGeom prst="rect">
            <a:avLst/>
          </a:prstGeom>
        </p:spPr>
        <p:txBody>
          <a:bodyPr lIns="0" tIns="0" rIns="0" bIns="0">
            <a:noAutofit/>
          </a:bodyPr>
          <a:lstStyle>
            <a:lvl1pPr marL="0" indent="0" algn="ctr">
              <a:spcBef>
                <a:spcPts val="0"/>
              </a:spcBef>
              <a:buNone/>
              <a:defRPr sz="1400" b="0">
                <a:solidFill>
                  <a:schemeClr val="tx1"/>
                </a:solidFill>
              </a:defRPr>
            </a:lvl1pPr>
            <a:lvl4pPr marL="1371600" indent="0">
              <a:buNone/>
              <a:defRPr/>
            </a:lvl4pPr>
          </a:lstStyle>
          <a:p>
            <a:pPr marL="0" marR="0" lvl="0" indent="0" algn="ctr" defTabSz="914400" rtl="0" eaLnBrk="1" fontAlgn="auto" latinLnBrk="0" hangingPunct="1">
              <a:lnSpc>
                <a:spcPct val="100000"/>
              </a:lnSpc>
              <a:spcBef>
                <a:spcPts val="0"/>
              </a:spcBef>
              <a:spcAft>
                <a:spcPts val="0"/>
              </a:spcAft>
              <a:buClrTx/>
              <a:buSzTx/>
              <a:buFont typeface="Arial" pitchFamily="34" charset="0"/>
              <a:buNone/>
              <a:tabLst/>
              <a:defRPr/>
            </a:pPr>
            <a:r>
              <a:rPr lang="en-US" noProof="0"/>
              <a:t>Job title or role</a:t>
            </a:r>
          </a:p>
        </p:txBody>
      </p:sp>
      <p:sp>
        <p:nvSpPr>
          <p:cNvPr id="3" name="Footer Placeholder 2">
            <a:extLst>
              <a:ext uri="{FF2B5EF4-FFF2-40B4-BE49-F238E27FC236}">
                <a16:creationId xmlns:a16="http://schemas.microsoft.com/office/drawing/2014/main" id="{FDF5869E-BD7C-9D43-BFC8-40D867949107}"/>
              </a:ext>
              <a:ext uri="{C183D7F6-B498-43B3-948B-1728B52AA6E4}">
                <adec:decorative xmlns:adec="http://schemas.microsoft.com/office/drawing/2017/decorative" val="1"/>
              </a:ext>
            </a:extLst>
          </p:cNvPr>
          <p:cNvSpPr>
            <a:spLocks noGrp="1"/>
          </p:cNvSpPr>
          <p:nvPr userDrawn="1">
            <p:ph type="ftr" sz="quarter" idx="41"/>
          </p:nvPr>
        </p:nvSpPr>
        <p:spPr/>
        <p:txBody>
          <a:bodyPr/>
          <a:lstStyle/>
          <a:p>
            <a:endParaRPr lang="en-US" noProof="0"/>
          </a:p>
        </p:txBody>
      </p:sp>
      <p:sp>
        <p:nvSpPr>
          <p:cNvPr id="8" name="Slide Number Placeholder 7">
            <a:extLst>
              <a:ext uri="{FF2B5EF4-FFF2-40B4-BE49-F238E27FC236}">
                <a16:creationId xmlns:a16="http://schemas.microsoft.com/office/drawing/2014/main" id="{9F0B57B8-E00E-D1C4-E5CE-C896D33966F7}"/>
              </a:ext>
              <a:ext uri="{C183D7F6-B498-43B3-948B-1728B52AA6E4}">
                <adec:decorative xmlns:adec="http://schemas.microsoft.com/office/drawing/2017/decorative" val="1"/>
              </a:ext>
            </a:extLst>
          </p:cNvPr>
          <p:cNvSpPr>
            <a:spLocks noGrp="1"/>
          </p:cNvSpPr>
          <p:nvPr userDrawn="1">
            <p:ph type="sldNum" sz="quarter" idx="40"/>
          </p:nvPr>
        </p:nvSpPr>
        <p:spPr/>
        <p:txBody>
          <a:bodyPr/>
          <a:lstStyle/>
          <a:p>
            <a:fld id="{525A3C56-E491-49B2-93F3-63532DF516BC}" type="slidenum">
              <a:rPr lang="en-US" noProof="0" smtClean="0"/>
              <a:pPr/>
              <a:t>‹n°›</a:t>
            </a:fld>
            <a:endParaRPr lang="en-US" noProof="0"/>
          </a:p>
        </p:txBody>
      </p:sp>
    </p:spTree>
    <p:extLst>
      <p:ext uri="{BB962C8B-B14F-4D97-AF65-F5344CB8AC3E}">
        <p14:creationId xmlns:p14="http://schemas.microsoft.com/office/powerpoint/2010/main" val="2821582649"/>
      </p:ext>
    </p:extLst>
  </p:cSld>
  <p:clrMapOvr>
    <a:masterClrMapping/>
  </p:clrMapOvr>
  <p:transition/>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Team - 5B">
    <p:spTree>
      <p:nvGrpSpPr>
        <p:cNvPr id="1" name=""/>
        <p:cNvGrpSpPr/>
        <p:nvPr/>
      </p:nvGrpSpPr>
      <p:grpSpPr>
        <a:xfrm>
          <a:off x="0" y="0"/>
          <a:ext cx="0" cy="0"/>
          <a:chOff x="0" y="0"/>
          <a:chExt cx="0" cy="0"/>
        </a:xfrm>
      </p:grpSpPr>
      <p:sp>
        <p:nvSpPr>
          <p:cNvPr id="20" name="Title 1">
            <a:extLst>
              <a:ext uri="{FF2B5EF4-FFF2-40B4-BE49-F238E27FC236}">
                <a16:creationId xmlns:a16="http://schemas.microsoft.com/office/drawing/2014/main" id="{FCE2C510-3773-D94D-B183-17C419A0D8BD}"/>
              </a:ext>
            </a:extLst>
          </p:cNvPr>
          <p:cNvSpPr>
            <a:spLocks noGrp="1"/>
          </p:cNvSpPr>
          <p:nvPr>
            <p:ph type="title" hasCustomPrompt="1"/>
          </p:nvPr>
        </p:nvSpPr>
        <p:spPr>
          <a:xfrm>
            <a:off x="765737" y="683246"/>
            <a:ext cx="10676438" cy="531097"/>
          </a:xfrm>
        </p:spPr>
        <p:txBody>
          <a:bodyPr>
            <a:noAutofit/>
          </a:bodyPr>
          <a:lstStyle>
            <a:lvl1pPr>
              <a:defRPr sz="2800">
                <a:solidFill>
                  <a:schemeClr val="tx1"/>
                </a:solidFill>
              </a:defRPr>
            </a:lvl1pPr>
          </a:lstStyle>
          <a:p>
            <a:r>
              <a:rPr lang="en-US" noProof="0"/>
              <a:t>Team slide with 5 individuals (layout B) – click to add title</a:t>
            </a:r>
          </a:p>
        </p:txBody>
      </p:sp>
      <p:grpSp>
        <p:nvGrpSpPr>
          <p:cNvPr id="5" name="Group 4">
            <a:extLst>
              <a:ext uri="{FF2B5EF4-FFF2-40B4-BE49-F238E27FC236}">
                <a16:creationId xmlns:a16="http://schemas.microsoft.com/office/drawing/2014/main" id="{BA5BDC27-183E-779E-713B-C6416E61C65C}"/>
              </a:ext>
              <a:ext uri="{C183D7F6-B498-43B3-948B-1728B52AA6E4}">
                <adec:decorative xmlns:adec="http://schemas.microsoft.com/office/drawing/2017/decorative" val="1"/>
              </a:ext>
            </a:extLst>
          </p:cNvPr>
          <p:cNvGrpSpPr/>
          <p:nvPr userDrawn="1"/>
        </p:nvGrpSpPr>
        <p:grpSpPr>
          <a:xfrm>
            <a:off x="0" y="1417320"/>
            <a:ext cx="12193200" cy="4686324"/>
            <a:chOff x="0" y="1417320"/>
            <a:chExt cx="12193200" cy="4686324"/>
          </a:xfrm>
        </p:grpSpPr>
        <p:sp>
          <p:nvSpPr>
            <p:cNvPr id="6" name="TextBox 5">
              <a:extLst>
                <a:ext uri="{FF2B5EF4-FFF2-40B4-BE49-F238E27FC236}">
                  <a16:creationId xmlns:a16="http://schemas.microsoft.com/office/drawing/2014/main" id="{C0018302-992C-63A3-22D4-6AA1AC8E9D8B}"/>
                </a:ext>
                <a:ext uri="{C183D7F6-B498-43B3-948B-1728B52AA6E4}">
                  <adec:decorative xmlns:adec="http://schemas.microsoft.com/office/drawing/2017/decorative" val="1"/>
                </a:ext>
              </a:extLst>
            </p:cNvPr>
            <p:cNvSpPr txBox="1"/>
            <p:nvPr userDrawn="1"/>
          </p:nvSpPr>
          <p:spPr>
            <a:xfrm>
              <a:off x="0" y="1525320"/>
              <a:ext cx="12192000" cy="4578324"/>
            </a:xfrm>
            <a:prstGeom prst="rect">
              <a:avLst/>
            </a:prstGeom>
            <a:solidFill>
              <a:srgbClr val="F8F8F8"/>
            </a:solidFill>
          </p:spPr>
          <p:txBody>
            <a:bodyPr vert="horz" wrap="square" lIns="0" tIns="0" rIns="0" bIns="0" rtlCol="0" anchor="t" anchorCtr="0">
              <a:normAutofit/>
            </a:bodyPr>
            <a:lstStyle/>
            <a:p>
              <a:pPr algn="l"/>
              <a:endParaRPr lang="en-US" noProof="0"/>
            </a:p>
          </p:txBody>
        </p:sp>
        <p:sp>
          <p:nvSpPr>
            <p:cNvPr id="7" name="TextBox 6">
              <a:extLst>
                <a:ext uri="{FF2B5EF4-FFF2-40B4-BE49-F238E27FC236}">
                  <a16:creationId xmlns:a16="http://schemas.microsoft.com/office/drawing/2014/main" id="{A2662E19-41C8-5C54-2238-4485EAFE8E9F}"/>
                </a:ext>
                <a:ext uri="{C183D7F6-B498-43B3-948B-1728B52AA6E4}">
                  <adec:decorative xmlns:adec="http://schemas.microsoft.com/office/drawing/2017/decorative" val="1"/>
                </a:ext>
              </a:extLst>
            </p:cNvPr>
            <p:cNvSpPr txBox="1"/>
            <p:nvPr userDrawn="1"/>
          </p:nvSpPr>
          <p:spPr>
            <a:xfrm>
              <a:off x="0" y="1417320"/>
              <a:ext cx="12193200" cy="108000"/>
            </a:xfrm>
            <a:prstGeom prst="rect">
              <a:avLst/>
            </a:prstGeom>
            <a:gradFill>
              <a:gsLst>
                <a:gs pos="0">
                  <a:srgbClr val="FFCDD2"/>
                </a:gs>
                <a:gs pos="33000">
                  <a:srgbClr val="FF6A00"/>
                </a:gs>
                <a:gs pos="66000">
                  <a:srgbClr val="E31937"/>
                </a:gs>
                <a:gs pos="100000">
                  <a:srgbClr val="991F3D"/>
                </a:gs>
              </a:gsLst>
              <a:lin ang="10800000" scaled="0"/>
            </a:gradFill>
          </p:spPr>
          <p:txBody>
            <a:bodyPr vert="horz" wrap="square" lIns="0" tIns="0" rIns="0" bIns="0" rtlCol="0" anchor="t" anchorCtr="0">
              <a:normAutofit fontScale="40000" lnSpcReduction="20000"/>
            </a:bodyPr>
            <a:lstStyle/>
            <a:p>
              <a:pPr algn="l"/>
              <a:endParaRPr lang="en-US" noProof="0"/>
            </a:p>
          </p:txBody>
        </p:sp>
      </p:grpSp>
      <p:sp>
        <p:nvSpPr>
          <p:cNvPr id="16" name="Picture placeholder 5" descr="Photograph of First and Last name &#10;(person the slide is referencing)">
            <a:extLst>
              <a:ext uri="{FF2B5EF4-FFF2-40B4-BE49-F238E27FC236}">
                <a16:creationId xmlns:a16="http://schemas.microsoft.com/office/drawing/2014/main" id="{459C76BA-4EE1-FE31-FB7B-42B8C97B9445}"/>
              </a:ext>
            </a:extLst>
          </p:cNvPr>
          <p:cNvSpPr>
            <a:spLocks noGrp="1" noChangeAspect="1"/>
          </p:cNvSpPr>
          <p:nvPr>
            <p:ph type="pic" sz="quarter" idx="26" hasCustomPrompt="1"/>
          </p:nvPr>
        </p:nvSpPr>
        <p:spPr>
          <a:xfrm>
            <a:off x="858837" y="2313262"/>
            <a:ext cx="1335024" cy="1335024"/>
          </a:xfrm>
          <a:prstGeom prst="rect">
            <a:avLst/>
          </a:prstGeom>
          <a:noFill/>
          <a:ln w="95250" cmpd="sng">
            <a:solidFill>
              <a:schemeClr val="bg1"/>
            </a:solidFill>
            <a:miter lim="800000"/>
          </a:ln>
          <a:effectLst>
            <a:outerShdw blurRad="152400" dist="50800" dir="2700000" algn="tl" rotWithShape="0">
              <a:schemeClr val="tx1">
                <a:alpha val="25478"/>
              </a:schemeClr>
            </a:outerShdw>
          </a:effectLst>
        </p:spPr>
        <p:txBody>
          <a:bodyPr lIns="182880" tIns="182880" rIns="91440">
            <a:noAutofit/>
          </a:bodyPr>
          <a:lstStyle>
            <a:lvl1pPr marL="342900" indent="-342900">
              <a:buFont typeface="Arial" panose="020B0604020202020204" pitchFamily="34" charset="0"/>
              <a:buChar char="•"/>
              <a:defRPr lang="fr-FR" sz="1100">
                <a:cs typeface="Arial" pitchFamily="34" charset="0"/>
              </a:defRPr>
            </a:lvl1pPr>
          </a:lstStyle>
          <a:p>
            <a:pPr marL="0" lvl="0" indent="0">
              <a:buNone/>
            </a:pPr>
            <a:r>
              <a:rPr lang="en-US" sz="1200" noProof="0">
                <a:cs typeface="Arial" pitchFamily="34" charset="0"/>
              </a:rPr>
              <a:t>Click icon to add photo</a:t>
            </a:r>
          </a:p>
        </p:txBody>
      </p:sp>
      <p:sp>
        <p:nvSpPr>
          <p:cNvPr id="17" name="Text placeholder 5">
            <a:extLst>
              <a:ext uri="{FF2B5EF4-FFF2-40B4-BE49-F238E27FC236}">
                <a16:creationId xmlns:a16="http://schemas.microsoft.com/office/drawing/2014/main" id="{942366CA-3D36-9ADB-9F79-D7ECB36D16E3}"/>
              </a:ext>
            </a:extLst>
          </p:cNvPr>
          <p:cNvSpPr>
            <a:spLocks noGrp="1"/>
          </p:cNvSpPr>
          <p:nvPr>
            <p:ph type="body" sz="quarter" idx="27" hasCustomPrompt="1"/>
          </p:nvPr>
        </p:nvSpPr>
        <p:spPr>
          <a:xfrm>
            <a:off x="767023" y="4128009"/>
            <a:ext cx="1519200" cy="391552"/>
          </a:xfrm>
          <a:prstGeom prst="rect">
            <a:avLst/>
          </a:prstGeom>
        </p:spPr>
        <p:txBody>
          <a:bodyPr lIns="0" tIns="0" rIns="0" bIns="0" anchor="b">
            <a:noAutofit/>
          </a:bodyPr>
          <a:lstStyle>
            <a:lvl1pPr marL="0" indent="0" algn="ctr">
              <a:lnSpc>
                <a:spcPct val="90000"/>
              </a:lnSpc>
              <a:spcBef>
                <a:spcPts val="0"/>
              </a:spcBef>
              <a:buNone/>
              <a:defRPr sz="1400" b="1">
                <a:solidFill>
                  <a:schemeClr val="tx1"/>
                </a:solidFill>
              </a:defRPr>
            </a:lvl1pPr>
            <a:lvl4pPr marL="1371600" indent="0">
              <a:buNone/>
              <a:defRPr/>
            </a:lvl4pPr>
          </a:lstStyle>
          <a:p>
            <a:pPr lvl="0"/>
            <a:r>
              <a:rPr lang="en-US" noProof="0"/>
              <a:t>First and Last name</a:t>
            </a:r>
          </a:p>
        </p:txBody>
      </p:sp>
      <p:sp>
        <p:nvSpPr>
          <p:cNvPr id="18" name="Text placeholder 5">
            <a:extLst>
              <a:ext uri="{FF2B5EF4-FFF2-40B4-BE49-F238E27FC236}">
                <a16:creationId xmlns:a16="http://schemas.microsoft.com/office/drawing/2014/main" id="{18BA7120-8A1D-7DDB-0181-2135C0FE4C14}"/>
              </a:ext>
            </a:extLst>
          </p:cNvPr>
          <p:cNvSpPr>
            <a:spLocks noGrp="1"/>
          </p:cNvSpPr>
          <p:nvPr>
            <p:ph type="body" sz="quarter" idx="28" hasCustomPrompt="1"/>
          </p:nvPr>
        </p:nvSpPr>
        <p:spPr>
          <a:xfrm>
            <a:off x="767023" y="4687466"/>
            <a:ext cx="1519200" cy="629714"/>
          </a:xfrm>
          <a:prstGeom prst="rect">
            <a:avLst/>
          </a:prstGeom>
        </p:spPr>
        <p:txBody>
          <a:bodyPr lIns="0" tIns="0" rIns="0" bIns="0">
            <a:noAutofit/>
          </a:bodyPr>
          <a:lstStyle>
            <a:lvl1pPr marL="0" indent="0" algn="ctr">
              <a:spcBef>
                <a:spcPts val="0"/>
              </a:spcBef>
              <a:buNone/>
              <a:defRPr sz="1400" b="0">
                <a:solidFill>
                  <a:schemeClr val="tx1"/>
                </a:solidFill>
              </a:defRPr>
            </a:lvl1pPr>
            <a:lvl4pPr marL="1371600" indent="0">
              <a:buNone/>
              <a:defRPr/>
            </a:lvl4pPr>
          </a:lstStyle>
          <a:p>
            <a:pPr marL="0" marR="0" lvl="0" indent="0" algn="ctr" defTabSz="914400" rtl="0" eaLnBrk="1" fontAlgn="auto" latinLnBrk="0" hangingPunct="1">
              <a:lnSpc>
                <a:spcPct val="100000"/>
              </a:lnSpc>
              <a:spcBef>
                <a:spcPts val="0"/>
              </a:spcBef>
              <a:spcAft>
                <a:spcPts val="0"/>
              </a:spcAft>
              <a:buClrTx/>
              <a:buSzTx/>
              <a:buFont typeface="Arial" pitchFamily="34" charset="0"/>
              <a:buNone/>
              <a:tabLst/>
              <a:defRPr/>
            </a:pPr>
            <a:r>
              <a:rPr lang="en-US" noProof="0"/>
              <a:t>Job title or role</a:t>
            </a:r>
          </a:p>
        </p:txBody>
      </p:sp>
      <p:sp>
        <p:nvSpPr>
          <p:cNvPr id="19" name="Picture placeholder 5" descr="Photograph of First and Last name &#10;(person the slide is referencing)">
            <a:extLst>
              <a:ext uri="{FF2B5EF4-FFF2-40B4-BE49-F238E27FC236}">
                <a16:creationId xmlns:a16="http://schemas.microsoft.com/office/drawing/2014/main" id="{8535FF8A-8144-9AFD-5A3E-6BAE52706799}"/>
              </a:ext>
            </a:extLst>
          </p:cNvPr>
          <p:cNvSpPr>
            <a:spLocks noGrp="1" noChangeAspect="1"/>
          </p:cNvSpPr>
          <p:nvPr>
            <p:ph type="pic" sz="quarter" idx="13" hasCustomPrompt="1"/>
          </p:nvPr>
        </p:nvSpPr>
        <p:spPr>
          <a:xfrm>
            <a:off x="3140500" y="2313262"/>
            <a:ext cx="1335024" cy="1335024"/>
          </a:xfrm>
          <a:prstGeom prst="rect">
            <a:avLst/>
          </a:prstGeom>
          <a:noFill/>
          <a:ln w="95250" cmpd="sng">
            <a:solidFill>
              <a:schemeClr val="bg1"/>
            </a:solidFill>
            <a:miter lim="800000"/>
          </a:ln>
          <a:effectLst>
            <a:outerShdw blurRad="152400" dist="50800" dir="2700000" algn="tl" rotWithShape="0">
              <a:schemeClr val="tx1">
                <a:alpha val="25478"/>
              </a:schemeClr>
            </a:outerShdw>
          </a:effectLst>
        </p:spPr>
        <p:txBody>
          <a:bodyPr lIns="182880" tIns="182880" rIns="91440">
            <a:noAutofit/>
          </a:bodyPr>
          <a:lstStyle>
            <a:lvl1pPr marL="342900" indent="-342900">
              <a:buFont typeface="Arial" panose="020B0604020202020204" pitchFamily="34" charset="0"/>
              <a:buChar char="•"/>
              <a:defRPr lang="fr-FR" sz="1100">
                <a:cs typeface="Arial" pitchFamily="34" charset="0"/>
              </a:defRPr>
            </a:lvl1pPr>
          </a:lstStyle>
          <a:p>
            <a:pPr marL="0" lvl="0" indent="0">
              <a:buNone/>
            </a:pPr>
            <a:r>
              <a:rPr lang="en-US" sz="1200" noProof="0">
                <a:cs typeface="Arial" pitchFamily="34" charset="0"/>
              </a:rPr>
              <a:t>Click icon to add photo</a:t>
            </a:r>
          </a:p>
        </p:txBody>
      </p:sp>
      <p:sp>
        <p:nvSpPr>
          <p:cNvPr id="21" name="Text placeholder 5">
            <a:extLst>
              <a:ext uri="{FF2B5EF4-FFF2-40B4-BE49-F238E27FC236}">
                <a16:creationId xmlns:a16="http://schemas.microsoft.com/office/drawing/2014/main" id="{D72E923C-701B-A856-A43D-3C2C3954224C}"/>
              </a:ext>
            </a:extLst>
          </p:cNvPr>
          <p:cNvSpPr>
            <a:spLocks noGrp="1"/>
          </p:cNvSpPr>
          <p:nvPr>
            <p:ph type="body" sz="quarter" idx="24" hasCustomPrompt="1"/>
          </p:nvPr>
        </p:nvSpPr>
        <p:spPr>
          <a:xfrm>
            <a:off x="3053355" y="4126695"/>
            <a:ext cx="1519200" cy="391552"/>
          </a:xfrm>
          <a:prstGeom prst="rect">
            <a:avLst/>
          </a:prstGeom>
        </p:spPr>
        <p:txBody>
          <a:bodyPr lIns="0" tIns="0" rIns="0" bIns="0" anchor="b">
            <a:noAutofit/>
          </a:bodyPr>
          <a:lstStyle>
            <a:lvl1pPr marL="0" indent="0" algn="ctr">
              <a:lnSpc>
                <a:spcPct val="90000"/>
              </a:lnSpc>
              <a:spcBef>
                <a:spcPts val="0"/>
              </a:spcBef>
              <a:buNone/>
              <a:defRPr sz="1400" b="1">
                <a:solidFill>
                  <a:schemeClr val="tx1"/>
                </a:solidFill>
              </a:defRPr>
            </a:lvl1pPr>
            <a:lvl4pPr marL="1371600" indent="0">
              <a:buNone/>
              <a:defRPr/>
            </a:lvl4pPr>
          </a:lstStyle>
          <a:p>
            <a:pPr lvl="0"/>
            <a:r>
              <a:rPr lang="en-US" noProof="0"/>
              <a:t>First and Last name</a:t>
            </a:r>
          </a:p>
        </p:txBody>
      </p:sp>
      <p:sp>
        <p:nvSpPr>
          <p:cNvPr id="25" name="Text placeholder 5">
            <a:extLst>
              <a:ext uri="{FF2B5EF4-FFF2-40B4-BE49-F238E27FC236}">
                <a16:creationId xmlns:a16="http://schemas.microsoft.com/office/drawing/2014/main" id="{2D13632A-7BF3-F452-E599-A0A9093A81E7}"/>
              </a:ext>
            </a:extLst>
          </p:cNvPr>
          <p:cNvSpPr>
            <a:spLocks noGrp="1"/>
          </p:cNvSpPr>
          <p:nvPr>
            <p:ph type="body" sz="quarter" idx="25" hasCustomPrompt="1"/>
          </p:nvPr>
        </p:nvSpPr>
        <p:spPr>
          <a:xfrm>
            <a:off x="3053355" y="4686553"/>
            <a:ext cx="1519200" cy="629714"/>
          </a:xfrm>
          <a:prstGeom prst="rect">
            <a:avLst/>
          </a:prstGeom>
        </p:spPr>
        <p:txBody>
          <a:bodyPr lIns="0" tIns="0" rIns="0" bIns="0">
            <a:noAutofit/>
          </a:bodyPr>
          <a:lstStyle>
            <a:lvl1pPr marL="0" indent="0" algn="ctr">
              <a:spcBef>
                <a:spcPts val="0"/>
              </a:spcBef>
              <a:buNone/>
              <a:defRPr sz="1400" b="0">
                <a:solidFill>
                  <a:schemeClr val="tx1"/>
                </a:solidFill>
              </a:defRPr>
            </a:lvl1pPr>
            <a:lvl4pPr marL="1371600" indent="0">
              <a:buNone/>
              <a:defRPr/>
            </a:lvl4pPr>
          </a:lstStyle>
          <a:p>
            <a:pPr marL="0" marR="0" lvl="0" indent="0" algn="ctr" defTabSz="914400" rtl="0" eaLnBrk="1" fontAlgn="auto" latinLnBrk="0" hangingPunct="1">
              <a:lnSpc>
                <a:spcPct val="100000"/>
              </a:lnSpc>
              <a:spcBef>
                <a:spcPts val="0"/>
              </a:spcBef>
              <a:spcAft>
                <a:spcPts val="0"/>
              </a:spcAft>
              <a:buClrTx/>
              <a:buSzTx/>
              <a:buFont typeface="Arial" pitchFamily="34" charset="0"/>
              <a:buNone/>
              <a:tabLst/>
              <a:defRPr/>
            </a:pPr>
            <a:r>
              <a:rPr lang="en-US" noProof="0"/>
              <a:t>Job title or role</a:t>
            </a:r>
          </a:p>
        </p:txBody>
      </p:sp>
      <p:sp>
        <p:nvSpPr>
          <p:cNvPr id="26" name="Picture placeholder 5" descr="Photograph of First and Last name &#10;(person the slide is referencing)">
            <a:extLst>
              <a:ext uri="{FF2B5EF4-FFF2-40B4-BE49-F238E27FC236}">
                <a16:creationId xmlns:a16="http://schemas.microsoft.com/office/drawing/2014/main" id="{47018D75-9E00-8DDD-4314-0DA2A1F40C35}"/>
              </a:ext>
            </a:extLst>
          </p:cNvPr>
          <p:cNvSpPr>
            <a:spLocks noGrp="1" noChangeAspect="1"/>
          </p:cNvSpPr>
          <p:nvPr>
            <p:ph type="pic" sz="quarter" idx="29" hasCustomPrompt="1"/>
          </p:nvPr>
        </p:nvSpPr>
        <p:spPr>
          <a:xfrm>
            <a:off x="5436444" y="2313262"/>
            <a:ext cx="1335024" cy="1335024"/>
          </a:xfrm>
          <a:prstGeom prst="rect">
            <a:avLst/>
          </a:prstGeom>
          <a:noFill/>
          <a:ln w="95250" cmpd="sng">
            <a:solidFill>
              <a:schemeClr val="bg1"/>
            </a:solidFill>
            <a:miter lim="800000"/>
          </a:ln>
          <a:effectLst>
            <a:outerShdw blurRad="152400" dist="50800" dir="2700000" algn="tl" rotWithShape="0">
              <a:schemeClr val="tx1">
                <a:alpha val="25478"/>
              </a:schemeClr>
            </a:outerShdw>
          </a:effectLst>
        </p:spPr>
        <p:txBody>
          <a:bodyPr lIns="182880" tIns="182880" rIns="91440">
            <a:noAutofit/>
          </a:bodyPr>
          <a:lstStyle>
            <a:lvl1pPr marL="342900" indent="-342900">
              <a:buFont typeface="Arial" panose="020B0604020202020204" pitchFamily="34" charset="0"/>
              <a:buChar char="•"/>
              <a:defRPr lang="fr-FR" sz="1100">
                <a:cs typeface="Arial" pitchFamily="34" charset="0"/>
              </a:defRPr>
            </a:lvl1pPr>
          </a:lstStyle>
          <a:p>
            <a:pPr marL="0" lvl="0" indent="0">
              <a:buNone/>
            </a:pPr>
            <a:r>
              <a:rPr lang="en-US" sz="1200" noProof="0">
                <a:cs typeface="Arial" pitchFamily="34" charset="0"/>
              </a:rPr>
              <a:t>Click icon to add photo</a:t>
            </a:r>
          </a:p>
        </p:txBody>
      </p:sp>
      <p:sp>
        <p:nvSpPr>
          <p:cNvPr id="27" name="Text placeholder 5">
            <a:extLst>
              <a:ext uri="{FF2B5EF4-FFF2-40B4-BE49-F238E27FC236}">
                <a16:creationId xmlns:a16="http://schemas.microsoft.com/office/drawing/2014/main" id="{1F2F4D3A-5E40-B8BD-884A-B60404094F1F}"/>
              </a:ext>
            </a:extLst>
          </p:cNvPr>
          <p:cNvSpPr>
            <a:spLocks noGrp="1"/>
          </p:cNvSpPr>
          <p:nvPr>
            <p:ph type="body" sz="quarter" idx="30" hasCustomPrompt="1"/>
          </p:nvPr>
        </p:nvSpPr>
        <p:spPr>
          <a:xfrm>
            <a:off x="5339687" y="4130637"/>
            <a:ext cx="1519200" cy="391552"/>
          </a:xfrm>
          <a:prstGeom prst="rect">
            <a:avLst/>
          </a:prstGeom>
        </p:spPr>
        <p:txBody>
          <a:bodyPr lIns="0" tIns="0" rIns="0" bIns="0" anchor="b">
            <a:noAutofit/>
          </a:bodyPr>
          <a:lstStyle>
            <a:lvl1pPr marL="0" indent="0" algn="ctr">
              <a:lnSpc>
                <a:spcPct val="90000"/>
              </a:lnSpc>
              <a:spcBef>
                <a:spcPts val="0"/>
              </a:spcBef>
              <a:buNone/>
              <a:defRPr sz="1400" b="1">
                <a:solidFill>
                  <a:schemeClr val="tx1"/>
                </a:solidFill>
              </a:defRPr>
            </a:lvl1pPr>
            <a:lvl4pPr marL="1371600" indent="0">
              <a:buNone/>
              <a:defRPr/>
            </a:lvl4pPr>
          </a:lstStyle>
          <a:p>
            <a:pPr lvl="0"/>
            <a:r>
              <a:rPr lang="en-US" noProof="0"/>
              <a:t>First and Last name</a:t>
            </a:r>
          </a:p>
        </p:txBody>
      </p:sp>
      <p:sp>
        <p:nvSpPr>
          <p:cNvPr id="28" name="Text placeholder 5">
            <a:extLst>
              <a:ext uri="{FF2B5EF4-FFF2-40B4-BE49-F238E27FC236}">
                <a16:creationId xmlns:a16="http://schemas.microsoft.com/office/drawing/2014/main" id="{13924404-7B61-56D4-6D8B-43A23757FD5D}"/>
              </a:ext>
            </a:extLst>
          </p:cNvPr>
          <p:cNvSpPr>
            <a:spLocks noGrp="1"/>
          </p:cNvSpPr>
          <p:nvPr>
            <p:ph type="body" sz="quarter" idx="31" hasCustomPrompt="1"/>
          </p:nvPr>
        </p:nvSpPr>
        <p:spPr>
          <a:xfrm>
            <a:off x="5339687" y="4691809"/>
            <a:ext cx="1519200" cy="629714"/>
          </a:xfrm>
          <a:prstGeom prst="rect">
            <a:avLst/>
          </a:prstGeom>
        </p:spPr>
        <p:txBody>
          <a:bodyPr lIns="0" tIns="0" rIns="0" bIns="0">
            <a:noAutofit/>
          </a:bodyPr>
          <a:lstStyle>
            <a:lvl1pPr marL="0" indent="0" algn="ctr">
              <a:spcBef>
                <a:spcPts val="0"/>
              </a:spcBef>
              <a:buNone/>
              <a:defRPr sz="1400" b="0">
                <a:solidFill>
                  <a:schemeClr val="tx1"/>
                </a:solidFill>
              </a:defRPr>
            </a:lvl1pPr>
            <a:lvl4pPr marL="1371600" indent="0">
              <a:buNone/>
              <a:defRPr/>
            </a:lvl4pPr>
          </a:lstStyle>
          <a:p>
            <a:pPr marL="0" marR="0" lvl="0" indent="0" algn="ctr" defTabSz="914400" rtl="0" eaLnBrk="1" fontAlgn="auto" latinLnBrk="0" hangingPunct="1">
              <a:lnSpc>
                <a:spcPct val="100000"/>
              </a:lnSpc>
              <a:spcBef>
                <a:spcPts val="0"/>
              </a:spcBef>
              <a:spcAft>
                <a:spcPts val="0"/>
              </a:spcAft>
              <a:buClrTx/>
              <a:buSzTx/>
              <a:buFont typeface="Arial" pitchFamily="34" charset="0"/>
              <a:buNone/>
              <a:tabLst/>
              <a:defRPr/>
            </a:pPr>
            <a:r>
              <a:rPr lang="en-US" noProof="0"/>
              <a:t>Job title or role</a:t>
            </a:r>
          </a:p>
        </p:txBody>
      </p:sp>
      <p:sp>
        <p:nvSpPr>
          <p:cNvPr id="29" name="Picture placeholder 5" descr="Photograph of First and Last name &#10;(person the slide is referencing)">
            <a:extLst>
              <a:ext uri="{FF2B5EF4-FFF2-40B4-BE49-F238E27FC236}">
                <a16:creationId xmlns:a16="http://schemas.microsoft.com/office/drawing/2014/main" id="{0CE555FE-DC6A-EE11-B384-C2EEE2679B96}"/>
              </a:ext>
            </a:extLst>
          </p:cNvPr>
          <p:cNvSpPr>
            <a:spLocks noGrp="1" noChangeAspect="1"/>
          </p:cNvSpPr>
          <p:nvPr>
            <p:ph type="pic" sz="quarter" idx="32" hasCustomPrompt="1"/>
          </p:nvPr>
        </p:nvSpPr>
        <p:spPr>
          <a:xfrm>
            <a:off x="7718107" y="2313262"/>
            <a:ext cx="1335024" cy="1335024"/>
          </a:xfrm>
          <a:prstGeom prst="rect">
            <a:avLst/>
          </a:prstGeom>
          <a:noFill/>
          <a:ln w="95250" cmpd="sng">
            <a:solidFill>
              <a:schemeClr val="bg1"/>
            </a:solidFill>
            <a:miter lim="800000"/>
          </a:ln>
          <a:effectLst>
            <a:outerShdw blurRad="152400" dist="50800" dir="2700000" algn="tl" rotWithShape="0">
              <a:schemeClr val="tx1">
                <a:alpha val="25478"/>
              </a:schemeClr>
            </a:outerShdw>
          </a:effectLst>
        </p:spPr>
        <p:txBody>
          <a:bodyPr lIns="182880" tIns="182880" rIns="91440">
            <a:noAutofit/>
          </a:bodyPr>
          <a:lstStyle>
            <a:lvl1pPr marL="342900" indent="-342900">
              <a:buFont typeface="Arial" panose="020B0604020202020204" pitchFamily="34" charset="0"/>
              <a:buChar char="•"/>
              <a:defRPr lang="fr-FR" sz="1100" dirty="0">
                <a:cs typeface="Arial" pitchFamily="34" charset="0"/>
              </a:defRPr>
            </a:lvl1pPr>
          </a:lstStyle>
          <a:p>
            <a:pPr marL="0" lvl="0" indent="0">
              <a:buNone/>
            </a:pPr>
            <a:r>
              <a:rPr lang="en-US" sz="1200" noProof="0">
                <a:cs typeface="Arial" pitchFamily="34" charset="0"/>
              </a:rPr>
              <a:t>Click icon to add photo</a:t>
            </a:r>
          </a:p>
        </p:txBody>
      </p:sp>
      <p:sp>
        <p:nvSpPr>
          <p:cNvPr id="30" name="Text placeholder 5">
            <a:extLst>
              <a:ext uri="{FF2B5EF4-FFF2-40B4-BE49-F238E27FC236}">
                <a16:creationId xmlns:a16="http://schemas.microsoft.com/office/drawing/2014/main" id="{474467A7-A6D7-2ED3-4F33-966947382A5D}"/>
              </a:ext>
            </a:extLst>
          </p:cNvPr>
          <p:cNvSpPr>
            <a:spLocks noGrp="1"/>
          </p:cNvSpPr>
          <p:nvPr>
            <p:ph type="body" sz="quarter" idx="33" hasCustomPrompt="1"/>
          </p:nvPr>
        </p:nvSpPr>
        <p:spPr>
          <a:xfrm>
            <a:off x="7626019" y="4131951"/>
            <a:ext cx="1519200" cy="391552"/>
          </a:xfrm>
          <a:prstGeom prst="rect">
            <a:avLst/>
          </a:prstGeom>
        </p:spPr>
        <p:txBody>
          <a:bodyPr lIns="0" tIns="0" rIns="0" bIns="0" anchor="b">
            <a:noAutofit/>
          </a:bodyPr>
          <a:lstStyle>
            <a:lvl1pPr marL="0" indent="0" algn="ctr">
              <a:lnSpc>
                <a:spcPct val="90000"/>
              </a:lnSpc>
              <a:spcBef>
                <a:spcPts val="0"/>
              </a:spcBef>
              <a:buNone/>
              <a:defRPr sz="1400" b="1">
                <a:solidFill>
                  <a:schemeClr val="tx1"/>
                </a:solidFill>
              </a:defRPr>
            </a:lvl1pPr>
            <a:lvl4pPr marL="1371600" indent="0">
              <a:buNone/>
              <a:defRPr/>
            </a:lvl4pPr>
          </a:lstStyle>
          <a:p>
            <a:pPr lvl="0"/>
            <a:r>
              <a:rPr lang="en-US" noProof="0"/>
              <a:t>First and Last name</a:t>
            </a:r>
          </a:p>
        </p:txBody>
      </p:sp>
      <p:sp>
        <p:nvSpPr>
          <p:cNvPr id="31" name="Text placeholder 5">
            <a:extLst>
              <a:ext uri="{FF2B5EF4-FFF2-40B4-BE49-F238E27FC236}">
                <a16:creationId xmlns:a16="http://schemas.microsoft.com/office/drawing/2014/main" id="{C2712CF8-AA73-F646-0041-12F445D2375F}"/>
              </a:ext>
            </a:extLst>
          </p:cNvPr>
          <p:cNvSpPr>
            <a:spLocks noGrp="1"/>
          </p:cNvSpPr>
          <p:nvPr>
            <p:ph type="body" sz="quarter" idx="34" hasCustomPrompt="1"/>
          </p:nvPr>
        </p:nvSpPr>
        <p:spPr>
          <a:xfrm>
            <a:off x="7626019" y="4691809"/>
            <a:ext cx="1519200" cy="629714"/>
          </a:xfrm>
          <a:prstGeom prst="rect">
            <a:avLst/>
          </a:prstGeom>
        </p:spPr>
        <p:txBody>
          <a:bodyPr lIns="0" tIns="0" rIns="0" bIns="0">
            <a:noAutofit/>
          </a:bodyPr>
          <a:lstStyle>
            <a:lvl1pPr marL="0" indent="0" algn="ctr">
              <a:spcBef>
                <a:spcPts val="0"/>
              </a:spcBef>
              <a:buNone/>
              <a:defRPr sz="1400" b="0">
                <a:solidFill>
                  <a:schemeClr val="tx1"/>
                </a:solidFill>
              </a:defRPr>
            </a:lvl1pPr>
            <a:lvl4pPr marL="1371600" indent="0">
              <a:buNone/>
              <a:defRPr/>
            </a:lvl4pPr>
          </a:lstStyle>
          <a:p>
            <a:pPr marL="0" marR="0" lvl="0" indent="0" algn="ctr" defTabSz="914400" rtl="0" eaLnBrk="1" fontAlgn="auto" latinLnBrk="0" hangingPunct="1">
              <a:lnSpc>
                <a:spcPct val="100000"/>
              </a:lnSpc>
              <a:spcBef>
                <a:spcPts val="0"/>
              </a:spcBef>
              <a:spcAft>
                <a:spcPts val="0"/>
              </a:spcAft>
              <a:buClrTx/>
              <a:buSzTx/>
              <a:buFont typeface="Arial" pitchFamily="34" charset="0"/>
              <a:buNone/>
              <a:tabLst/>
              <a:defRPr/>
            </a:pPr>
            <a:r>
              <a:rPr lang="en-US" noProof="0"/>
              <a:t>Job title or role</a:t>
            </a:r>
          </a:p>
        </p:txBody>
      </p:sp>
      <p:sp>
        <p:nvSpPr>
          <p:cNvPr id="32" name="Picture placeholder 5" descr="Photograph of First and Last name &#10;(person the slide is referencing)">
            <a:extLst>
              <a:ext uri="{FF2B5EF4-FFF2-40B4-BE49-F238E27FC236}">
                <a16:creationId xmlns:a16="http://schemas.microsoft.com/office/drawing/2014/main" id="{6DEBCB5C-5B70-BE28-6329-04FBC2E49E14}"/>
              </a:ext>
            </a:extLst>
          </p:cNvPr>
          <p:cNvSpPr>
            <a:spLocks noGrp="1" noChangeAspect="1"/>
          </p:cNvSpPr>
          <p:nvPr>
            <p:ph type="pic" sz="quarter" idx="35" hasCustomPrompt="1"/>
          </p:nvPr>
        </p:nvSpPr>
        <p:spPr>
          <a:xfrm>
            <a:off x="10004438" y="2313262"/>
            <a:ext cx="1335024" cy="1335024"/>
          </a:xfrm>
          <a:prstGeom prst="rect">
            <a:avLst/>
          </a:prstGeom>
          <a:noFill/>
          <a:ln w="95250" cmpd="sng">
            <a:solidFill>
              <a:schemeClr val="bg1"/>
            </a:solidFill>
            <a:miter lim="800000"/>
          </a:ln>
          <a:effectLst>
            <a:outerShdw blurRad="152400" dist="50800" dir="2700000" algn="tl" rotWithShape="0">
              <a:schemeClr val="tx1">
                <a:alpha val="25478"/>
              </a:schemeClr>
            </a:outerShdw>
          </a:effectLst>
        </p:spPr>
        <p:txBody>
          <a:bodyPr lIns="182880" tIns="182880" rIns="91440">
            <a:noAutofit/>
          </a:bodyPr>
          <a:lstStyle>
            <a:lvl1pPr marL="342900" indent="-342900">
              <a:buFont typeface="Arial" panose="020B0604020202020204" pitchFamily="34" charset="0"/>
              <a:buChar char="•"/>
              <a:defRPr lang="fr-FR" sz="1100">
                <a:cs typeface="Arial" pitchFamily="34" charset="0"/>
              </a:defRPr>
            </a:lvl1pPr>
          </a:lstStyle>
          <a:p>
            <a:pPr marL="0" lvl="0" indent="0">
              <a:buNone/>
            </a:pPr>
            <a:r>
              <a:rPr lang="en-US" sz="1200" noProof="0">
                <a:cs typeface="Arial" pitchFamily="34" charset="0"/>
              </a:rPr>
              <a:t>Click icon to add photo</a:t>
            </a:r>
          </a:p>
        </p:txBody>
      </p:sp>
      <p:sp>
        <p:nvSpPr>
          <p:cNvPr id="33" name="Text placeholder 5">
            <a:extLst>
              <a:ext uri="{FF2B5EF4-FFF2-40B4-BE49-F238E27FC236}">
                <a16:creationId xmlns:a16="http://schemas.microsoft.com/office/drawing/2014/main" id="{F61EB877-C8BD-7348-FBB9-39A3D55A0D94}"/>
              </a:ext>
            </a:extLst>
          </p:cNvPr>
          <p:cNvSpPr>
            <a:spLocks noGrp="1"/>
          </p:cNvSpPr>
          <p:nvPr>
            <p:ph type="body" sz="quarter" idx="36" hasCustomPrompt="1"/>
          </p:nvPr>
        </p:nvSpPr>
        <p:spPr>
          <a:xfrm>
            <a:off x="9912350" y="4129323"/>
            <a:ext cx="1519200" cy="391552"/>
          </a:xfrm>
          <a:prstGeom prst="rect">
            <a:avLst/>
          </a:prstGeom>
        </p:spPr>
        <p:txBody>
          <a:bodyPr lIns="0" tIns="0" rIns="0" bIns="0" anchor="b">
            <a:noAutofit/>
          </a:bodyPr>
          <a:lstStyle>
            <a:lvl1pPr marL="0" indent="0" algn="ctr">
              <a:lnSpc>
                <a:spcPct val="90000"/>
              </a:lnSpc>
              <a:spcBef>
                <a:spcPts val="0"/>
              </a:spcBef>
              <a:buNone/>
              <a:defRPr sz="1400" b="1">
                <a:solidFill>
                  <a:schemeClr val="tx1"/>
                </a:solidFill>
              </a:defRPr>
            </a:lvl1pPr>
            <a:lvl4pPr marL="1371600" indent="0">
              <a:buNone/>
              <a:defRPr/>
            </a:lvl4pPr>
          </a:lstStyle>
          <a:p>
            <a:pPr lvl="0"/>
            <a:r>
              <a:rPr lang="en-US" noProof="0"/>
              <a:t>First and Last name</a:t>
            </a:r>
          </a:p>
        </p:txBody>
      </p:sp>
      <p:sp>
        <p:nvSpPr>
          <p:cNvPr id="34" name="Text placeholder 5">
            <a:extLst>
              <a:ext uri="{FF2B5EF4-FFF2-40B4-BE49-F238E27FC236}">
                <a16:creationId xmlns:a16="http://schemas.microsoft.com/office/drawing/2014/main" id="{461FB0C1-1871-C6E7-E127-84BAA7E09EA2}"/>
              </a:ext>
            </a:extLst>
          </p:cNvPr>
          <p:cNvSpPr>
            <a:spLocks noGrp="1"/>
          </p:cNvSpPr>
          <p:nvPr>
            <p:ph type="body" sz="quarter" idx="37" hasCustomPrompt="1"/>
          </p:nvPr>
        </p:nvSpPr>
        <p:spPr>
          <a:xfrm>
            <a:off x="9912350" y="4691808"/>
            <a:ext cx="1519200" cy="629714"/>
          </a:xfrm>
          <a:prstGeom prst="rect">
            <a:avLst/>
          </a:prstGeom>
        </p:spPr>
        <p:txBody>
          <a:bodyPr lIns="0" tIns="0" rIns="0" bIns="0">
            <a:noAutofit/>
          </a:bodyPr>
          <a:lstStyle>
            <a:lvl1pPr marL="0" indent="0" algn="ctr">
              <a:spcBef>
                <a:spcPts val="0"/>
              </a:spcBef>
              <a:buNone/>
              <a:defRPr sz="1400" b="0">
                <a:solidFill>
                  <a:schemeClr val="tx1"/>
                </a:solidFill>
              </a:defRPr>
            </a:lvl1pPr>
            <a:lvl4pPr marL="1371600" indent="0">
              <a:buNone/>
              <a:defRPr/>
            </a:lvl4pPr>
          </a:lstStyle>
          <a:p>
            <a:pPr marL="0" marR="0" lvl="0" indent="0" algn="ctr" defTabSz="914400" rtl="0" eaLnBrk="1" fontAlgn="auto" latinLnBrk="0" hangingPunct="1">
              <a:lnSpc>
                <a:spcPct val="100000"/>
              </a:lnSpc>
              <a:spcBef>
                <a:spcPts val="0"/>
              </a:spcBef>
              <a:spcAft>
                <a:spcPts val="0"/>
              </a:spcAft>
              <a:buClrTx/>
              <a:buSzTx/>
              <a:buFont typeface="Arial" pitchFamily="34" charset="0"/>
              <a:buNone/>
              <a:tabLst/>
              <a:defRPr/>
            </a:pPr>
            <a:r>
              <a:rPr lang="en-US" noProof="0"/>
              <a:t>Job title or role</a:t>
            </a:r>
          </a:p>
        </p:txBody>
      </p:sp>
      <p:sp>
        <p:nvSpPr>
          <p:cNvPr id="3" name="Footer Placeholder 2">
            <a:extLst>
              <a:ext uri="{FF2B5EF4-FFF2-40B4-BE49-F238E27FC236}">
                <a16:creationId xmlns:a16="http://schemas.microsoft.com/office/drawing/2014/main" id="{74021031-42F9-7803-07C5-5ED7C6BA1257}"/>
              </a:ext>
              <a:ext uri="{C183D7F6-B498-43B3-948B-1728B52AA6E4}">
                <adec:decorative xmlns:adec="http://schemas.microsoft.com/office/drawing/2017/decorative" val="1"/>
              </a:ext>
            </a:extLst>
          </p:cNvPr>
          <p:cNvSpPr>
            <a:spLocks noGrp="1"/>
          </p:cNvSpPr>
          <p:nvPr userDrawn="1">
            <p:ph type="ftr" sz="quarter" idx="41"/>
          </p:nvPr>
        </p:nvSpPr>
        <p:spPr/>
        <p:txBody>
          <a:bodyPr/>
          <a:lstStyle/>
          <a:p>
            <a:endParaRPr lang="en-US" noProof="0"/>
          </a:p>
        </p:txBody>
      </p:sp>
      <p:sp>
        <p:nvSpPr>
          <p:cNvPr id="8" name="Slide Number Placeholder 7">
            <a:extLst>
              <a:ext uri="{FF2B5EF4-FFF2-40B4-BE49-F238E27FC236}">
                <a16:creationId xmlns:a16="http://schemas.microsoft.com/office/drawing/2014/main" id="{0762E3FF-F3C2-F1FF-39B1-EC3FA1A24015}"/>
              </a:ext>
              <a:ext uri="{C183D7F6-B498-43B3-948B-1728B52AA6E4}">
                <adec:decorative xmlns:adec="http://schemas.microsoft.com/office/drawing/2017/decorative" val="1"/>
              </a:ext>
            </a:extLst>
          </p:cNvPr>
          <p:cNvSpPr>
            <a:spLocks noGrp="1"/>
          </p:cNvSpPr>
          <p:nvPr userDrawn="1">
            <p:ph type="sldNum" sz="quarter" idx="40"/>
          </p:nvPr>
        </p:nvSpPr>
        <p:spPr/>
        <p:txBody>
          <a:bodyPr/>
          <a:lstStyle/>
          <a:p>
            <a:fld id="{525A3C56-E491-49B2-93F3-63532DF516BC}" type="slidenum">
              <a:rPr lang="en-US" noProof="0" smtClean="0"/>
              <a:pPr/>
              <a:t>‹n°›</a:t>
            </a:fld>
            <a:endParaRPr lang="en-US" noProof="0"/>
          </a:p>
        </p:txBody>
      </p:sp>
    </p:spTree>
    <p:extLst>
      <p:ext uri="{BB962C8B-B14F-4D97-AF65-F5344CB8AC3E}">
        <p14:creationId xmlns:p14="http://schemas.microsoft.com/office/powerpoint/2010/main" val="2603468664"/>
      </p:ext>
    </p:extLst>
  </p:cSld>
  <p:clrMapOvr>
    <a:masterClrMapping/>
  </p:clrMapOvr>
  <p:transition/>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Team - 10A">
    <p:spTree>
      <p:nvGrpSpPr>
        <p:cNvPr id="1" name=""/>
        <p:cNvGrpSpPr/>
        <p:nvPr/>
      </p:nvGrpSpPr>
      <p:grpSpPr>
        <a:xfrm>
          <a:off x="0" y="0"/>
          <a:ext cx="0" cy="0"/>
          <a:chOff x="0" y="0"/>
          <a:chExt cx="0" cy="0"/>
        </a:xfrm>
      </p:grpSpPr>
      <p:sp>
        <p:nvSpPr>
          <p:cNvPr id="34" name="Title 1">
            <a:extLst>
              <a:ext uri="{FF2B5EF4-FFF2-40B4-BE49-F238E27FC236}">
                <a16:creationId xmlns:a16="http://schemas.microsoft.com/office/drawing/2014/main" id="{13DF76B2-8FA9-D54D-9F04-3EBFADE2D42F}"/>
              </a:ext>
            </a:extLst>
          </p:cNvPr>
          <p:cNvSpPr>
            <a:spLocks noGrp="1"/>
          </p:cNvSpPr>
          <p:nvPr>
            <p:ph type="title" hasCustomPrompt="1"/>
          </p:nvPr>
        </p:nvSpPr>
        <p:spPr>
          <a:xfrm>
            <a:off x="765737" y="683246"/>
            <a:ext cx="10676438" cy="531097"/>
          </a:xfrm>
        </p:spPr>
        <p:txBody>
          <a:bodyPr>
            <a:noAutofit/>
          </a:bodyPr>
          <a:lstStyle>
            <a:lvl1pPr marL="0" indent="0">
              <a:defRPr sz="2800">
                <a:solidFill>
                  <a:schemeClr val="tx1"/>
                </a:solidFill>
              </a:defRPr>
            </a:lvl1pPr>
          </a:lstStyle>
          <a:p>
            <a:r>
              <a:rPr lang="en-US" noProof="0"/>
              <a:t>Team slide with 10 individuals (layout A) – click to add title</a:t>
            </a:r>
          </a:p>
        </p:txBody>
      </p:sp>
      <p:grpSp>
        <p:nvGrpSpPr>
          <p:cNvPr id="4" name="Group 3">
            <a:extLst>
              <a:ext uri="{FF2B5EF4-FFF2-40B4-BE49-F238E27FC236}">
                <a16:creationId xmlns:a16="http://schemas.microsoft.com/office/drawing/2014/main" id="{D0F69D0C-6FAF-3370-64ED-BF21B653D5A0}"/>
              </a:ext>
              <a:ext uri="{C183D7F6-B498-43B3-948B-1728B52AA6E4}">
                <adec:decorative xmlns:adec="http://schemas.microsoft.com/office/drawing/2017/decorative" val="1"/>
              </a:ext>
            </a:extLst>
          </p:cNvPr>
          <p:cNvGrpSpPr/>
          <p:nvPr userDrawn="1"/>
        </p:nvGrpSpPr>
        <p:grpSpPr>
          <a:xfrm>
            <a:off x="0" y="1417320"/>
            <a:ext cx="12193200" cy="4686324"/>
            <a:chOff x="0" y="1417320"/>
            <a:chExt cx="12193200" cy="4686324"/>
          </a:xfrm>
        </p:grpSpPr>
        <p:sp>
          <p:nvSpPr>
            <p:cNvPr id="5" name="TextBox 4">
              <a:extLst>
                <a:ext uri="{FF2B5EF4-FFF2-40B4-BE49-F238E27FC236}">
                  <a16:creationId xmlns:a16="http://schemas.microsoft.com/office/drawing/2014/main" id="{A68AA9B0-634F-E9AD-EFE7-21E29331A5C6}"/>
                </a:ext>
                <a:ext uri="{C183D7F6-B498-43B3-948B-1728B52AA6E4}">
                  <adec:decorative xmlns:adec="http://schemas.microsoft.com/office/drawing/2017/decorative" val="1"/>
                </a:ext>
              </a:extLst>
            </p:cNvPr>
            <p:cNvSpPr txBox="1"/>
            <p:nvPr userDrawn="1"/>
          </p:nvSpPr>
          <p:spPr>
            <a:xfrm>
              <a:off x="0" y="1525320"/>
              <a:ext cx="12192000" cy="4578324"/>
            </a:xfrm>
            <a:prstGeom prst="rect">
              <a:avLst/>
            </a:prstGeom>
            <a:solidFill>
              <a:srgbClr val="F8F8F8"/>
            </a:solidFill>
          </p:spPr>
          <p:txBody>
            <a:bodyPr vert="horz" wrap="square" lIns="0" tIns="0" rIns="0" bIns="0" rtlCol="0" anchor="t" anchorCtr="0">
              <a:normAutofit/>
            </a:bodyPr>
            <a:lstStyle/>
            <a:p>
              <a:pPr algn="l"/>
              <a:endParaRPr lang="en-US" noProof="0"/>
            </a:p>
          </p:txBody>
        </p:sp>
        <p:sp>
          <p:nvSpPr>
            <p:cNvPr id="6" name="TextBox 5">
              <a:extLst>
                <a:ext uri="{FF2B5EF4-FFF2-40B4-BE49-F238E27FC236}">
                  <a16:creationId xmlns:a16="http://schemas.microsoft.com/office/drawing/2014/main" id="{B35C596F-D7B8-B486-5687-8F8C2CB0C22E}"/>
                </a:ext>
                <a:ext uri="{C183D7F6-B498-43B3-948B-1728B52AA6E4}">
                  <adec:decorative xmlns:adec="http://schemas.microsoft.com/office/drawing/2017/decorative" val="1"/>
                </a:ext>
              </a:extLst>
            </p:cNvPr>
            <p:cNvSpPr txBox="1"/>
            <p:nvPr userDrawn="1"/>
          </p:nvSpPr>
          <p:spPr>
            <a:xfrm>
              <a:off x="0" y="1417320"/>
              <a:ext cx="12193200" cy="108000"/>
            </a:xfrm>
            <a:prstGeom prst="rect">
              <a:avLst/>
            </a:prstGeom>
            <a:gradFill>
              <a:gsLst>
                <a:gs pos="60000">
                  <a:srgbClr val="B91C3A"/>
                </a:gs>
                <a:gs pos="0">
                  <a:srgbClr val="E31937"/>
                </a:gs>
                <a:gs pos="100000">
                  <a:srgbClr val="5236AB"/>
                </a:gs>
              </a:gsLst>
              <a:lin ang="10800000" scaled="0"/>
            </a:gradFill>
          </p:spPr>
          <p:txBody>
            <a:bodyPr vert="horz" wrap="square" lIns="0" tIns="0" rIns="0" bIns="0" rtlCol="0" anchor="t" anchorCtr="0">
              <a:normAutofit fontScale="40000" lnSpcReduction="20000"/>
            </a:bodyPr>
            <a:lstStyle/>
            <a:p>
              <a:pPr algn="l"/>
              <a:endParaRPr lang="en-US" noProof="0"/>
            </a:p>
          </p:txBody>
        </p:sp>
      </p:grpSp>
      <p:sp>
        <p:nvSpPr>
          <p:cNvPr id="53" name="Picture placeholder 5" descr="Photograph of First and Last name &#10;(person the slide is referencing)">
            <a:extLst>
              <a:ext uri="{FF2B5EF4-FFF2-40B4-BE49-F238E27FC236}">
                <a16:creationId xmlns:a16="http://schemas.microsoft.com/office/drawing/2014/main" id="{1E9DD10C-39C6-009E-EA85-C0A1F1D9BC1E}"/>
              </a:ext>
            </a:extLst>
          </p:cNvPr>
          <p:cNvSpPr>
            <a:spLocks noGrp="1"/>
          </p:cNvSpPr>
          <p:nvPr>
            <p:ph type="pic" sz="quarter" idx="26" hasCustomPrompt="1"/>
          </p:nvPr>
        </p:nvSpPr>
        <p:spPr>
          <a:xfrm>
            <a:off x="859536" y="1746504"/>
            <a:ext cx="1152144" cy="1152144"/>
          </a:xfrm>
          <a:prstGeom prst="rect">
            <a:avLst/>
          </a:prstGeom>
          <a:noFill/>
          <a:ln w="95250" cmpd="sng">
            <a:solidFill>
              <a:schemeClr val="bg1"/>
            </a:solidFill>
            <a:miter lim="800000"/>
          </a:ln>
          <a:effectLst>
            <a:outerShdw blurRad="152400" dist="50800" dir="2700000" algn="tl" rotWithShape="0">
              <a:schemeClr val="tx1">
                <a:alpha val="25478"/>
              </a:schemeClr>
            </a:outerShdw>
          </a:effectLst>
        </p:spPr>
        <p:txBody>
          <a:bodyPr lIns="182880" tIns="182880">
            <a:noAutofit/>
          </a:bodyPr>
          <a:lstStyle>
            <a:lvl1pPr marL="342900" indent="-342900">
              <a:buFont typeface="Arial" panose="020B0604020202020204" pitchFamily="34" charset="0"/>
              <a:buChar char="•"/>
              <a:defRPr lang="fr-FR" sz="1100">
                <a:cs typeface="Arial" pitchFamily="34" charset="0"/>
              </a:defRPr>
            </a:lvl1pPr>
          </a:lstStyle>
          <a:p>
            <a:pPr marL="0" lvl="0" indent="0">
              <a:buNone/>
            </a:pPr>
            <a:r>
              <a:rPr lang="en-US" sz="1200" noProof="0">
                <a:cs typeface="Arial" pitchFamily="34" charset="0"/>
              </a:rPr>
              <a:t>Click icon to add photo</a:t>
            </a:r>
          </a:p>
        </p:txBody>
      </p:sp>
      <p:sp>
        <p:nvSpPr>
          <p:cNvPr id="56" name="Text placeholder 5">
            <a:extLst>
              <a:ext uri="{FF2B5EF4-FFF2-40B4-BE49-F238E27FC236}">
                <a16:creationId xmlns:a16="http://schemas.microsoft.com/office/drawing/2014/main" id="{A529CFD9-179B-0D57-D81E-98D524898A50}"/>
              </a:ext>
            </a:extLst>
          </p:cNvPr>
          <p:cNvSpPr>
            <a:spLocks noGrp="1"/>
          </p:cNvSpPr>
          <p:nvPr>
            <p:ph type="body" sz="quarter" idx="59" hasCustomPrompt="1"/>
          </p:nvPr>
        </p:nvSpPr>
        <p:spPr>
          <a:xfrm>
            <a:off x="772630" y="3073237"/>
            <a:ext cx="1332000" cy="282839"/>
          </a:xfrm>
          <a:prstGeom prst="rect">
            <a:avLst/>
          </a:prstGeom>
        </p:spPr>
        <p:txBody>
          <a:bodyPr lIns="0" tIns="0" rIns="0" bIns="0" anchor="b">
            <a:noAutofit/>
          </a:bodyPr>
          <a:lstStyle>
            <a:lvl1pPr marL="0" marR="0" indent="-171450" algn="ctr" defTabSz="914400" rtl="0" eaLnBrk="1" fontAlgn="auto" latinLnBrk="0" hangingPunct="1">
              <a:lnSpc>
                <a:spcPct val="90000"/>
              </a:lnSpc>
              <a:spcBef>
                <a:spcPts val="0"/>
              </a:spcBef>
              <a:spcAft>
                <a:spcPts val="0"/>
              </a:spcAft>
              <a:buClrTx/>
              <a:buSzTx/>
              <a:buFont typeface="Arial" pitchFamily="34" charset="0"/>
              <a:buNone/>
              <a:tabLst/>
              <a:defRPr sz="1000" b="1">
                <a:solidFill>
                  <a:schemeClr val="tx1"/>
                </a:solidFill>
              </a:defRPr>
            </a:lvl1pPr>
            <a:lvl4pPr marL="1371600" indent="0">
              <a:buNone/>
              <a:defRPr/>
            </a:lvl4pPr>
          </a:lstStyle>
          <a:p>
            <a:pPr marL="171450" marR="0" lvl="0" indent="-171450" algn="ctr" defTabSz="914400" rtl="0" eaLnBrk="1" fontAlgn="auto" latinLnBrk="0" hangingPunct="1">
              <a:lnSpc>
                <a:spcPct val="100000"/>
              </a:lnSpc>
              <a:spcBef>
                <a:spcPct val="20000"/>
              </a:spcBef>
              <a:spcAft>
                <a:spcPts val="0"/>
              </a:spcAft>
              <a:buClrTx/>
              <a:buSzTx/>
              <a:tabLst/>
              <a:defRPr/>
            </a:pPr>
            <a:r>
              <a:rPr lang="en-US" noProof="0"/>
              <a:t>First and Last name</a:t>
            </a:r>
          </a:p>
        </p:txBody>
      </p:sp>
      <p:sp>
        <p:nvSpPr>
          <p:cNvPr id="57" name="Text placeholder 5">
            <a:extLst>
              <a:ext uri="{FF2B5EF4-FFF2-40B4-BE49-F238E27FC236}">
                <a16:creationId xmlns:a16="http://schemas.microsoft.com/office/drawing/2014/main" id="{D9523B55-398D-A183-44BA-D7978CA2094B}"/>
              </a:ext>
            </a:extLst>
          </p:cNvPr>
          <p:cNvSpPr>
            <a:spLocks noGrp="1"/>
          </p:cNvSpPr>
          <p:nvPr>
            <p:ph type="body" sz="quarter" idx="58" hasCustomPrompt="1"/>
          </p:nvPr>
        </p:nvSpPr>
        <p:spPr>
          <a:xfrm>
            <a:off x="772630" y="3430899"/>
            <a:ext cx="1332000" cy="356677"/>
          </a:xfrm>
          <a:prstGeom prst="rect">
            <a:avLst/>
          </a:prstGeom>
        </p:spPr>
        <p:txBody>
          <a:bodyPr lIns="0" tIns="0" rIns="0" bIns="0">
            <a:noAutofit/>
          </a:bodyPr>
          <a:lstStyle>
            <a:lvl1pPr marL="0" marR="0" indent="-171450" algn="ctr" defTabSz="914400" rtl="0" eaLnBrk="1" fontAlgn="auto" latinLnBrk="0" hangingPunct="1">
              <a:lnSpc>
                <a:spcPct val="100000"/>
              </a:lnSpc>
              <a:spcBef>
                <a:spcPts val="0"/>
              </a:spcBef>
              <a:spcAft>
                <a:spcPts val="0"/>
              </a:spcAft>
              <a:buClrTx/>
              <a:buSzTx/>
              <a:buFont typeface="Arial" pitchFamily="34" charset="0"/>
              <a:buNone/>
              <a:tabLst/>
              <a:defRPr sz="1000" b="0">
                <a:solidFill>
                  <a:schemeClr val="tx1"/>
                </a:solidFill>
              </a:defRPr>
            </a:lvl1pPr>
            <a:lvl4pPr marL="1371600" indent="0">
              <a:buNone/>
              <a:defRPr/>
            </a:lvl4pPr>
          </a:lstStyle>
          <a:p>
            <a:pPr marL="171450" marR="0" lvl="0" indent="-171450" algn="ctr" defTabSz="914400" rtl="0" eaLnBrk="1" fontAlgn="auto" latinLnBrk="0" hangingPunct="1">
              <a:lnSpc>
                <a:spcPct val="100000"/>
              </a:lnSpc>
              <a:spcBef>
                <a:spcPct val="20000"/>
              </a:spcBef>
              <a:spcAft>
                <a:spcPts val="0"/>
              </a:spcAft>
              <a:buClrTx/>
              <a:buSzTx/>
              <a:buFont typeface="Arial" pitchFamily="34" charset="0"/>
              <a:buNone/>
              <a:tabLst/>
              <a:defRPr/>
            </a:pPr>
            <a:r>
              <a:rPr lang="en-US" noProof="0"/>
              <a:t>Job title or role</a:t>
            </a:r>
          </a:p>
        </p:txBody>
      </p:sp>
      <p:sp>
        <p:nvSpPr>
          <p:cNvPr id="58" name="Picture placeholder 5" descr="Photograph of First and Last name &#10;(person the slide is referencing)">
            <a:extLst>
              <a:ext uri="{FF2B5EF4-FFF2-40B4-BE49-F238E27FC236}">
                <a16:creationId xmlns:a16="http://schemas.microsoft.com/office/drawing/2014/main" id="{F1F05CC9-60A2-C5F9-614F-CCC20CDAD1AA}"/>
              </a:ext>
            </a:extLst>
          </p:cNvPr>
          <p:cNvSpPr>
            <a:spLocks noGrp="1"/>
          </p:cNvSpPr>
          <p:nvPr>
            <p:ph type="pic" sz="quarter" idx="100" hasCustomPrompt="1"/>
          </p:nvPr>
        </p:nvSpPr>
        <p:spPr>
          <a:xfrm>
            <a:off x="3191256" y="1746504"/>
            <a:ext cx="1152144" cy="1152144"/>
          </a:xfrm>
          <a:prstGeom prst="rect">
            <a:avLst/>
          </a:prstGeom>
          <a:noFill/>
          <a:ln w="95250" cmpd="sng">
            <a:solidFill>
              <a:schemeClr val="bg1"/>
            </a:solidFill>
            <a:miter lim="800000"/>
          </a:ln>
          <a:effectLst>
            <a:outerShdw blurRad="152400" dist="50800" dir="2700000" algn="tl" rotWithShape="0">
              <a:schemeClr val="tx1">
                <a:alpha val="25478"/>
              </a:schemeClr>
            </a:outerShdw>
          </a:effectLst>
        </p:spPr>
        <p:txBody>
          <a:bodyPr lIns="182880" tIns="182880">
            <a:noAutofit/>
          </a:bodyPr>
          <a:lstStyle>
            <a:lvl1pPr marL="342900" indent="-342900">
              <a:buFont typeface="Arial" panose="020B0604020202020204" pitchFamily="34" charset="0"/>
              <a:buChar char="•"/>
              <a:defRPr lang="fr-FR" sz="1100">
                <a:cs typeface="Arial" pitchFamily="34" charset="0"/>
              </a:defRPr>
            </a:lvl1pPr>
          </a:lstStyle>
          <a:p>
            <a:pPr marL="0" lvl="0" indent="0">
              <a:buNone/>
            </a:pPr>
            <a:r>
              <a:rPr lang="en-US" sz="1200" noProof="0">
                <a:cs typeface="Arial" pitchFamily="34" charset="0"/>
              </a:rPr>
              <a:t>Click icon to add photo</a:t>
            </a:r>
          </a:p>
        </p:txBody>
      </p:sp>
      <p:sp>
        <p:nvSpPr>
          <p:cNvPr id="59" name="Text placeholder 5">
            <a:extLst>
              <a:ext uri="{FF2B5EF4-FFF2-40B4-BE49-F238E27FC236}">
                <a16:creationId xmlns:a16="http://schemas.microsoft.com/office/drawing/2014/main" id="{6562AEC7-DC14-9F64-A58F-57889D653895}"/>
              </a:ext>
            </a:extLst>
          </p:cNvPr>
          <p:cNvSpPr>
            <a:spLocks noGrp="1"/>
          </p:cNvSpPr>
          <p:nvPr>
            <p:ph type="body" sz="quarter" idx="65" hasCustomPrompt="1"/>
          </p:nvPr>
        </p:nvSpPr>
        <p:spPr>
          <a:xfrm>
            <a:off x="3096923" y="3073237"/>
            <a:ext cx="1332000" cy="282839"/>
          </a:xfrm>
          <a:prstGeom prst="rect">
            <a:avLst/>
          </a:prstGeom>
        </p:spPr>
        <p:txBody>
          <a:bodyPr lIns="0" tIns="0" rIns="0" bIns="0" anchor="b">
            <a:noAutofit/>
          </a:bodyPr>
          <a:lstStyle>
            <a:lvl1pPr marL="0" marR="0" indent="-171450" algn="ctr" defTabSz="914400" rtl="0" eaLnBrk="1" fontAlgn="auto" latinLnBrk="0" hangingPunct="1">
              <a:lnSpc>
                <a:spcPct val="90000"/>
              </a:lnSpc>
              <a:spcBef>
                <a:spcPts val="0"/>
              </a:spcBef>
              <a:spcAft>
                <a:spcPts val="0"/>
              </a:spcAft>
              <a:buClrTx/>
              <a:buSzTx/>
              <a:buFont typeface="Arial" pitchFamily="34" charset="0"/>
              <a:buNone/>
              <a:tabLst/>
              <a:defRPr sz="1000" b="1">
                <a:solidFill>
                  <a:schemeClr val="tx1"/>
                </a:solidFill>
              </a:defRPr>
            </a:lvl1pPr>
            <a:lvl4pPr marL="1371600" indent="0">
              <a:buNone/>
              <a:defRPr/>
            </a:lvl4pPr>
          </a:lstStyle>
          <a:p>
            <a:pPr marL="171450" marR="0" lvl="0" indent="-171450" algn="ctr" defTabSz="914400" rtl="0" eaLnBrk="1" fontAlgn="auto" latinLnBrk="0" hangingPunct="1">
              <a:lnSpc>
                <a:spcPct val="100000"/>
              </a:lnSpc>
              <a:spcBef>
                <a:spcPct val="20000"/>
              </a:spcBef>
              <a:spcAft>
                <a:spcPts val="0"/>
              </a:spcAft>
              <a:buClrTx/>
              <a:buSzTx/>
              <a:tabLst/>
              <a:defRPr/>
            </a:pPr>
            <a:r>
              <a:rPr lang="en-US" noProof="0"/>
              <a:t>First and Last name</a:t>
            </a:r>
          </a:p>
        </p:txBody>
      </p:sp>
      <p:sp>
        <p:nvSpPr>
          <p:cNvPr id="62" name="Text placeholder 5">
            <a:extLst>
              <a:ext uri="{FF2B5EF4-FFF2-40B4-BE49-F238E27FC236}">
                <a16:creationId xmlns:a16="http://schemas.microsoft.com/office/drawing/2014/main" id="{8F3AF9E7-6D1F-FB1D-79D0-018727DEFB0B}"/>
              </a:ext>
            </a:extLst>
          </p:cNvPr>
          <p:cNvSpPr>
            <a:spLocks noGrp="1"/>
          </p:cNvSpPr>
          <p:nvPr>
            <p:ph type="body" sz="quarter" idx="64" hasCustomPrompt="1"/>
          </p:nvPr>
        </p:nvSpPr>
        <p:spPr>
          <a:xfrm>
            <a:off x="3096923" y="3430899"/>
            <a:ext cx="1332000" cy="356677"/>
          </a:xfrm>
          <a:prstGeom prst="rect">
            <a:avLst/>
          </a:prstGeom>
        </p:spPr>
        <p:txBody>
          <a:bodyPr lIns="0" tIns="0" rIns="0" bIns="0">
            <a:noAutofit/>
          </a:bodyPr>
          <a:lstStyle>
            <a:lvl1pPr marL="0" marR="0" indent="-171450" algn="ctr" defTabSz="914400" rtl="0" eaLnBrk="1" fontAlgn="auto" latinLnBrk="0" hangingPunct="1">
              <a:lnSpc>
                <a:spcPct val="100000"/>
              </a:lnSpc>
              <a:spcBef>
                <a:spcPts val="0"/>
              </a:spcBef>
              <a:spcAft>
                <a:spcPts val="0"/>
              </a:spcAft>
              <a:buClrTx/>
              <a:buSzTx/>
              <a:buFont typeface="Arial" pitchFamily="34" charset="0"/>
              <a:buNone/>
              <a:tabLst/>
              <a:defRPr sz="1000" b="0">
                <a:solidFill>
                  <a:schemeClr val="tx1"/>
                </a:solidFill>
              </a:defRPr>
            </a:lvl1pPr>
            <a:lvl4pPr marL="1371600" indent="0">
              <a:buNone/>
              <a:defRPr/>
            </a:lvl4pPr>
          </a:lstStyle>
          <a:p>
            <a:pPr marL="171450" marR="0" lvl="0" indent="-171450" algn="ctr" defTabSz="914400" rtl="0" eaLnBrk="1" fontAlgn="auto" latinLnBrk="0" hangingPunct="1">
              <a:lnSpc>
                <a:spcPct val="100000"/>
              </a:lnSpc>
              <a:spcBef>
                <a:spcPct val="20000"/>
              </a:spcBef>
              <a:spcAft>
                <a:spcPts val="0"/>
              </a:spcAft>
              <a:buClrTx/>
              <a:buSzTx/>
              <a:tabLst/>
              <a:defRPr/>
            </a:pPr>
            <a:r>
              <a:rPr lang="en-US" noProof="0"/>
              <a:t>Job title or role</a:t>
            </a:r>
          </a:p>
        </p:txBody>
      </p:sp>
      <p:sp>
        <p:nvSpPr>
          <p:cNvPr id="63" name="Picture placeholder 5" descr="Photograph of First and Last name &#10;(person the slide is referencing)">
            <a:extLst>
              <a:ext uri="{FF2B5EF4-FFF2-40B4-BE49-F238E27FC236}">
                <a16:creationId xmlns:a16="http://schemas.microsoft.com/office/drawing/2014/main" id="{A33BCA58-CD54-BBB9-5EEE-53CEC4688C79}"/>
              </a:ext>
            </a:extLst>
          </p:cNvPr>
          <p:cNvSpPr>
            <a:spLocks noGrp="1"/>
          </p:cNvSpPr>
          <p:nvPr>
            <p:ph type="pic" sz="quarter" idx="101" hasCustomPrompt="1"/>
          </p:nvPr>
        </p:nvSpPr>
        <p:spPr>
          <a:xfrm>
            <a:off x="5522976" y="1746504"/>
            <a:ext cx="1152144" cy="1152144"/>
          </a:xfrm>
          <a:prstGeom prst="rect">
            <a:avLst/>
          </a:prstGeom>
          <a:noFill/>
          <a:ln w="95250" cmpd="sng">
            <a:solidFill>
              <a:schemeClr val="bg1"/>
            </a:solidFill>
            <a:miter lim="800000"/>
          </a:ln>
          <a:effectLst>
            <a:outerShdw blurRad="152400" dist="50800" dir="2700000" algn="tl" rotWithShape="0">
              <a:schemeClr val="tx1">
                <a:alpha val="25478"/>
              </a:schemeClr>
            </a:outerShdw>
          </a:effectLst>
        </p:spPr>
        <p:txBody>
          <a:bodyPr lIns="182880" tIns="182880">
            <a:noAutofit/>
          </a:bodyPr>
          <a:lstStyle>
            <a:lvl1pPr marL="342900" indent="-342900">
              <a:buFont typeface="Arial" panose="020B0604020202020204" pitchFamily="34" charset="0"/>
              <a:buChar char="•"/>
              <a:defRPr lang="fr-FR" sz="1100">
                <a:cs typeface="Arial" pitchFamily="34" charset="0"/>
              </a:defRPr>
            </a:lvl1pPr>
          </a:lstStyle>
          <a:p>
            <a:pPr marL="0" lvl="0" indent="0">
              <a:buNone/>
            </a:pPr>
            <a:r>
              <a:rPr lang="en-US" sz="1200" noProof="0">
                <a:cs typeface="Arial" pitchFamily="34" charset="0"/>
              </a:rPr>
              <a:t>Click icon to add photo</a:t>
            </a:r>
          </a:p>
        </p:txBody>
      </p:sp>
      <p:sp>
        <p:nvSpPr>
          <p:cNvPr id="64" name="Text placeholder 5">
            <a:extLst>
              <a:ext uri="{FF2B5EF4-FFF2-40B4-BE49-F238E27FC236}">
                <a16:creationId xmlns:a16="http://schemas.microsoft.com/office/drawing/2014/main" id="{4E011573-D799-6DA8-5A8F-E217ADA30A1E}"/>
              </a:ext>
            </a:extLst>
          </p:cNvPr>
          <p:cNvSpPr>
            <a:spLocks noGrp="1"/>
          </p:cNvSpPr>
          <p:nvPr>
            <p:ph type="body" sz="quarter" idx="71" hasCustomPrompt="1"/>
          </p:nvPr>
        </p:nvSpPr>
        <p:spPr>
          <a:xfrm>
            <a:off x="5431389" y="3073237"/>
            <a:ext cx="1332000" cy="282839"/>
          </a:xfrm>
          <a:prstGeom prst="rect">
            <a:avLst/>
          </a:prstGeom>
        </p:spPr>
        <p:txBody>
          <a:bodyPr lIns="0" tIns="0" rIns="0" bIns="0" anchor="b">
            <a:noAutofit/>
          </a:bodyPr>
          <a:lstStyle>
            <a:lvl1pPr marL="0" marR="0" indent="-171450" algn="ctr" defTabSz="914400" rtl="0" eaLnBrk="1" fontAlgn="auto" latinLnBrk="0" hangingPunct="1">
              <a:lnSpc>
                <a:spcPct val="90000"/>
              </a:lnSpc>
              <a:spcBef>
                <a:spcPts val="0"/>
              </a:spcBef>
              <a:spcAft>
                <a:spcPts val="0"/>
              </a:spcAft>
              <a:buClrTx/>
              <a:buSzTx/>
              <a:buFont typeface="Arial" pitchFamily="34" charset="0"/>
              <a:buNone/>
              <a:tabLst/>
              <a:defRPr sz="1000" b="1">
                <a:solidFill>
                  <a:schemeClr val="tx1"/>
                </a:solidFill>
              </a:defRPr>
            </a:lvl1pPr>
            <a:lvl4pPr marL="1371600" indent="0">
              <a:buNone/>
              <a:defRPr/>
            </a:lvl4pPr>
          </a:lstStyle>
          <a:p>
            <a:pPr marL="171450" marR="0" lvl="0" indent="-171450" algn="ctr" defTabSz="914400" rtl="0" eaLnBrk="1" fontAlgn="auto" latinLnBrk="0" hangingPunct="1">
              <a:lnSpc>
                <a:spcPct val="100000"/>
              </a:lnSpc>
              <a:spcBef>
                <a:spcPct val="20000"/>
              </a:spcBef>
              <a:spcAft>
                <a:spcPts val="0"/>
              </a:spcAft>
              <a:buClrTx/>
              <a:buSzTx/>
              <a:tabLst/>
              <a:defRPr/>
            </a:pPr>
            <a:r>
              <a:rPr lang="en-US" noProof="0"/>
              <a:t>First and Last name</a:t>
            </a:r>
          </a:p>
        </p:txBody>
      </p:sp>
      <p:sp>
        <p:nvSpPr>
          <p:cNvPr id="65" name="Text placeholder 5">
            <a:extLst>
              <a:ext uri="{FF2B5EF4-FFF2-40B4-BE49-F238E27FC236}">
                <a16:creationId xmlns:a16="http://schemas.microsoft.com/office/drawing/2014/main" id="{5C26C960-18FD-1ECA-CB1E-E31538F69627}"/>
              </a:ext>
            </a:extLst>
          </p:cNvPr>
          <p:cNvSpPr>
            <a:spLocks noGrp="1"/>
          </p:cNvSpPr>
          <p:nvPr>
            <p:ph type="body" sz="quarter" idx="70" hasCustomPrompt="1"/>
          </p:nvPr>
        </p:nvSpPr>
        <p:spPr>
          <a:xfrm>
            <a:off x="5431389" y="3430899"/>
            <a:ext cx="1332000" cy="356677"/>
          </a:xfrm>
          <a:prstGeom prst="rect">
            <a:avLst/>
          </a:prstGeom>
        </p:spPr>
        <p:txBody>
          <a:bodyPr lIns="0" tIns="0" rIns="0" bIns="0">
            <a:noAutofit/>
          </a:bodyPr>
          <a:lstStyle>
            <a:lvl1pPr marL="0" marR="0" indent="-171450" algn="ctr" defTabSz="914400" rtl="0" eaLnBrk="1" fontAlgn="auto" latinLnBrk="0" hangingPunct="1">
              <a:lnSpc>
                <a:spcPct val="100000"/>
              </a:lnSpc>
              <a:spcBef>
                <a:spcPts val="0"/>
              </a:spcBef>
              <a:spcAft>
                <a:spcPts val="0"/>
              </a:spcAft>
              <a:buClrTx/>
              <a:buSzTx/>
              <a:buFont typeface="Arial" pitchFamily="34" charset="0"/>
              <a:buNone/>
              <a:tabLst/>
              <a:defRPr sz="1000" b="0">
                <a:solidFill>
                  <a:schemeClr val="tx1"/>
                </a:solidFill>
              </a:defRPr>
            </a:lvl1pPr>
            <a:lvl4pPr marL="1371600" indent="0">
              <a:buNone/>
              <a:defRPr/>
            </a:lvl4pPr>
          </a:lstStyle>
          <a:p>
            <a:pPr marL="171450" marR="0" lvl="0" indent="-171450" algn="ctr" defTabSz="914400" rtl="0" eaLnBrk="1" fontAlgn="auto" latinLnBrk="0" hangingPunct="1">
              <a:lnSpc>
                <a:spcPct val="100000"/>
              </a:lnSpc>
              <a:spcBef>
                <a:spcPct val="20000"/>
              </a:spcBef>
              <a:spcAft>
                <a:spcPts val="0"/>
              </a:spcAft>
              <a:buClrTx/>
              <a:buSzTx/>
              <a:tabLst/>
              <a:defRPr/>
            </a:pPr>
            <a:r>
              <a:rPr lang="en-US" noProof="0"/>
              <a:t>Job title or role</a:t>
            </a:r>
          </a:p>
        </p:txBody>
      </p:sp>
      <p:sp>
        <p:nvSpPr>
          <p:cNvPr id="66" name="Picture placeholder 5" descr="Photograph of First and Last name &#10;(person the slide is referencing)">
            <a:extLst>
              <a:ext uri="{FF2B5EF4-FFF2-40B4-BE49-F238E27FC236}">
                <a16:creationId xmlns:a16="http://schemas.microsoft.com/office/drawing/2014/main" id="{89FBC76F-36CF-AE55-8453-B5C3AF130404}"/>
              </a:ext>
            </a:extLst>
          </p:cNvPr>
          <p:cNvSpPr>
            <a:spLocks noGrp="1"/>
          </p:cNvSpPr>
          <p:nvPr>
            <p:ph type="pic" sz="quarter" idx="102" hasCustomPrompt="1"/>
          </p:nvPr>
        </p:nvSpPr>
        <p:spPr>
          <a:xfrm>
            <a:off x="7854696" y="1746504"/>
            <a:ext cx="1152144" cy="1152144"/>
          </a:xfrm>
          <a:prstGeom prst="rect">
            <a:avLst/>
          </a:prstGeom>
          <a:noFill/>
          <a:ln w="95250" cmpd="sng">
            <a:solidFill>
              <a:schemeClr val="bg1"/>
            </a:solidFill>
            <a:miter lim="800000"/>
          </a:ln>
          <a:effectLst>
            <a:outerShdw blurRad="152400" dist="50800" dir="2700000" algn="tl" rotWithShape="0">
              <a:schemeClr val="tx1">
                <a:alpha val="25478"/>
              </a:schemeClr>
            </a:outerShdw>
          </a:effectLst>
        </p:spPr>
        <p:txBody>
          <a:bodyPr lIns="182880" tIns="182880">
            <a:noAutofit/>
          </a:bodyPr>
          <a:lstStyle>
            <a:lvl1pPr marL="342900" indent="-342900">
              <a:buFont typeface="Arial" panose="020B0604020202020204" pitchFamily="34" charset="0"/>
              <a:buChar char="•"/>
              <a:defRPr lang="fr-FR" sz="1100">
                <a:cs typeface="Arial" pitchFamily="34" charset="0"/>
              </a:defRPr>
            </a:lvl1pPr>
          </a:lstStyle>
          <a:p>
            <a:pPr marL="0" lvl="0" indent="0">
              <a:buNone/>
            </a:pPr>
            <a:r>
              <a:rPr lang="en-US" sz="1200" noProof="0">
                <a:cs typeface="Arial" pitchFamily="34" charset="0"/>
              </a:rPr>
              <a:t>Click icon to add photo</a:t>
            </a:r>
          </a:p>
        </p:txBody>
      </p:sp>
      <p:sp>
        <p:nvSpPr>
          <p:cNvPr id="69" name="Text placeholder 5">
            <a:extLst>
              <a:ext uri="{FF2B5EF4-FFF2-40B4-BE49-F238E27FC236}">
                <a16:creationId xmlns:a16="http://schemas.microsoft.com/office/drawing/2014/main" id="{7EBFF4F6-8FCF-9D24-59BF-878667B36CFF}"/>
              </a:ext>
            </a:extLst>
          </p:cNvPr>
          <p:cNvSpPr>
            <a:spLocks noGrp="1"/>
          </p:cNvSpPr>
          <p:nvPr>
            <p:ph type="body" sz="quarter" idx="77" hasCustomPrompt="1"/>
          </p:nvPr>
        </p:nvSpPr>
        <p:spPr>
          <a:xfrm>
            <a:off x="7765801" y="3073237"/>
            <a:ext cx="1332000" cy="282839"/>
          </a:xfrm>
          <a:prstGeom prst="rect">
            <a:avLst/>
          </a:prstGeom>
        </p:spPr>
        <p:txBody>
          <a:bodyPr lIns="0" tIns="0" rIns="0" bIns="0" anchor="b">
            <a:noAutofit/>
          </a:bodyPr>
          <a:lstStyle>
            <a:lvl1pPr marL="0" marR="0" indent="-171450" algn="ctr" defTabSz="914400" rtl="0" eaLnBrk="1" fontAlgn="auto" latinLnBrk="0" hangingPunct="1">
              <a:lnSpc>
                <a:spcPct val="90000"/>
              </a:lnSpc>
              <a:spcBef>
                <a:spcPts val="0"/>
              </a:spcBef>
              <a:spcAft>
                <a:spcPts val="0"/>
              </a:spcAft>
              <a:buClrTx/>
              <a:buSzTx/>
              <a:buFont typeface="Arial" pitchFamily="34" charset="0"/>
              <a:buNone/>
              <a:tabLst/>
              <a:defRPr sz="1000" b="1">
                <a:solidFill>
                  <a:schemeClr val="tx1"/>
                </a:solidFill>
              </a:defRPr>
            </a:lvl1pPr>
            <a:lvl4pPr marL="1371600" indent="0">
              <a:buNone/>
              <a:defRPr/>
            </a:lvl4pPr>
          </a:lstStyle>
          <a:p>
            <a:pPr marL="171450" marR="0" lvl="0" indent="-171450" algn="ctr" defTabSz="914400" rtl="0" eaLnBrk="1" fontAlgn="auto" latinLnBrk="0" hangingPunct="1">
              <a:lnSpc>
                <a:spcPct val="100000"/>
              </a:lnSpc>
              <a:spcBef>
                <a:spcPct val="20000"/>
              </a:spcBef>
              <a:spcAft>
                <a:spcPts val="0"/>
              </a:spcAft>
              <a:buClrTx/>
              <a:buSzTx/>
              <a:tabLst/>
              <a:defRPr/>
            </a:pPr>
            <a:r>
              <a:rPr lang="en-US" noProof="0"/>
              <a:t>First and Last name</a:t>
            </a:r>
          </a:p>
        </p:txBody>
      </p:sp>
      <p:sp>
        <p:nvSpPr>
          <p:cNvPr id="70" name="Text placeholder 5">
            <a:extLst>
              <a:ext uri="{FF2B5EF4-FFF2-40B4-BE49-F238E27FC236}">
                <a16:creationId xmlns:a16="http://schemas.microsoft.com/office/drawing/2014/main" id="{A4E86292-6501-F817-DBF5-84F8B3B5996B}"/>
              </a:ext>
            </a:extLst>
          </p:cNvPr>
          <p:cNvSpPr>
            <a:spLocks noGrp="1"/>
          </p:cNvSpPr>
          <p:nvPr>
            <p:ph type="body" sz="quarter" idx="76" hasCustomPrompt="1"/>
          </p:nvPr>
        </p:nvSpPr>
        <p:spPr>
          <a:xfrm>
            <a:off x="7765801" y="3430899"/>
            <a:ext cx="1332000" cy="356677"/>
          </a:xfrm>
          <a:prstGeom prst="rect">
            <a:avLst/>
          </a:prstGeom>
        </p:spPr>
        <p:txBody>
          <a:bodyPr lIns="0" tIns="0" rIns="0" bIns="0">
            <a:noAutofit/>
          </a:bodyPr>
          <a:lstStyle>
            <a:lvl1pPr marL="0" marR="0" indent="-171450" algn="ctr" defTabSz="914400" rtl="0" eaLnBrk="1" fontAlgn="auto" latinLnBrk="0" hangingPunct="1">
              <a:lnSpc>
                <a:spcPct val="100000"/>
              </a:lnSpc>
              <a:spcBef>
                <a:spcPts val="0"/>
              </a:spcBef>
              <a:spcAft>
                <a:spcPts val="0"/>
              </a:spcAft>
              <a:buClrTx/>
              <a:buSzTx/>
              <a:buFont typeface="Arial" pitchFamily="34" charset="0"/>
              <a:buNone/>
              <a:tabLst/>
              <a:defRPr sz="1000" b="0">
                <a:solidFill>
                  <a:schemeClr val="tx1"/>
                </a:solidFill>
              </a:defRPr>
            </a:lvl1pPr>
            <a:lvl4pPr marL="1371600" indent="0">
              <a:buNone/>
              <a:defRPr/>
            </a:lvl4pPr>
          </a:lstStyle>
          <a:p>
            <a:pPr marL="171450" marR="0" lvl="0" indent="-171450" algn="ctr" defTabSz="914400" rtl="0" eaLnBrk="1" fontAlgn="auto" latinLnBrk="0" hangingPunct="1">
              <a:lnSpc>
                <a:spcPct val="100000"/>
              </a:lnSpc>
              <a:spcBef>
                <a:spcPct val="20000"/>
              </a:spcBef>
              <a:spcAft>
                <a:spcPts val="0"/>
              </a:spcAft>
              <a:buClrTx/>
              <a:buSzTx/>
              <a:tabLst/>
              <a:defRPr/>
            </a:pPr>
            <a:r>
              <a:rPr lang="en-US" noProof="0"/>
              <a:t>Job title or role</a:t>
            </a:r>
          </a:p>
        </p:txBody>
      </p:sp>
      <p:sp>
        <p:nvSpPr>
          <p:cNvPr id="71" name="Picture placeholder 5" descr="Photograph of First and Last name &#10;(person the slide is referencing)">
            <a:extLst>
              <a:ext uri="{FF2B5EF4-FFF2-40B4-BE49-F238E27FC236}">
                <a16:creationId xmlns:a16="http://schemas.microsoft.com/office/drawing/2014/main" id="{0F916C77-5AD4-5C11-410B-ECF235BD2B43}"/>
              </a:ext>
            </a:extLst>
          </p:cNvPr>
          <p:cNvSpPr>
            <a:spLocks noGrp="1"/>
          </p:cNvSpPr>
          <p:nvPr>
            <p:ph type="pic" sz="quarter" idx="103" hasCustomPrompt="1"/>
          </p:nvPr>
        </p:nvSpPr>
        <p:spPr>
          <a:xfrm>
            <a:off x="10186416" y="1746504"/>
            <a:ext cx="1152144" cy="1152144"/>
          </a:xfrm>
          <a:prstGeom prst="rect">
            <a:avLst/>
          </a:prstGeom>
          <a:noFill/>
          <a:ln w="95250" cmpd="sng">
            <a:solidFill>
              <a:schemeClr val="bg1"/>
            </a:solidFill>
            <a:miter lim="800000"/>
          </a:ln>
          <a:effectLst>
            <a:outerShdw blurRad="152400" dist="50800" dir="2700000" algn="tl" rotWithShape="0">
              <a:schemeClr val="tx1">
                <a:alpha val="25478"/>
              </a:schemeClr>
            </a:outerShdw>
          </a:effectLst>
        </p:spPr>
        <p:txBody>
          <a:bodyPr lIns="182880" tIns="182880">
            <a:noAutofit/>
          </a:bodyPr>
          <a:lstStyle>
            <a:lvl1pPr marL="342900" indent="-342900">
              <a:buFont typeface="Arial" panose="020B0604020202020204" pitchFamily="34" charset="0"/>
              <a:buChar char="•"/>
              <a:defRPr lang="fr-FR" sz="1100">
                <a:cs typeface="Arial" pitchFamily="34" charset="0"/>
              </a:defRPr>
            </a:lvl1pPr>
          </a:lstStyle>
          <a:p>
            <a:pPr marL="0" lvl="0" indent="0">
              <a:buNone/>
            </a:pPr>
            <a:r>
              <a:rPr lang="en-US" sz="1200" noProof="0">
                <a:cs typeface="Arial" pitchFamily="34" charset="0"/>
              </a:rPr>
              <a:t>Click icon to add photo</a:t>
            </a:r>
          </a:p>
        </p:txBody>
      </p:sp>
      <p:sp>
        <p:nvSpPr>
          <p:cNvPr id="72" name="Text placeholder 5">
            <a:extLst>
              <a:ext uri="{FF2B5EF4-FFF2-40B4-BE49-F238E27FC236}">
                <a16:creationId xmlns:a16="http://schemas.microsoft.com/office/drawing/2014/main" id="{980AF009-89AC-49AD-DCDA-46B857076804}"/>
              </a:ext>
            </a:extLst>
          </p:cNvPr>
          <p:cNvSpPr>
            <a:spLocks noGrp="1"/>
          </p:cNvSpPr>
          <p:nvPr>
            <p:ph type="body" sz="quarter" idx="83" hasCustomPrompt="1"/>
          </p:nvPr>
        </p:nvSpPr>
        <p:spPr>
          <a:xfrm>
            <a:off x="10093238" y="3073237"/>
            <a:ext cx="1332000" cy="282839"/>
          </a:xfrm>
          <a:prstGeom prst="rect">
            <a:avLst/>
          </a:prstGeom>
        </p:spPr>
        <p:txBody>
          <a:bodyPr lIns="0" tIns="0" rIns="0" bIns="0" anchor="b">
            <a:noAutofit/>
          </a:bodyPr>
          <a:lstStyle>
            <a:lvl1pPr marL="0" marR="0" indent="-171450" algn="ctr" defTabSz="914400" rtl="0" eaLnBrk="1" fontAlgn="auto" latinLnBrk="0" hangingPunct="1">
              <a:lnSpc>
                <a:spcPct val="90000"/>
              </a:lnSpc>
              <a:spcBef>
                <a:spcPts val="0"/>
              </a:spcBef>
              <a:spcAft>
                <a:spcPts val="0"/>
              </a:spcAft>
              <a:buClrTx/>
              <a:buSzTx/>
              <a:buFont typeface="Arial" pitchFamily="34" charset="0"/>
              <a:buNone/>
              <a:tabLst/>
              <a:defRPr sz="1000" b="1">
                <a:solidFill>
                  <a:schemeClr val="tx1"/>
                </a:solidFill>
              </a:defRPr>
            </a:lvl1pPr>
            <a:lvl4pPr marL="1371600" indent="0">
              <a:buNone/>
              <a:defRPr/>
            </a:lvl4pPr>
          </a:lstStyle>
          <a:p>
            <a:pPr marL="171450" marR="0" lvl="0" indent="-171450" algn="ctr" defTabSz="914400" rtl="0" eaLnBrk="1" fontAlgn="auto" latinLnBrk="0" hangingPunct="1">
              <a:lnSpc>
                <a:spcPct val="100000"/>
              </a:lnSpc>
              <a:spcBef>
                <a:spcPct val="20000"/>
              </a:spcBef>
              <a:spcAft>
                <a:spcPts val="0"/>
              </a:spcAft>
              <a:buClrTx/>
              <a:buSzTx/>
              <a:tabLst/>
              <a:defRPr/>
            </a:pPr>
            <a:r>
              <a:rPr lang="en-US" noProof="0"/>
              <a:t>First and Last name</a:t>
            </a:r>
          </a:p>
        </p:txBody>
      </p:sp>
      <p:sp>
        <p:nvSpPr>
          <p:cNvPr id="73" name="Text placeholder 5">
            <a:extLst>
              <a:ext uri="{FF2B5EF4-FFF2-40B4-BE49-F238E27FC236}">
                <a16:creationId xmlns:a16="http://schemas.microsoft.com/office/drawing/2014/main" id="{A6DDA18B-1FE0-E0B9-76D4-0CF941CA2EB3}"/>
              </a:ext>
            </a:extLst>
          </p:cNvPr>
          <p:cNvSpPr>
            <a:spLocks noGrp="1"/>
          </p:cNvSpPr>
          <p:nvPr>
            <p:ph type="body" sz="quarter" idx="82" hasCustomPrompt="1"/>
          </p:nvPr>
        </p:nvSpPr>
        <p:spPr>
          <a:xfrm>
            <a:off x="10093238" y="3430899"/>
            <a:ext cx="1332000" cy="356677"/>
          </a:xfrm>
          <a:prstGeom prst="rect">
            <a:avLst/>
          </a:prstGeom>
        </p:spPr>
        <p:txBody>
          <a:bodyPr lIns="0" tIns="0" rIns="0" bIns="0">
            <a:noAutofit/>
          </a:bodyPr>
          <a:lstStyle>
            <a:lvl1pPr marL="0" marR="0" indent="-171450" algn="ctr" defTabSz="914400" rtl="0" eaLnBrk="1" fontAlgn="auto" latinLnBrk="0" hangingPunct="1">
              <a:lnSpc>
                <a:spcPct val="100000"/>
              </a:lnSpc>
              <a:spcBef>
                <a:spcPts val="0"/>
              </a:spcBef>
              <a:spcAft>
                <a:spcPts val="0"/>
              </a:spcAft>
              <a:buClrTx/>
              <a:buSzTx/>
              <a:buFont typeface="Arial" pitchFamily="34" charset="0"/>
              <a:buNone/>
              <a:tabLst/>
              <a:defRPr sz="1000" b="0">
                <a:solidFill>
                  <a:schemeClr val="tx1"/>
                </a:solidFill>
              </a:defRPr>
            </a:lvl1pPr>
            <a:lvl4pPr marL="1371600" indent="0">
              <a:buNone/>
              <a:defRPr/>
            </a:lvl4pPr>
          </a:lstStyle>
          <a:p>
            <a:pPr marL="171450" marR="0" lvl="0" indent="-171450" algn="ctr" defTabSz="914400" rtl="0" eaLnBrk="1" fontAlgn="auto" latinLnBrk="0" hangingPunct="1">
              <a:lnSpc>
                <a:spcPct val="100000"/>
              </a:lnSpc>
              <a:spcBef>
                <a:spcPct val="20000"/>
              </a:spcBef>
              <a:spcAft>
                <a:spcPts val="0"/>
              </a:spcAft>
              <a:buClrTx/>
              <a:buSzTx/>
              <a:tabLst/>
              <a:defRPr/>
            </a:pPr>
            <a:r>
              <a:rPr lang="en-US" noProof="0"/>
              <a:t>Job title or role</a:t>
            </a:r>
          </a:p>
        </p:txBody>
      </p:sp>
      <p:sp>
        <p:nvSpPr>
          <p:cNvPr id="74" name="Picture placeholder 5" descr="Photograph of First and Last name &#10;(person the slide is referencing)">
            <a:extLst>
              <a:ext uri="{FF2B5EF4-FFF2-40B4-BE49-F238E27FC236}">
                <a16:creationId xmlns:a16="http://schemas.microsoft.com/office/drawing/2014/main" id="{45A3B18E-47C9-951B-1F34-B129E1383BF2}"/>
              </a:ext>
            </a:extLst>
          </p:cNvPr>
          <p:cNvSpPr>
            <a:spLocks noGrp="1"/>
          </p:cNvSpPr>
          <p:nvPr>
            <p:ph type="pic" sz="quarter" idx="104" hasCustomPrompt="1"/>
          </p:nvPr>
        </p:nvSpPr>
        <p:spPr>
          <a:xfrm>
            <a:off x="859536" y="4041648"/>
            <a:ext cx="1152144" cy="1152144"/>
          </a:xfrm>
          <a:prstGeom prst="rect">
            <a:avLst/>
          </a:prstGeom>
          <a:noFill/>
          <a:ln w="95250" cmpd="sng">
            <a:solidFill>
              <a:schemeClr val="bg1"/>
            </a:solidFill>
            <a:miter lim="800000"/>
          </a:ln>
          <a:effectLst>
            <a:outerShdw blurRad="152400" dist="50800" dir="2700000" algn="tl" rotWithShape="0">
              <a:schemeClr val="tx1">
                <a:alpha val="25478"/>
              </a:schemeClr>
            </a:outerShdw>
          </a:effectLst>
        </p:spPr>
        <p:txBody>
          <a:bodyPr lIns="182880" tIns="182880">
            <a:noAutofit/>
          </a:bodyPr>
          <a:lstStyle>
            <a:lvl1pPr marL="342900" indent="-342900">
              <a:buFont typeface="Arial" panose="020B0604020202020204" pitchFamily="34" charset="0"/>
              <a:buChar char="•"/>
              <a:defRPr lang="fr-FR" sz="1100">
                <a:cs typeface="Arial" pitchFamily="34" charset="0"/>
              </a:defRPr>
            </a:lvl1pPr>
          </a:lstStyle>
          <a:p>
            <a:pPr marL="0" lvl="0" indent="0">
              <a:buNone/>
            </a:pPr>
            <a:r>
              <a:rPr lang="en-US" sz="1200" noProof="0">
                <a:cs typeface="Arial" pitchFamily="34" charset="0"/>
              </a:rPr>
              <a:t>Click icon to add photo</a:t>
            </a:r>
          </a:p>
        </p:txBody>
      </p:sp>
      <p:sp>
        <p:nvSpPr>
          <p:cNvPr id="75" name="Text placeholder 5">
            <a:extLst>
              <a:ext uri="{FF2B5EF4-FFF2-40B4-BE49-F238E27FC236}">
                <a16:creationId xmlns:a16="http://schemas.microsoft.com/office/drawing/2014/main" id="{7C7D0432-6649-B033-7F99-5828767B1D19}"/>
              </a:ext>
            </a:extLst>
          </p:cNvPr>
          <p:cNvSpPr>
            <a:spLocks noGrp="1"/>
          </p:cNvSpPr>
          <p:nvPr>
            <p:ph type="body" sz="quarter" idx="86" hasCustomPrompt="1"/>
          </p:nvPr>
        </p:nvSpPr>
        <p:spPr>
          <a:xfrm>
            <a:off x="772630" y="5367239"/>
            <a:ext cx="1332000" cy="282839"/>
          </a:xfrm>
          <a:prstGeom prst="rect">
            <a:avLst/>
          </a:prstGeom>
        </p:spPr>
        <p:txBody>
          <a:bodyPr lIns="0" tIns="0" rIns="0" bIns="0" anchor="b">
            <a:noAutofit/>
          </a:bodyPr>
          <a:lstStyle>
            <a:lvl1pPr marL="0" marR="0" indent="-171450" algn="ctr" defTabSz="914400" rtl="0" eaLnBrk="1" fontAlgn="auto" latinLnBrk="0" hangingPunct="1">
              <a:lnSpc>
                <a:spcPct val="90000"/>
              </a:lnSpc>
              <a:spcBef>
                <a:spcPts val="0"/>
              </a:spcBef>
              <a:spcAft>
                <a:spcPts val="0"/>
              </a:spcAft>
              <a:buClrTx/>
              <a:buSzTx/>
              <a:buFont typeface="Arial" pitchFamily="34" charset="0"/>
              <a:buNone/>
              <a:tabLst/>
              <a:defRPr sz="1000" b="1">
                <a:solidFill>
                  <a:schemeClr val="tx1"/>
                </a:solidFill>
              </a:defRPr>
            </a:lvl1pPr>
            <a:lvl4pPr marL="1371600" indent="0">
              <a:buNone/>
              <a:defRPr/>
            </a:lvl4pPr>
          </a:lstStyle>
          <a:p>
            <a:pPr marL="171450" marR="0" lvl="0" indent="-171450" algn="ctr" defTabSz="914400" rtl="0" eaLnBrk="1" fontAlgn="auto" latinLnBrk="0" hangingPunct="1">
              <a:lnSpc>
                <a:spcPct val="100000"/>
              </a:lnSpc>
              <a:spcBef>
                <a:spcPct val="20000"/>
              </a:spcBef>
              <a:spcAft>
                <a:spcPts val="0"/>
              </a:spcAft>
              <a:buClrTx/>
              <a:buSzTx/>
              <a:tabLst/>
              <a:defRPr/>
            </a:pPr>
            <a:r>
              <a:rPr lang="en-US" noProof="0"/>
              <a:t>First and Last name</a:t>
            </a:r>
          </a:p>
        </p:txBody>
      </p:sp>
      <p:sp>
        <p:nvSpPr>
          <p:cNvPr id="76" name="Text placeholder 5">
            <a:extLst>
              <a:ext uri="{FF2B5EF4-FFF2-40B4-BE49-F238E27FC236}">
                <a16:creationId xmlns:a16="http://schemas.microsoft.com/office/drawing/2014/main" id="{09E68937-7497-3B1C-8978-5218C6146F2D}"/>
              </a:ext>
            </a:extLst>
          </p:cNvPr>
          <p:cNvSpPr>
            <a:spLocks noGrp="1"/>
          </p:cNvSpPr>
          <p:nvPr>
            <p:ph type="body" sz="quarter" idx="85" hasCustomPrompt="1"/>
          </p:nvPr>
        </p:nvSpPr>
        <p:spPr>
          <a:xfrm>
            <a:off x="772630" y="5724901"/>
            <a:ext cx="1332000" cy="356677"/>
          </a:xfrm>
          <a:prstGeom prst="rect">
            <a:avLst/>
          </a:prstGeom>
        </p:spPr>
        <p:txBody>
          <a:bodyPr lIns="0" tIns="0" rIns="0" bIns="0">
            <a:noAutofit/>
          </a:bodyPr>
          <a:lstStyle>
            <a:lvl1pPr marL="0" marR="0" indent="-171450" algn="ctr" defTabSz="914400" rtl="0" eaLnBrk="1" fontAlgn="auto" latinLnBrk="0" hangingPunct="1">
              <a:lnSpc>
                <a:spcPct val="100000"/>
              </a:lnSpc>
              <a:spcBef>
                <a:spcPts val="0"/>
              </a:spcBef>
              <a:spcAft>
                <a:spcPts val="0"/>
              </a:spcAft>
              <a:buClrTx/>
              <a:buSzTx/>
              <a:buFont typeface="Arial" pitchFamily="34" charset="0"/>
              <a:buNone/>
              <a:tabLst/>
              <a:defRPr sz="1000" b="0">
                <a:solidFill>
                  <a:schemeClr val="tx1"/>
                </a:solidFill>
              </a:defRPr>
            </a:lvl1pPr>
            <a:lvl4pPr marL="1371600" indent="0">
              <a:buNone/>
              <a:defRPr/>
            </a:lvl4pPr>
          </a:lstStyle>
          <a:p>
            <a:pPr marL="171450" marR="0" lvl="0" indent="-171450" algn="ctr" defTabSz="914400" rtl="0" eaLnBrk="1" fontAlgn="auto" latinLnBrk="0" hangingPunct="1">
              <a:lnSpc>
                <a:spcPct val="100000"/>
              </a:lnSpc>
              <a:spcBef>
                <a:spcPct val="20000"/>
              </a:spcBef>
              <a:spcAft>
                <a:spcPts val="0"/>
              </a:spcAft>
              <a:buClrTx/>
              <a:buSzTx/>
              <a:tabLst/>
              <a:defRPr/>
            </a:pPr>
            <a:r>
              <a:rPr lang="en-US" noProof="0"/>
              <a:t>Job title or role</a:t>
            </a:r>
          </a:p>
        </p:txBody>
      </p:sp>
      <p:sp>
        <p:nvSpPr>
          <p:cNvPr id="77" name="Picture placeholder 5" descr="Photograph of First and Last name &#10;(person the slide is referencing)">
            <a:extLst>
              <a:ext uri="{FF2B5EF4-FFF2-40B4-BE49-F238E27FC236}">
                <a16:creationId xmlns:a16="http://schemas.microsoft.com/office/drawing/2014/main" id="{DB398322-BDC5-7AD1-81AF-003F8196DB66}"/>
              </a:ext>
            </a:extLst>
          </p:cNvPr>
          <p:cNvSpPr>
            <a:spLocks noGrp="1"/>
          </p:cNvSpPr>
          <p:nvPr>
            <p:ph type="pic" sz="quarter" idx="105" hasCustomPrompt="1"/>
          </p:nvPr>
        </p:nvSpPr>
        <p:spPr>
          <a:xfrm>
            <a:off x="3191256" y="4041648"/>
            <a:ext cx="1152144" cy="1152144"/>
          </a:xfrm>
          <a:prstGeom prst="rect">
            <a:avLst/>
          </a:prstGeom>
          <a:noFill/>
          <a:ln w="95250" cmpd="sng">
            <a:solidFill>
              <a:schemeClr val="bg1"/>
            </a:solidFill>
            <a:miter lim="800000"/>
          </a:ln>
          <a:effectLst>
            <a:outerShdw blurRad="152400" dist="50800" dir="2700000" algn="tl" rotWithShape="0">
              <a:schemeClr val="tx1">
                <a:alpha val="25478"/>
              </a:schemeClr>
            </a:outerShdw>
          </a:effectLst>
        </p:spPr>
        <p:txBody>
          <a:bodyPr lIns="182880" tIns="182880">
            <a:noAutofit/>
          </a:bodyPr>
          <a:lstStyle>
            <a:lvl1pPr marL="342900" indent="-342900">
              <a:buFont typeface="Arial" panose="020B0604020202020204" pitchFamily="34" charset="0"/>
              <a:buChar char="•"/>
              <a:defRPr lang="fr-FR" sz="1100">
                <a:cs typeface="Arial" pitchFamily="34" charset="0"/>
              </a:defRPr>
            </a:lvl1pPr>
          </a:lstStyle>
          <a:p>
            <a:pPr marL="0" lvl="0" indent="0">
              <a:buNone/>
            </a:pPr>
            <a:r>
              <a:rPr lang="en-US" sz="1200" noProof="0">
                <a:cs typeface="Arial" pitchFamily="34" charset="0"/>
              </a:rPr>
              <a:t>Click icon to add photo</a:t>
            </a:r>
          </a:p>
        </p:txBody>
      </p:sp>
      <p:sp>
        <p:nvSpPr>
          <p:cNvPr id="78" name="Text placeholder 5">
            <a:extLst>
              <a:ext uri="{FF2B5EF4-FFF2-40B4-BE49-F238E27FC236}">
                <a16:creationId xmlns:a16="http://schemas.microsoft.com/office/drawing/2014/main" id="{BF345552-43FD-CA3B-CBF3-A60FFDFB5EBF}"/>
              </a:ext>
            </a:extLst>
          </p:cNvPr>
          <p:cNvSpPr>
            <a:spLocks noGrp="1"/>
          </p:cNvSpPr>
          <p:nvPr>
            <p:ph type="body" sz="quarter" idx="89" hasCustomPrompt="1"/>
          </p:nvPr>
        </p:nvSpPr>
        <p:spPr>
          <a:xfrm>
            <a:off x="3096923" y="5367239"/>
            <a:ext cx="1332000" cy="282839"/>
          </a:xfrm>
          <a:prstGeom prst="rect">
            <a:avLst/>
          </a:prstGeom>
        </p:spPr>
        <p:txBody>
          <a:bodyPr lIns="0" tIns="0" rIns="0" bIns="0" anchor="b">
            <a:noAutofit/>
          </a:bodyPr>
          <a:lstStyle>
            <a:lvl1pPr marL="0" marR="0" indent="-171450" algn="ctr" defTabSz="914400" rtl="0" eaLnBrk="1" fontAlgn="auto" latinLnBrk="0" hangingPunct="1">
              <a:lnSpc>
                <a:spcPct val="90000"/>
              </a:lnSpc>
              <a:spcBef>
                <a:spcPts val="0"/>
              </a:spcBef>
              <a:spcAft>
                <a:spcPts val="0"/>
              </a:spcAft>
              <a:buClrTx/>
              <a:buSzTx/>
              <a:buFont typeface="Arial" pitchFamily="34" charset="0"/>
              <a:buNone/>
              <a:tabLst/>
              <a:defRPr sz="1000" b="1">
                <a:solidFill>
                  <a:schemeClr val="tx1"/>
                </a:solidFill>
              </a:defRPr>
            </a:lvl1pPr>
            <a:lvl4pPr marL="1371600" indent="0">
              <a:buNone/>
              <a:defRPr/>
            </a:lvl4pPr>
          </a:lstStyle>
          <a:p>
            <a:pPr marL="171450" marR="0" lvl="0" indent="-171450" algn="ctr" defTabSz="914400" rtl="0" eaLnBrk="1" fontAlgn="auto" latinLnBrk="0" hangingPunct="1">
              <a:lnSpc>
                <a:spcPct val="100000"/>
              </a:lnSpc>
              <a:spcBef>
                <a:spcPct val="20000"/>
              </a:spcBef>
              <a:spcAft>
                <a:spcPts val="0"/>
              </a:spcAft>
              <a:buClrTx/>
              <a:buSzTx/>
              <a:tabLst/>
              <a:defRPr/>
            </a:pPr>
            <a:r>
              <a:rPr lang="en-US" noProof="0"/>
              <a:t>First and Last name</a:t>
            </a:r>
          </a:p>
        </p:txBody>
      </p:sp>
      <p:sp>
        <p:nvSpPr>
          <p:cNvPr id="79" name="Text placeholder 5">
            <a:extLst>
              <a:ext uri="{FF2B5EF4-FFF2-40B4-BE49-F238E27FC236}">
                <a16:creationId xmlns:a16="http://schemas.microsoft.com/office/drawing/2014/main" id="{1C65CFED-6C08-2238-F0A9-1217AA0E4C63}"/>
              </a:ext>
            </a:extLst>
          </p:cNvPr>
          <p:cNvSpPr>
            <a:spLocks noGrp="1"/>
          </p:cNvSpPr>
          <p:nvPr>
            <p:ph type="body" sz="quarter" idx="88" hasCustomPrompt="1"/>
          </p:nvPr>
        </p:nvSpPr>
        <p:spPr>
          <a:xfrm>
            <a:off x="3096923" y="5724901"/>
            <a:ext cx="1332000" cy="356677"/>
          </a:xfrm>
          <a:prstGeom prst="rect">
            <a:avLst/>
          </a:prstGeom>
        </p:spPr>
        <p:txBody>
          <a:bodyPr lIns="0" tIns="0" rIns="0" bIns="0">
            <a:noAutofit/>
          </a:bodyPr>
          <a:lstStyle>
            <a:lvl1pPr marL="0" marR="0" indent="-171450" algn="ctr" defTabSz="914400" rtl="0" eaLnBrk="1" fontAlgn="auto" latinLnBrk="0" hangingPunct="1">
              <a:lnSpc>
                <a:spcPct val="100000"/>
              </a:lnSpc>
              <a:spcBef>
                <a:spcPts val="0"/>
              </a:spcBef>
              <a:spcAft>
                <a:spcPts val="0"/>
              </a:spcAft>
              <a:buClrTx/>
              <a:buSzTx/>
              <a:buFont typeface="Arial" pitchFamily="34" charset="0"/>
              <a:buNone/>
              <a:tabLst/>
              <a:defRPr sz="1000" b="0">
                <a:solidFill>
                  <a:schemeClr val="tx1"/>
                </a:solidFill>
              </a:defRPr>
            </a:lvl1pPr>
            <a:lvl4pPr marL="1371600" indent="0">
              <a:buNone/>
              <a:defRPr/>
            </a:lvl4pPr>
          </a:lstStyle>
          <a:p>
            <a:pPr marL="171450" marR="0" lvl="0" indent="-171450" algn="ctr" defTabSz="914400" rtl="0" eaLnBrk="1" fontAlgn="auto" latinLnBrk="0" hangingPunct="1">
              <a:lnSpc>
                <a:spcPct val="100000"/>
              </a:lnSpc>
              <a:spcBef>
                <a:spcPct val="20000"/>
              </a:spcBef>
              <a:spcAft>
                <a:spcPts val="0"/>
              </a:spcAft>
              <a:buClrTx/>
              <a:buSzTx/>
              <a:tabLst/>
              <a:defRPr/>
            </a:pPr>
            <a:r>
              <a:rPr lang="en-US" noProof="0"/>
              <a:t>Job title or role</a:t>
            </a:r>
          </a:p>
        </p:txBody>
      </p:sp>
      <p:sp>
        <p:nvSpPr>
          <p:cNvPr id="80" name="Picture placeholder 5" descr="Photograph of First and Last name &#10;(person the slide is referencing)">
            <a:extLst>
              <a:ext uri="{FF2B5EF4-FFF2-40B4-BE49-F238E27FC236}">
                <a16:creationId xmlns:a16="http://schemas.microsoft.com/office/drawing/2014/main" id="{6C7AE4E1-C7D3-A07E-F3B9-F7CFFC65D496}"/>
              </a:ext>
            </a:extLst>
          </p:cNvPr>
          <p:cNvSpPr>
            <a:spLocks noGrp="1"/>
          </p:cNvSpPr>
          <p:nvPr>
            <p:ph type="pic" sz="quarter" idx="106" hasCustomPrompt="1"/>
          </p:nvPr>
        </p:nvSpPr>
        <p:spPr>
          <a:xfrm>
            <a:off x="5522976" y="4041648"/>
            <a:ext cx="1152144" cy="1152144"/>
          </a:xfrm>
          <a:prstGeom prst="rect">
            <a:avLst/>
          </a:prstGeom>
          <a:noFill/>
          <a:ln w="95250" cmpd="sng">
            <a:solidFill>
              <a:schemeClr val="bg1"/>
            </a:solidFill>
            <a:miter lim="800000"/>
          </a:ln>
          <a:effectLst>
            <a:outerShdw blurRad="152400" dist="50800" dir="2700000" algn="tl" rotWithShape="0">
              <a:schemeClr val="tx1">
                <a:alpha val="25478"/>
              </a:schemeClr>
            </a:outerShdw>
          </a:effectLst>
        </p:spPr>
        <p:txBody>
          <a:bodyPr lIns="182880" tIns="182880">
            <a:noAutofit/>
          </a:bodyPr>
          <a:lstStyle>
            <a:lvl1pPr marL="342900" indent="-342900">
              <a:buFont typeface="Arial" panose="020B0604020202020204" pitchFamily="34" charset="0"/>
              <a:buChar char="•"/>
              <a:defRPr lang="fr-FR" sz="1100">
                <a:cs typeface="Arial" pitchFamily="34" charset="0"/>
              </a:defRPr>
            </a:lvl1pPr>
          </a:lstStyle>
          <a:p>
            <a:pPr marL="0" lvl="0" indent="0">
              <a:buNone/>
            </a:pPr>
            <a:r>
              <a:rPr lang="en-US" sz="1200" noProof="0">
                <a:cs typeface="Arial" pitchFamily="34" charset="0"/>
              </a:rPr>
              <a:t>Click icon to add photo</a:t>
            </a:r>
          </a:p>
        </p:txBody>
      </p:sp>
      <p:sp>
        <p:nvSpPr>
          <p:cNvPr id="81" name="Text placeholder 5">
            <a:extLst>
              <a:ext uri="{FF2B5EF4-FFF2-40B4-BE49-F238E27FC236}">
                <a16:creationId xmlns:a16="http://schemas.microsoft.com/office/drawing/2014/main" id="{D813AAFA-8DF6-DA12-A665-D2D4727E1AA9}"/>
              </a:ext>
            </a:extLst>
          </p:cNvPr>
          <p:cNvSpPr>
            <a:spLocks noGrp="1"/>
          </p:cNvSpPr>
          <p:nvPr>
            <p:ph type="body" sz="quarter" idx="92" hasCustomPrompt="1"/>
          </p:nvPr>
        </p:nvSpPr>
        <p:spPr>
          <a:xfrm>
            <a:off x="5431389" y="5367239"/>
            <a:ext cx="1332000" cy="282839"/>
          </a:xfrm>
          <a:prstGeom prst="rect">
            <a:avLst/>
          </a:prstGeom>
        </p:spPr>
        <p:txBody>
          <a:bodyPr lIns="0" tIns="0" rIns="0" bIns="0" anchor="b">
            <a:noAutofit/>
          </a:bodyPr>
          <a:lstStyle>
            <a:lvl1pPr marL="0" marR="0" indent="-171450" algn="ctr" defTabSz="914400" rtl="0" eaLnBrk="1" fontAlgn="auto" latinLnBrk="0" hangingPunct="1">
              <a:lnSpc>
                <a:spcPct val="90000"/>
              </a:lnSpc>
              <a:spcBef>
                <a:spcPts val="0"/>
              </a:spcBef>
              <a:spcAft>
                <a:spcPts val="0"/>
              </a:spcAft>
              <a:buClrTx/>
              <a:buSzTx/>
              <a:buFont typeface="Arial" pitchFamily="34" charset="0"/>
              <a:buNone/>
              <a:tabLst/>
              <a:defRPr sz="1000" b="1">
                <a:solidFill>
                  <a:schemeClr val="tx1"/>
                </a:solidFill>
              </a:defRPr>
            </a:lvl1pPr>
            <a:lvl4pPr marL="1371600" indent="0">
              <a:buNone/>
              <a:defRPr/>
            </a:lvl4pPr>
          </a:lstStyle>
          <a:p>
            <a:pPr marL="171450" marR="0" lvl="0" indent="-171450" algn="ctr" defTabSz="914400" rtl="0" eaLnBrk="1" fontAlgn="auto" latinLnBrk="0" hangingPunct="1">
              <a:lnSpc>
                <a:spcPct val="100000"/>
              </a:lnSpc>
              <a:spcBef>
                <a:spcPct val="20000"/>
              </a:spcBef>
              <a:spcAft>
                <a:spcPts val="0"/>
              </a:spcAft>
              <a:buClrTx/>
              <a:buSzTx/>
              <a:tabLst/>
              <a:defRPr/>
            </a:pPr>
            <a:r>
              <a:rPr lang="en-US" noProof="0"/>
              <a:t>First and Last name</a:t>
            </a:r>
          </a:p>
        </p:txBody>
      </p:sp>
      <p:sp>
        <p:nvSpPr>
          <p:cNvPr id="82" name="Text placeholder 5">
            <a:extLst>
              <a:ext uri="{FF2B5EF4-FFF2-40B4-BE49-F238E27FC236}">
                <a16:creationId xmlns:a16="http://schemas.microsoft.com/office/drawing/2014/main" id="{A7DEF59E-319D-9591-63E8-1B800A80D31C}"/>
              </a:ext>
            </a:extLst>
          </p:cNvPr>
          <p:cNvSpPr>
            <a:spLocks noGrp="1"/>
          </p:cNvSpPr>
          <p:nvPr>
            <p:ph type="body" sz="quarter" idx="91" hasCustomPrompt="1"/>
          </p:nvPr>
        </p:nvSpPr>
        <p:spPr>
          <a:xfrm>
            <a:off x="5431389" y="5724901"/>
            <a:ext cx="1332000" cy="356677"/>
          </a:xfrm>
          <a:prstGeom prst="rect">
            <a:avLst/>
          </a:prstGeom>
        </p:spPr>
        <p:txBody>
          <a:bodyPr lIns="0" tIns="0" rIns="0" bIns="0">
            <a:noAutofit/>
          </a:bodyPr>
          <a:lstStyle>
            <a:lvl1pPr marL="0" marR="0" indent="-171450" algn="ctr" defTabSz="914400" rtl="0" eaLnBrk="1" fontAlgn="auto" latinLnBrk="0" hangingPunct="1">
              <a:lnSpc>
                <a:spcPct val="100000"/>
              </a:lnSpc>
              <a:spcBef>
                <a:spcPts val="0"/>
              </a:spcBef>
              <a:spcAft>
                <a:spcPts val="0"/>
              </a:spcAft>
              <a:buClrTx/>
              <a:buSzTx/>
              <a:buFont typeface="Arial" pitchFamily="34" charset="0"/>
              <a:buNone/>
              <a:tabLst/>
              <a:defRPr sz="1000" b="0">
                <a:solidFill>
                  <a:schemeClr val="tx1"/>
                </a:solidFill>
              </a:defRPr>
            </a:lvl1pPr>
            <a:lvl4pPr marL="1371600" indent="0">
              <a:buNone/>
              <a:defRPr/>
            </a:lvl4pPr>
          </a:lstStyle>
          <a:p>
            <a:pPr marL="171450" marR="0" lvl="0" indent="-171450" algn="ctr" defTabSz="914400" rtl="0" eaLnBrk="1" fontAlgn="auto" latinLnBrk="0" hangingPunct="1">
              <a:lnSpc>
                <a:spcPct val="100000"/>
              </a:lnSpc>
              <a:spcBef>
                <a:spcPct val="20000"/>
              </a:spcBef>
              <a:spcAft>
                <a:spcPts val="0"/>
              </a:spcAft>
              <a:buClrTx/>
              <a:buSzTx/>
              <a:tabLst/>
              <a:defRPr/>
            </a:pPr>
            <a:r>
              <a:rPr lang="en-US" noProof="0"/>
              <a:t>Job title or role</a:t>
            </a:r>
          </a:p>
        </p:txBody>
      </p:sp>
      <p:sp>
        <p:nvSpPr>
          <p:cNvPr id="83" name="Picture placeholder 5" descr="Photograph of First and Last name &#10;(person the slide is referencing)">
            <a:extLst>
              <a:ext uri="{FF2B5EF4-FFF2-40B4-BE49-F238E27FC236}">
                <a16:creationId xmlns:a16="http://schemas.microsoft.com/office/drawing/2014/main" id="{CA89A590-686C-BEB3-E272-C48BF67718E7}"/>
              </a:ext>
            </a:extLst>
          </p:cNvPr>
          <p:cNvSpPr>
            <a:spLocks noGrp="1"/>
          </p:cNvSpPr>
          <p:nvPr>
            <p:ph type="pic" sz="quarter" idx="107" hasCustomPrompt="1"/>
          </p:nvPr>
        </p:nvSpPr>
        <p:spPr>
          <a:xfrm>
            <a:off x="7854696" y="4041648"/>
            <a:ext cx="1152144" cy="1152144"/>
          </a:xfrm>
          <a:prstGeom prst="rect">
            <a:avLst/>
          </a:prstGeom>
          <a:noFill/>
          <a:ln w="95250" cmpd="sng">
            <a:solidFill>
              <a:schemeClr val="bg1"/>
            </a:solidFill>
            <a:miter lim="800000"/>
          </a:ln>
          <a:effectLst>
            <a:outerShdw blurRad="152400" dist="50800" dir="2700000" algn="tl" rotWithShape="0">
              <a:schemeClr val="tx1">
                <a:alpha val="25478"/>
              </a:schemeClr>
            </a:outerShdw>
          </a:effectLst>
        </p:spPr>
        <p:txBody>
          <a:bodyPr lIns="182880" tIns="182880">
            <a:noAutofit/>
          </a:bodyPr>
          <a:lstStyle>
            <a:lvl1pPr marL="342900" indent="-342900">
              <a:buFont typeface="Arial" panose="020B0604020202020204" pitchFamily="34" charset="0"/>
              <a:buChar char="•"/>
              <a:defRPr lang="fr-FR" sz="1100">
                <a:cs typeface="Arial" pitchFamily="34" charset="0"/>
              </a:defRPr>
            </a:lvl1pPr>
          </a:lstStyle>
          <a:p>
            <a:pPr marL="0" lvl="0" indent="0">
              <a:buNone/>
            </a:pPr>
            <a:r>
              <a:rPr lang="en-US" sz="1200" noProof="0">
                <a:cs typeface="Arial" pitchFamily="34" charset="0"/>
              </a:rPr>
              <a:t>Click icon to add photo</a:t>
            </a:r>
          </a:p>
        </p:txBody>
      </p:sp>
      <p:sp>
        <p:nvSpPr>
          <p:cNvPr id="84" name="Text placeholder 5">
            <a:extLst>
              <a:ext uri="{FF2B5EF4-FFF2-40B4-BE49-F238E27FC236}">
                <a16:creationId xmlns:a16="http://schemas.microsoft.com/office/drawing/2014/main" id="{62E75F92-DCE3-7CAC-54D5-E223958851CE}"/>
              </a:ext>
            </a:extLst>
          </p:cNvPr>
          <p:cNvSpPr>
            <a:spLocks noGrp="1"/>
          </p:cNvSpPr>
          <p:nvPr>
            <p:ph type="body" sz="quarter" idx="95" hasCustomPrompt="1"/>
          </p:nvPr>
        </p:nvSpPr>
        <p:spPr>
          <a:xfrm>
            <a:off x="7765801" y="5367239"/>
            <a:ext cx="1332000" cy="282839"/>
          </a:xfrm>
          <a:prstGeom prst="rect">
            <a:avLst/>
          </a:prstGeom>
        </p:spPr>
        <p:txBody>
          <a:bodyPr lIns="0" tIns="0" rIns="0" bIns="0" anchor="b">
            <a:noAutofit/>
          </a:bodyPr>
          <a:lstStyle>
            <a:lvl1pPr marL="0" marR="0" indent="-171450" algn="ctr" defTabSz="914400" rtl="0" eaLnBrk="1" fontAlgn="auto" latinLnBrk="0" hangingPunct="1">
              <a:lnSpc>
                <a:spcPct val="90000"/>
              </a:lnSpc>
              <a:spcBef>
                <a:spcPts val="0"/>
              </a:spcBef>
              <a:spcAft>
                <a:spcPts val="0"/>
              </a:spcAft>
              <a:buClrTx/>
              <a:buSzTx/>
              <a:buFont typeface="Arial" pitchFamily="34" charset="0"/>
              <a:buNone/>
              <a:tabLst/>
              <a:defRPr sz="1000" b="1">
                <a:solidFill>
                  <a:schemeClr val="tx1"/>
                </a:solidFill>
              </a:defRPr>
            </a:lvl1pPr>
            <a:lvl4pPr marL="1371600" indent="0">
              <a:buNone/>
              <a:defRPr/>
            </a:lvl4pPr>
          </a:lstStyle>
          <a:p>
            <a:pPr marL="171450" marR="0" lvl="0" indent="-171450" algn="ctr" defTabSz="914400" rtl="0" eaLnBrk="1" fontAlgn="auto" latinLnBrk="0" hangingPunct="1">
              <a:lnSpc>
                <a:spcPct val="100000"/>
              </a:lnSpc>
              <a:spcBef>
                <a:spcPct val="20000"/>
              </a:spcBef>
              <a:spcAft>
                <a:spcPts val="0"/>
              </a:spcAft>
              <a:buClrTx/>
              <a:buSzTx/>
              <a:tabLst/>
              <a:defRPr/>
            </a:pPr>
            <a:r>
              <a:rPr lang="en-US" noProof="0"/>
              <a:t>First and Last name</a:t>
            </a:r>
          </a:p>
        </p:txBody>
      </p:sp>
      <p:sp>
        <p:nvSpPr>
          <p:cNvPr id="85" name="Text placeholder 5">
            <a:extLst>
              <a:ext uri="{FF2B5EF4-FFF2-40B4-BE49-F238E27FC236}">
                <a16:creationId xmlns:a16="http://schemas.microsoft.com/office/drawing/2014/main" id="{80CDE410-C3B4-49CF-020A-7A4BF252ECD7}"/>
              </a:ext>
            </a:extLst>
          </p:cNvPr>
          <p:cNvSpPr>
            <a:spLocks noGrp="1"/>
          </p:cNvSpPr>
          <p:nvPr>
            <p:ph type="body" sz="quarter" idx="94" hasCustomPrompt="1"/>
          </p:nvPr>
        </p:nvSpPr>
        <p:spPr>
          <a:xfrm>
            <a:off x="7765801" y="5724901"/>
            <a:ext cx="1332000" cy="356677"/>
          </a:xfrm>
          <a:prstGeom prst="rect">
            <a:avLst/>
          </a:prstGeom>
        </p:spPr>
        <p:txBody>
          <a:bodyPr lIns="0" tIns="0" rIns="0" bIns="0">
            <a:noAutofit/>
          </a:bodyPr>
          <a:lstStyle>
            <a:lvl1pPr marL="0" marR="0" indent="-171450" algn="ctr" defTabSz="914400" rtl="0" eaLnBrk="1" fontAlgn="auto" latinLnBrk="0" hangingPunct="1">
              <a:lnSpc>
                <a:spcPct val="100000"/>
              </a:lnSpc>
              <a:spcBef>
                <a:spcPts val="0"/>
              </a:spcBef>
              <a:spcAft>
                <a:spcPts val="0"/>
              </a:spcAft>
              <a:buClrTx/>
              <a:buSzTx/>
              <a:buFont typeface="Arial" pitchFamily="34" charset="0"/>
              <a:buNone/>
              <a:tabLst/>
              <a:defRPr sz="1000" b="0">
                <a:solidFill>
                  <a:schemeClr val="tx1"/>
                </a:solidFill>
              </a:defRPr>
            </a:lvl1pPr>
            <a:lvl4pPr marL="1371600" indent="0">
              <a:buNone/>
              <a:defRPr/>
            </a:lvl4pPr>
          </a:lstStyle>
          <a:p>
            <a:pPr marL="171450" marR="0" lvl="0" indent="-171450" algn="ctr" defTabSz="914400" rtl="0" eaLnBrk="1" fontAlgn="auto" latinLnBrk="0" hangingPunct="1">
              <a:lnSpc>
                <a:spcPct val="100000"/>
              </a:lnSpc>
              <a:spcBef>
                <a:spcPct val="20000"/>
              </a:spcBef>
              <a:spcAft>
                <a:spcPts val="0"/>
              </a:spcAft>
              <a:buClrTx/>
              <a:buSzTx/>
              <a:tabLst/>
              <a:defRPr/>
            </a:pPr>
            <a:r>
              <a:rPr lang="en-US" noProof="0"/>
              <a:t>Job title or role</a:t>
            </a:r>
          </a:p>
        </p:txBody>
      </p:sp>
      <p:sp>
        <p:nvSpPr>
          <p:cNvPr id="86" name="Picture placeholder 5" descr="Photograph of First and Last name &#10;(person the slide is referencing)">
            <a:extLst>
              <a:ext uri="{FF2B5EF4-FFF2-40B4-BE49-F238E27FC236}">
                <a16:creationId xmlns:a16="http://schemas.microsoft.com/office/drawing/2014/main" id="{4D5B701E-CF83-43D3-53AE-489AE08B2FFA}"/>
              </a:ext>
            </a:extLst>
          </p:cNvPr>
          <p:cNvSpPr>
            <a:spLocks noGrp="1"/>
          </p:cNvSpPr>
          <p:nvPr>
            <p:ph type="pic" sz="quarter" idx="108" hasCustomPrompt="1"/>
          </p:nvPr>
        </p:nvSpPr>
        <p:spPr>
          <a:xfrm>
            <a:off x="10186416" y="4041648"/>
            <a:ext cx="1152144" cy="1152144"/>
          </a:xfrm>
          <a:prstGeom prst="rect">
            <a:avLst/>
          </a:prstGeom>
          <a:noFill/>
          <a:ln w="95250" cmpd="sng">
            <a:solidFill>
              <a:schemeClr val="bg1"/>
            </a:solidFill>
            <a:miter lim="800000"/>
          </a:ln>
          <a:effectLst>
            <a:outerShdw blurRad="152400" dist="50800" dir="2700000" algn="tl" rotWithShape="0">
              <a:schemeClr val="tx1">
                <a:alpha val="25478"/>
              </a:schemeClr>
            </a:outerShdw>
          </a:effectLst>
        </p:spPr>
        <p:txBody>
          <a:bodyPr lIns="182880" tIns="182880">
            <a:noAutofit/>
          </a:bodyPr>
          <a:lstStyle>
            <a:lvl1pPr marL="342900" indent="-342900">
              <a:buFont typeface="Arial" panose="020B0604020202020204" pitchFamily="34" charset="0"/>
              <a:buChar char="•"/>
              <a:defRPr lang="fr-FR" sz="1100">
                <a:cs typeface="Arial" pitchFamily="34" charset="0"/>
              </a:defRPr>
            </a:lvl1pPr>
          </a:lstStyle>
          <a:p>
            <a:pPr marL="0" lvl="0" indent="0">
              <a:buNone/>
            </a:pPr>
            <a:r>
              <a:rPr lang="en-US" sz="1200" noProof="0">
                <a:cs typeface="Arial" pitchFamily="34" charset="0"/>
              </a:rPr>
              <a:t>Click icon to add photo</a:t>
            </a:r>
          </a:p>
        </p:txBody>
      </p:sp>
      <p:sp>
        <p:nvSpPr>
          <p:cNvPr id="87" name="Text placeholder 5">
            <a:extLst>
              <a:ext uri="{FF2B5EF4-FFF2-40B4-BE49-F238E27FC236}">
                <a16:creationId xmlns:a16="http://schemas.microsoft.com/office/drawing/2014/main" id="{0A08428B-F243-D913-409A-B863F30EBD28}"/>
              </a:ext>
            </a:extLst>
          </p:cNvPr>
          <p:cNvSpPr>
            <a:spLocks noGrp="1"/>
          </p:cNvSpPr>
          <p:nvPr>
            <p:ph type="body" sz="quarter" idx="98" hasCustomPrompt="1"/>
          </p:nvPr>
        </p:nvSpPr>
        <p:spPr>
          <a:xfrm>
            <a:off x="10093238" y="5367239"/>
            <a:ext cx="1332000" cy="282839"/>
          </a:xfrm>
          <a:prstGeom prst="rect">
            <a:avLst/>
          </a:prstGeom>
        </p:spPr>
        <p:txBody>
          <a:bodyPr lIns="0" tIns="0" rIns="0" bIns="0" anchor="b">
            <a:noAutofit/>
          </a:bodyPr>
          <a:lstStyle>
            <a:lvl1pPr marL="0" marR="0" indent="-171450" algn="ctr" defTabSz="914400" rtl="0" eaLnBrk="1" fontAlgn="auto" latinLnBrk="0" hangingPunct="1">
              <a:lnSpc>
                <a:spcPct val="90000"/>
              </a:lnSpc>
              <a:spcBef>
                <a:spcPts val="0"/>
              </a:spcBef>
              <a:spcAft>
                <a:spcPts val="0"/>
              </a:spcAft>
              <a:buClrTx/>
              <a:buSzTx/>
              <a:buFont typeface="Arial" pitchFamily="34" charset="0"/>
              <a:buNone/>
              <a:tabLst/>
              <a:defRPr sz="1000" b="1">
                <a:solidFill>
                  <a:schemeClr val="tx1"/>
                </a:solidFill>
              </a:defRPr>
            </a:lvl1pPr>
            <a:lvl4pPr marL="1371600" indent="0">
              <a:buNone/>
              <a:defRPr/>
            </a:lvl4pPr>
          </a:lstStyle>
          <a:p>
            <a:pPr marL="171450" marR="0" lvl="0" indent="-171450" algn="ctr" defTabSz="914400" rtl="0" eaLnBrk="1" fontAlgn="auto" latinLnBrk="0" hangingPunct="1">
              <a:lnSpc>
                <a:spcPct val="100000"/>
              </a:lnSpc>
              <a:spcBef>
                <a:spcPct val="20000"/>
              </a:spcBef>
              <a:spcAft>
                <a:spcPts val="0"/>
              </a:spcAft>
              <a:buClrTx/>
              <a:buSzTx/>
              <a:tabLst/>
              <a:defRPr/>
            </a:pPr>
            <a:r>
              <a:rPr lang="en-US" noProof="0"/>
              <a:t>First and Last name</a:t>
            </a:r>
          </a:p>
        </p:txBody>
      </p:sp>
      <p:sp>
        <p:nvSpPr>
          <p:cNvPr id="88" name="Text placeholder 5">
            <a:extLst>
              <a:ext uri="{FF2B5EF4-FFF2-40B4-BE49-F238E27FC236}">
                <a16:creationId xmlns:a16="http://schemas.microsoft.com/office/drawing/2014/main" id="{BE699E39-5A18-3E54-C0F2-67BEB0C064EA}"/>
              </a:ext>
            </a:extLst>
          </p:cNvPr>
          <p:cNvSpPr>
            <a:spLocks noGrp="1"/>
          </p:cNvSpPr>
          <p:nvPr>
            <p:ph type="body" sz="quarter" idx="97" hasCustomPrompt="1"/>
          </p:nvPr>
        </p:nvSpPr>
        <p:spPr>
          <a:xfrm>
            <a:off x="10093238" y="5724901"/>
            <a:ext cx="1332000" cy="356677"/>
          </a:xfrm>
          <a:prstGeom prst="rect">
            <a:avLst/>
          </a:prstGeom>
        </p:spPr>
        <p:txBody>
          <a:bodyPr lIns="0" tIns="0" rIns="0" bIns="0">
            <a:noAutofit/>
          </a:bodyPr>
          <a:lstStyle>
            <a:lvl1pPr marL="0" marR="0" indent="-171450" algn="ctr" defTabSz="914400" rtl="0" eaLnBrk="1" fontAlgn="auto" latinLnBrk="0" hangingPunct="1">
              <a:lnSpc>
                <a:spcPct val="100000"/>
              </a:lnSpc>
              <a:spcBef>
                <a:spcPts val="0"/>
              </a:spcBef>
              <a:spcAft>
                <a:spcPts val="0"/>
              </a:spcAft>
              <a:buClrTx/>
              <a:buSzTx/>
              <a:buFont typeface="Arial" pitchFamily="34" charset="0"/>
              <a:buNone/>
              <a:tabLst/>
              <a:defRPr sz="1000" b="0">
                <a:solidFill>
                  <a:schemeClr val="tx1"/>
                </a:solidFill>
              </a:defRPr>
            </a:lvl1pPr>
            <a:lvl4pPr marL="1371600" indent="0">
              <a:buNone/>
              <a:defRPr/>
            </a:lvl4pPr>
          </a:lstStyle>
          <a:p>
            <a:pPr marL="171450" marR="0" lvl="0" indent="-171450" algn="ctr" defTabSz="914400" rtl="0" eaLnBrk="1" fontAlgn="auto" latinLnBrk="0" hangingPunct="1">
              <a:lnSpc>
                <a:spcPct val="100000"/>
              </a:lnSpc>
              <a:spcBef>
                <a:spcPct val="20000"/>
              </a:spcBef>
              <a:spcAft>
                <a:spcPts val="0"/>
              </a:spcAft>
              <a:buClrTx/>
              <a:buSzTx/>
              <a:tabLst/>
              <a:defRPr/>
            </a:pPr>
            <a:r>
              <a:rPr lang="en-US" noProof="0"/>
              <a:t>Job title or role</a:t>
            </a:r>
          </a:p>
        </p:txBody>
      </p:sp>
      <p:sp>
        <p:nvSpPr>
          <p:cNvPr id="3" name="Footer Placeholder 2">
            <a:extLst>
              <a:ext uri="{FF2B5EF4-FFF2-40B4-BE49-F238E27FC236}">
                <a16:creationId xmlns:a16="http://schemas.microsoft.com/office/drawing/2014/main" id="{DAAF0419-6770-892C-3061-9D79FF673D37}"/>
              </a:ext>
              <a:ext uri="{C183D7F6-B498-43B3-948B-1728B52AA6E4}">
                <adec:decorative xmlns:adec="http://schemas.microsoft.com/office/drawing/2017/decorative" val="1"/>
              </a:ext>
            </a:extLst>
          </p:cNvPr>
          <p:cNvSpPr>
            <a:spLocks noGrp="1"/>
          </p:cNvSpPr>
          <p:nvPr userDrawn="1">
            <p:ph type="ftr" sz="quarter" idx="112"/>
          </p:nvPr>
        </p:nvSpPr>
        <p:spPr>
          <a:xfrm>
            <a:off x="4038600" y="7052789"/>
            <a:ext cx="4114800" cy="137160"/>
          </a:xfrm>
        </p:spPr>
        <p:txBody>
          <a:bodyPr/>
          <a:lstStyle/>
          <a:p>
            <a:endParaRPr lang="en-US" noProof="0"/>
          </a:p>
        </p:txBody>
      </p:sp>
      <p:sp>
        <p:nvSpPr>
          <p:cNvPr id="13" name="Slide Number Placeholder 12">
            <a:extLst>
              <a:ext uri="{FF2B5EF4-FFF2-40B4-BE49-F238E27FC236}">
                <a16:creationId xmlns:a16="http://schemas.microsoft.com/office/drawing/2014/main" id="{CFC32E26-E2EE-BEA4-9A03-54981F58FE77}"/>
              </a:ext>
              <a:ext uri="{C183D7F6-B498-43B3-948B-1728B52AA6E4}">
                <adec:decorative xmlns:adec="http://schemas.microsoft.com/office/drawing/2017/decorative" val="1"/>
              </a:ext>
            </a:extLst>
          </p:cNvPr>
          <p:cNvSpPr>
            <a:spLocks noGrp="1"/>
          </p:cNvSpPr>
          <p:nvPr userDrawn="1">
            <p:ph type="sldNum" sz="quarter" idx="111"/>
          </p:nvPr>
        </p:nvSpPr>
        <p:spPr/>
        <p:txBody>
          <a:bodyPr/>
          <a:lstStyle/>
          <a:p>
            <a:fld id="{525A3C56-E491-49B2-93F3-63532DF516BC}" type="slidenum">
              <a:rPr lang="en-US" noProof="0" smtClean="0"/>
              <a:pPr/>
              <a:t>‹n°›</a:t>
            </a:fld>
            <a:endParaRPr lang="en-US" noProof="0"/>
          </a:p>
        </p:txBody>
      </p:sp>
    </p:spTree>
    <p:extLst>
      <p:ext uri="{BB962C8B-B14F-4D97-AF65-F5344CB8AC3E}">
        <p14:creationId xmlns:p14="http://schemas.microsoft.com/office/powerpoint/2010/main" val="2531489866"/>
      </p:ext>
    </p:extLst>
  </p:cSld>
  <p:clrMapOvr>
    <a:masterClrMapping/>
  </p:clrMapOvr>
  <p:transition/>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Team - 10B">
    <p:spTree>
      <p:nvGrpSpPr>
        <p:cNvPr id="1" name=""/>
        <p:cNvGrpSpPr/>
        <p:nvPr/>
      </p:nvGrpSpPr>
      <p:grpSpPr>
        <a:xfrm>
          <a:off x="0" y="0"/>
          <a:ext cx="0" cy="0"/>
          <a:chOff x="0" y="0"/>
          <a:chExt cx="0" cy="0"/>
        </a:xfrm>
      </p:grpSpPr>
      <p:sp>
        <p:nvSpPr>
          <p:cNvPr id="34" name="Title 1">
            <a:extLst>
              <a:ext uri="{FF2B5EF4-FFF2-40B4-BE49-F238E27FC236}">
                <a16:creationId xmlns:a16="http://schemas.microsoft.com/office/drawing/2014/main" id="{13DF76B2-8FA9-D54D-9F04-3EBFADE2D42F}"/>
              </a:ext>
            </a:extLst>
          </p:cNvPr>
          <p:cNvSpPr>
            <a:spLocks noGrp="1"/>
          </p:cNvSpPr>
          <p:nvPr>
            <p:ph type="title" hasCustomPrompt="1"/>
          </p:nvPr>
        </p:nvSpPr>
        <p:spPr>
          <a:xfrm>
            <a:off x="765737" y="683246"/>
            <a:ext cx="10676438" cy="531097"/>
          </a:xfrm>
          <a:noFill/>
        </p:spPr>
        <p:txBody>
          <a:bodyPr>
            <a:noAutofit/>
          </a:bodyPr>
          <a:lstStyle>
            <a:lvl1pPr>
              <a:defRPr sz="2800">
                <a:solidFill>
                  <a:schemeClr val="tx1"/>
                </a:solidFill>
              </a:defRPr>
            </a:lvl1pPr>
          </a:lstStyle>
          <a:p>
            <a:r>
              <a:rPr lang="en-US" noProof="0"/>
              <a:t>Team slide with 10 individuals (layout B) – click to add title</a:t>
            </a:r>
          </a:p>
        </p:txBody>
      </p:sp>
      <p:grpSp>
        <p:nvGrpSpPr>
          <p:cNvPr id="4" name="Group 3">
            <a:extLst>
              <a:ext uri="{FF2B5EF4-FFF2-40B4-BE49-F238E27FC236}">
                <a16:creationId xmlns:a16="http://schemas.microsoft.com/office/drawing/2014/main" id="{34E87E92-08FD-A2A7-FE01-239749BBB24B}"/>
              </a:ext>
              <a:ext uri="{C183D7F6-B498-43B3-948B-1728B52AA6E4}">
                <adec:decorative xmlns:adec="http://schemas.microsoft.com/office/drawing/2017/decorative" val="1"/>
              </a:ext>
            </a:extLst>
          </p:cNvPr>
          <p:cNvGrpSpPr/>
          <p:nvPr userDrawn="1"/>
        </p:nvGrpSpPr>
        <p:grpSpPr>
          <a:xfrm>
            <a:off x="0" y="1417320"/>
            <a:ext cx="12193200" cy="4686324"/>
            <a:chOff x="0" y="1417320"/>
            <a:chExt cx="12193200" cy="4686324"/>
          </a:xfrm>
        </p:grpSpPr>
        <p:sp>
          <p:nvSpPr>
            <p:cNvPr id="5" name="TextBox 4">
              <a:extLst>
                <a:ext uri="{FF2B5EF4-FFF2-40B4-BE49-F238E27FC236}">
                  <a16:creationId xmlns:a16="http://schemas.microsoft.com/office/drawing/2014/main" id="{A7FF2CC3-FE6C-26AE-3D44-9D64095C5886}"/>
                </a:ext>
                <a:ext uri="{C183D7F6-B498-43B3-948B-1728B52AA6E4}">
                  <adec:decorative xmlns:adec="http://schemas.microsoft.com/office/drawing/2017/decorative" val="1"/>
                </a:ext>
              </a:extLst>
            </p:cNvPr>
            <p:cNvSpPr txBox="1"/>
            <p:nvPr userDrawn="1"/>
          </p:nvSpPr>
          <p:spPr>
            <a:xfrm>
              <a:off x="0" y="1525320"/>
              <a:ext cx="12192000" cy="4578324"/>
            </a:xfrm>
            <a:prstGeom prst="rect">
              <a:avLst/>
            </a:prstGeom>
            <a:solidFill>
              <a:srgbClr val="F8F8F8"/>
            </a:solidFill>
          </p:spPr>
          <p:txBody>
            <a:bodyPr vert="horz" wrap="square" lIns="0" tIns="0" rIns="0" bIns="0" rtlCol="0" anchor="t" anchorCtr="0">
              <a:normAutofit/>
            </a:bodyPr>
            <a:lstStyle/>
            <a:p>
              <a:pPr algn="l"/>
              <a:endParaRPr lang="en-US" noProof="0"/>
            </a:p>
          </p:txBody>
        </p:sp>
        <p:sp>
          <p:nvSpPr>
            <p:cNvPr id="6" name="TextBox 5">
              <a:extLst>
                <a:ext uri="{FF2B5EF4-FFF2-40B4-BE49-F238E27FC236}">
                  <a16:creationId xmlns:a16="http://schemas.microsoft.com/office/drawing/2014/main" id="{1747A736-F0E2-6BFE-838D-1A61CFF423F1}"/>
                </a:ext>
                <a:ext uri="{C183D7F6-B498-43B3-948B-1728B52AA6E4}">
                  <adec:decorative xmlns:adec="http://schemas.microsoft.com/office/drawing/2017/decorative" val="1"/>
                </a:ext>
              </a:extLst>
            </p:cNvPr>
            <p:cNvSpPr txBox="1"/>
            <p:nvPr userDrawn="1"/>
          </p:nvSpPr>
          <p:spPr>
            <a:xfrm>
              <a:off x="0" y="1417320"/>
              <a:ext cx="12193200" cy="108000"/>
            </a:xfrm>
            <a:prstGeom prst="rect">
              <a:avLst/>
            </a:prstGeom>
            <a:gradFill>
              <a:gsLst>
                <a:gs pos="0">
                  <a:srgbClr val="FFCDD2"/>
                </a:gs>
                <a:gs pos="33000">
                  <a:srgbClr val="FF6A00"/>
                </a:gs>
                <a:gs pos="66000">
                  <a:srgbClr val="E31937"/>
                </a:gs>
                <a:gs pos="100000">
                  <a:srgbClr val="991F3D"/>
                </a:gs>
              </a:gsLst>
              <a:lin ang="10800000" scaled="0"/>
            </a:gradFill>
          </p:spPr>
          <p:txBody>
            <a:bodyPr vert="horz" wrap="square" lIns="0" tIns="0" rIns="0" bIns="0" rtlCol="0" anchor="t" anchorCtr="0">
              <a:normAutofit fontScale="40000" lnSpcReduction="20000"/>
            </a:bodyPr>
            <a:lstStyle/>
            <a:p>
              <a:pPr algn="l"/>
              <a:endParaRPr lang="en-US" noProof="0"/>
            </a:p>
          </p:txBody>
        </p:sp>
      </p:grpSp>
      <p:sp>
        <p:nvSpPr>
          <p:cNvPr id="56" name="Picture placeholder 5" descr="Photograph of First and Last name &#10;(person the slide is referencing)">
            <a:extLst>
              <a:ext uri="{FF2B5EF4-FFF2-40B4-BE49-F238E27FC236}">
                <a16:creationId xmlns:a16="http://schemas.microsoft.com/office/drawing/2014/main" id="{83BC0750-8119-F69A-32AD-9EE149AA78EE}"/>
              </a:ext>
            </a:extLst>
          </p:cNvPr>
          <p:cNvSpPr>
            <a:spLocks noGrp="1" noChangeAspect="1"/>
          </p:cNvSpPr>
          <p:nvPr>
            <p:ph type="pic" sz="quarter" idx="26" hasCustomPrompt="1"/>
          </p:nvPr>
        </p:nvSpPr>
        <p:spPr>
          <a:xfrm>
            <a:off x="859536" y="1746504"/>
            <a:ext cx="1152144" cy="1152144"/>
          </a:xfrm>
          <a:prstGeom prst="rect">
            <a:avLst/>
          </a:prstGeom>
          <a:noFill/>
          <a:ln w="95250" cmpd="sng">
            <a:solidFill>
              <a:schemeClr val="bg1"/>
            </a:solidFill>
            <a:miter lim="800000"/>
          </a:ln>
          <a:effectLst>
            <a:outerShdw blurRad="152400" dist="50800" dir="2700000" algn="tl" rotWithShape="0">
              <a:schemeClr val="tx1">
                <a:alpha val="25478"/>
              </a:schemeClr>
            </a:outerShdw>
          </a:effectLst>
        </p:spPr>
        <p:txBody>
          <a:bodyPr lIns="182880" tIns="182880" rIns="91440">
            <a:noAutofit/>
          </a:bodyPr>
          <a:lstStyle>
            <a:lvl1pPr marL="342900" indent="-342900">
              <a:buFont typeface="Arial" panose="020B0604020202020204" pitchFamily="34" charset="0"/>
              <a:buChar char="•"/>
              <a:defRPr lang="fr-FR" sz="1100">
                <a:cs typeface="Arial" pitchFamily="34" charset="0"/>
              </a:defRPr>
            </a:lvl1pPr>
          </a:lstStyle>
          <a:p>
            <a:pPr marL="0" lvl="0" indent="0">
              <a:buNone/>
            </a:pPr>
            <a:r>
              <a:rPr lang="en-US" sz="1200" noProof="0">
                <a:cs typeface="Arial" pitchFamily="34" charset="0"/>
              </a:rPr>
              <a:t>Click icon to add photo</a:t>
            </a:r>
          </a:p>
        </p:txBody>
      </p:sp>
      <p:sp>
        <p:nvSpPr>
          <p:cNvPr id="57" name="Text placeholder 5">
            <a:extLst>
              <a:ext uri="{FF2B5EF4-FFF2-40B4-BE49-F238E27FC236}">
                <a16:creationId xmlns:a16="http://schemas.microsoft.com/office/drawing/2014/main" id="{7D64D81B-2716-CA70-422F-884E93A2D6F0}"/>
              </a:ext>
            </a:extLst>
          </p:cNvPr>
          <p:cNvSpPr>
            <a:spLocks noGrp="1"/>
          </p:cNvSpPr>
          <p:nvPr>
            <p:ph type="body" sz="quarter" idx="59" hasCustomPrompt="1"/>
          </p:nvPr>
        </p:nvSpPr>
        <p:spPr>
          <a:xfrm>
            <a:off x="772630" y="3073237"/>
            <a:ext cx="1332000" cy="282839"/>
          </a:xfrm>
          <a:prstGeom prst="rect">
            <a:avLst/>
          </a:prstGeom>
        </p:spPr>
        <p:txBody>
          <a:bodyPr lIns="0" tIns="0" rIns="0" bIns="0" anchor="b">
            <a:noAutofit/>
          </a:bodyPr>
          <a:lstStyle>
            <a:lvl1pPr marL="0" marR="0" indent="-171450" algn="ctr" defTabSz="914400" rtl="0" eaLnBrk="1" fontAlgn="auto" latinLnBrk="0" hangingPunct="1">
              <a:lnSpc>
                <a:spcPct val="90000"/>
              </a:lnSpc>
              <a:spcBef>
                <a:spcPts val="0"/>
              </a:spcBef>
              <a:spcAft>
                <a:spcPts val="0"/>
              </a:spcAft>
              <a:buClrTx/>
              <a:buSzTx/>
              <a:buFont typeface="Arial" pitchFamily="34" charset="0"/>
              <a:buNone/>
              <a:tabLst/>
              <a:defRPr sz="1000" b="1">
                <a:solidFill>
                  <a:schemeClr val="tx1"/>
                </a:solidFill>
              </a:defRPr>
            </a:lvl1pPr>
            <a:lvl4pPr marL="1371600" indent="0">
              <a:buNone/>
              <a:defRPr/>
            </a:lvl4pPr>
          </a:lstStyle>
          <a:p>
            <a:pPr marL="171450" marR="0" lvl="0" indent="-171450" algn="ctr" defTabSz="914400" rtl="0" eaLnBrk="1" fontAlgn="auto" latinLnBrk="0" hangingPunct="1">
              <a:lnSpc>
                <a:spcPct val="100000"/>
              </a:lnSpc>
              <a:spcBef>
                <a:spcPct val="20000"/>
              </a:spcBef>
              <a:spcAft>
                <a:spcPts val="0"/>
              </a:spcAft>
              <a:buClrTx/>
              <a:buSzTx/>
              <a:tabLst/>
              <a:defRPr/>
            </a:pPr>
            <a:r>
              <a:rPr lang="en-US" noProof="0"/>
              <a:t>First and Last name</a:t>
            </a:r>
          </a:p>
        </p:txBody>
      </p:sp>
      <p:sp>
        <p:nvSpPr>
          <p:cNvPr id="58" name="Text placeholder 5">
            <a:extLst>
              <a:ext uri="{FF2B5EF4-FFF2-40B4-BE49-F238E27FC236}">
                <a16:creationId xmlns:a16="http://schemas.microsoft.com/office/drawing/2014/main" id="{83316E65-6F11-E343-8A89-39DF0398A691}"/>
              </a:ext>
            </a:extLst>
          </p:cNvPr>
          <p:cNvSpPr>
            <a:spLocks noGrp="1"/>
          </p:cNvSpPr>
          <p:nvPr>
            <p:ph type="body" sz="quarter" idx="58" hasCustomPrompt="1"/>
          </p:nvPr>
        </p:nvSpPr>
        <p:spPr>
          <a:xfrm>
            <a:off x="772630" y="3430899"/>
            <a:ext cx="1332000" cy="356677"/>
          </a:xfrm>
          <a:prstGeom prst="rect">
            <a:avLst/>
          </a:prstGeom>
        </p:spPr>
        <p:txBody>
          <a:bodyPr lIns="0" tIns="0" rIns="0" bIns="0">
            <a:noAutofit/>
          </a:bodyPr>
          <a:lstStyle>
            <a:lvl1pPr marL="0" marR="0" indent="-171450" algn="ctr" defTabSz="914400" rtl="0" eaLnBrk="1" fontAlgn="auto" latinLnBrk="0" hangingPunct="1">
              <a:lnSpc>
                <a:spcPct val="100000"/>
              </a:lnSpc>
              <a:spcBef>
                <a:spcPts val="0"/>
              </a:spcBef>
              <a:spcAft>
                <a:spcPts val="0"/>
              </a:spcAft>
              <a:buClrTx/>
              <a:buSzTx/>
              <a:buFont typeface="Arial" pitchFamily="34" charset="0"/>
              <a:buNone/>
              <a:tabLst/>
              <a:defRPr sz="1000" b="0">
                <a:solidFill>
                  <a:schemeClr val="tx1"/>
                </a:solidFill>
              </a:defRPr>
            </a:lvl1pPr>
            <a:lvl4pPr marL="1371600" indent="0">
              <a:buNone/>
              <a:defRPr/>
            </a:lvl4pPr>
          </a:lstStyle>
          <a:p>
            <a:pPr marL="171450" marR="0" lvl="0" indent="-171450" algn="ctr" defTabSz="914400" rtl="0" eaLnBrk="1" fontAlgn="auto" latinLnBrk="0" hangingPunct="1">
              <a:lnSpc>
                <a:spcPct val="100000"/>
              </a:lnSpc>
              <a:spcBef>
                <a:spcPct val="20000"/>
              </a:spcBef>
              <a:spcAft>
                <a:spcPts val="0"/>
              </a:spcAft>
              <a:buClrTx/>
              <a:buSzTx/>
              <a:buFont typeface="Arial" pitchFamily="34" charset="0"/>
              <a:buNone/>
              <a:tabLst/>
              <a:defRPr/>
            </a:pPr>
            <a:r>
              <a:rPr lang="en-US" noProof="0"/>
              <a:t>Job title or role</a:t>
            </a:r>
          </a:p>
        </p:txBody>
      </p:sp>
      <p:sp>
        <p:nvSpPr>
          <p:cNvPr id="59" name="Picture placeholder 5" descr="Photograph of First and Last name &#10;(person the slide is referencing)">
            <a:extLst>
              <a:ext uri="{FF2B5EF4-FFF2-40B4-BE49-F238E27FC236}">
                <a16:creationId xmlns:a16="http://schemas.microsoft.com/office/drawing/2014/main" id="{B6F6A509-787F-2E55-CE10-3244E9BE76B5}"/>
              </a:ext>
            </a:extLst>
          </p:cNvPr>
          <p:cNvSpPr>
            <a:spLocks noGrp="1" noChangeAspect="1"/>
          </p:cNvSpPr>
          <p:nvPr>
            <p:ph type="pic" sz="quarter" idx="100" hasCustomPrompt="1"/>
          </p:nvPr>
        </p:nvSpPr>
        <p:spPr>
          <a:xfrm>
            <a:off x="3191256" y="1746504"/>
            <a:ext cx="1152144" cy="1152144"/>
          </a:xfrm>
          <a:prstGeom prst="rect">
            <a:avLst/>
          </a:prstGeom>
          <a:noFill/>
          <a:ln w="95250" cmpd="sng">
            <a:solidFill>
              <a:schemeClr val="bg1"/>
            </a:solidFill>
            <a:miter lim="800000"/>
          </a:ln>
          <a:effectLst>
            <a:outerShdw blurRad="152400" dist="50800" dir="2700000" algn="tl" rotWithShape="0">
              <a:schemeClr val="tx1">
                <a:alpha val="25478"/>
              </a:schemeClr>
            </a:outerShdw>
          </a:effectLst>
        </p:spPr>
        <p:txBody>
          <a:bodyPr lIns="182880" tIns="182880" rIns="91440">
            <a:noAutofit/>
          </a:bodyPr>
          <a:lstStyle>
            <a:lvl1pPr marL="342900" indent="-342900">
              <a:buFont typeface="Arial" panose="020B0604020202020204" pitchFamily="34" charset="0"/>
              <a:buChar char="•"/>
              <a:defRPr lang="fr-FR" sz="1100">
                <a:cs typeface="Arial" pitchFamily="34" charset="0"/>
              </a:defRPr>
            </a:lvl1pPr>
          </a:lstStyle>
          <a:p>
            <a:pPr marL="0" lvl="0" indent="0">
              <a:buNone/>
            </a:pPr>
            <a:r>
              <a:rPr lang="en-US" sz="1200" noProof="0">
                <a:cs typeface="Arial" pitchFamily="34" charset="0"/>
              </a:rPr>
              <a:t>Click icon to add photo</a:t>
            </a:r>
          </a:p>
        </p:txBody>
      </p:sp>
      <p:sp>
        <p:nvSpPr>
          <p:cNvPr id="62" name="Text placeholder 5">
            <a:extLst>
              <a:ext uri="{FF2B5EF4-FFF2-40B4-BE49-F238E27FC236}">
                <a16:creationId xmlns:a16="http://schemas.microsoft.com/office/drawing/2014/main" id="{CDE753D4-C90A-4ECE-95F2-F8DCF776D741}"/>
              </a:ext>
            </a:extLst>
          </p:cNvPr>
          <p:cNvSpPr>
            <a:spLocks noGrp="1"/>
          </p:cNvSpPr>
          <p:nvPr>
            <p:ph type="body" sz="quarter" idx="65" hasCustomPrompt="1"/>
          </p:nvPr>
        </p:nvSpPr>
        <p:spPr>
          <a:xfrm>
            <a:off x="3096923" y="3073237"/>
            <a:ext cx="1332000" cy="282839"/>
          </a:xfrm>
          <a:prstGeom prst="rect">
            <a:avLst/>
          </a:prstGeom>
        </p:spPr>
        <p:txBody>
          <a:bodyPr lIns="0" tIns="0" rIns="0" bIns="0" anchor="b">
            <a:noAutofit/>
          </a:bodyPr>
          <a:lstStyle>
            <a:lvl1pPr marL="0" marR="0" indent="-171450" algn="ctr" defTabSz="914400" rtl="0" eaLnBrk="1" fontAlgn="auto" latinLnBrk="0" hangingPunct="1">
              <a:lnSpc>
                <a:spcPct val="90000"/>
              </a:lnSpc>
              <a:spcBef>
                <a:spcPts val="0"/>
              </a:spcBef>
              <a:spcAft>
                <a:spcPts val="0"/>
              </a:spcAft>
              <a:buClrTx/>
              <a:buSzTx/>
              <a:buFont typeface="Arial" pitchFamily="34" charset="0"/>
              <a:buNone/>
              <a:tabLst/>
              <a:defRPr sz="1000" b="1">
                <a:solidFill>
                  <a:schemeClr val="tx1"/>
                </a:solidFill>
              </a:defRPr>
            </a:lvl1pPr>
            <a:lvl4pPr marL="1371600" indent="0">
              <a:buNone/>
              <a:defRPr/>
            </a:lvl4pPr>
          </a:lstStyle>
          <a:p>
            <a:pPr marL="171450" marR="0" lvl="0" indent="-171450" algn="ctr" defTabSz="914400" rtl="0" eaLnBrk="1" fontAlgn="auto" latinLnBrk="0" hangingPunct="1">
              <a:lnSpc>
                <a:spcPct val="100000"/>
              </a:lnSpc>
              <a:spcBef>
                <a:spcPct val="20000"/>
              </a:spcBef>
              <a:spcAft>
                <a:spcPts val="0"/>
              </a:spcAft>
              <a:buClrTx/>
              <a:buSzTx/>
              <a:tabLst/>
              <a:defRPr/>
            </a:pPr>
            <a:r>
              <a:rPr lang="en-US" noProof="0"/>
              <a:t>First and Last name</a:t>
            </a:r>
          </a:p>
        </p:txBody>
      </p:sp>
      <p:sp>
        <p:nvSpPr>
          <p:cNvPr id="63" name="Text placeholder 5">
            <a:extLst>
              <a:ext uri="{FF2B5EF4-FFF2-40B4-BE49-F238E27FC236}">
                <a16:creationId xmlns:a16="http://schemas.microsoft.com/office/drawing/2014/main" id="{309FF256-83EC-EBC2-6D73-9980D8317DBE}"/>
              </a:ext>
            </a:extLst>
          </p:cNvPr>
          <p:cNvSpPr>
            <a:spLocks noGrp="1"/>
          </p:cNvSpPr>
          <p:nvPr>
            <p:ph type="body" sz="quarter" idx="64" hasCustomPrompt="1"/>
          </p:nvPr>
        </p:nvSpPr>
        <p:spPr>
          <a:xfrm>
            <a:off x="3096923" y="3430899"/>
            <a:ext cx="1332000" cy="356677"/>
          </a:xfrm>
          <a:prstGeom prst="rect">
            <a:avLst/>
          </a:prstGeom>
        </p:spPr>
        <p:txBody>
          <a:bodyPr lIns="0" tIns="0" rIns="0" bIns="0">
            <a:noAutofit/>
          </a:bodyPr>
          <a:lstStyle>
            <a:lvl1pPr marL="0" marR="0" indent="-171450" algn="ctr" defTabSz="914400" rtl="0" eaLnBrk="1" fontAlgn="auto" latinLnBrk="0" hangingPunct="1">
              <a:lnSpc>
                <a:spcPct val="100000"/>
              </a:lnSpc>
              <a:spcBef>
                <a:spcPts val="0"/>
              </a:spcBef>
              <a:spcAft>
                <a:spcPts val="0"/>
              </a:spcAft>
              <a:buClrTx/>
              <a:buSzTx/>
              <a:buFont typeface="Arial" pitchFamily="34" charset="0"/>
              <a:buNone/>
              <a:tabLst/>
              <a:defRPr sz="1000" b="0">
                <a:solidFill>
                  <a:schemeClr val="tx1"/>
                </a:solidFill>
              </a:defRPr>
            </a:lvl1pPr>
            <a:lvl4pPr marL="1371600" indent="0">
              <a:buNone/>
              <a:defRPr/>
            </a:lvl4pPr>
          </a:lstStyle>
          <a:p>
            <a:pPr marL="171450" marR="0" lvl="0" indent="-171450" algn="ctr" defTabSz="914400" rtl="0" eaLnBrk="1" fontAlgn="auto" latinLnBrk="0" hangingPunct="1">
              <a:lnSpc>
                <a:spcPct val="100000"/>
              </a:lnSpc>
              <a:spcBef>
                <a:spcPct val="20000"/>
              </a:spcBef>
              <a:spcAft>
                <a:spcPts val="0"/>
              </a:spcAft>
              <a:buClrTx/>
              <a:buSzTx/>
              <a:tabLst/>
              <a:defRPr/>
            </a:pPr>
            <a:r>
              <a:rPr lang="en-US" noProof="0"/>
              <a:t>Job title or role</a:t>
            </a:r>
          </a:p>
        </p:txBody>
      </p:sp>
      <p:sp>
        <p:nvSpPr>
          <p:cNvPr id="64" name="Picture placeholder 5" descr="Photograph of First and Last name &#10;(person the slide is referencing)">
            <a:extLst>
              <a:ext uri="{FF2B5EF4-FFF2-40B4-BE49-F238E27FC236}">
                <a16:creationId xmlns:a16="http://schemas.microsoft.com/office/drawing/2014/main" id="{E2C825AB-350F-ED85-9D83-FE82A247BDDA}"/>
              </a:ext>
            </a:extLst>
          </p:cNvPr>
          <p:cNvSpPr>
            <a:spLocks noGrp="1" noChangeAspect="1"/>
          </p:cNvSpPr>
          <p:nvPr>
            <p:ph type="pic" sz="quarter" idx="101" hasCustomPrompt="1"/>
          </p:nvPr>
        </p:nvSpPr>
        <p:spPr>
          <a:xfrm>
            <a:off x="5522976" y="1746504"/>
            <a:ext cx="1152144" cy="1152144"/>
          </a:xfrm>
          <a:prstGeom prst="rect">
            <a:avLst/>
          </a:prstGeom>
          <a:noFill/>
          <a:ln w="95250" cmpd="sng">
            <a:solidFill>
              <a:schemeClr val="bg1"/>
            </a:solidFill>
            <a:miter lim="800000"/>
          </a:ln>
          <a:effectLst>
            <a:outerShdw blurRad="152400" dist="50800" dir="2700000" algn="tl" rotWithShape="0">
              <a:schemeClr val="tx1">
                <a:alpha val="25478"/>
              </a:schemeClr>
            </a:outerShdw>
          </a:effectLst>
        </p:spPr>
        <p:txBody>
          <a:bodyPr lIns="182880" tIns="182880" rIns="91440">
            <a:noAutofit/>
          </a:bodyPr>
          <a:lstStyle>
            <a:lvl1pPr marL="342900" indent="-342900">
              <a:buFont typeface="Arial" panose="020B0604020202020204" pitchFamily="34" charset="0"/>
              <a:buChar char="•"/>
              <a:defRPr lang="fr-FR" sz="1100">
                <a:cs typeface="Arial" pitchFamily="34" charset="0"/>
              </a:defRPr>
            </a:lvl1pPr>
          </a:lstStyle>
          <a:p>
            <a:pPr marL="0" lvl="0" indent="0">
              <a:buNone/>
            </a:pPr>
            <a:r>
              <a:rPr lang="en-US" sz="1200" noProof="0">
                <a:cs typeface="Arial" pitchFamily="34" charset="0"/>
              </a:rPr>
              <a:t>Click icon to add photo</a:t>
            </a:r>
          </a:p>
        </p:txBody>
      </p:sp>
      <p:sp>
        <p:nvSpPr>
          <p:cNvPr id="65" name="Text placeholder 5">
            <a:extLst>
              <a:ext uri="{FF2B5EF4-FFF2-40B4-BE49-F238E27FC236}">
                <a16:creationId xmlns:a16="http://schemas.microsoft.com/office/drawing/2014/main" id="{799BDA78-7627-7B47-F094-FFA2AEAC66F9}"/>
              </a:ext>
            </a:extLst>
          </p:cNvPr>
          <p:cNvSpPr>
            <a:spLocks noGrp="1"/>
          </p:cNvSpPr>
          <p:nvPr>
            <p:ph type="body" sz="quarter" idx="71" hasCustomPrompt="1"/>
          </p:nvPr>
        </p:nvSpPr>
        <p:spPr>
          <a:xfrm>
            <a:off x="5431389" y="3073237"/>
            <a:ext cx="1332000" cy="282839"/>
          </a:xfrm>
          <a:prstGeom prst="rect">
            <a:avLst/>
          </a:prstGeom>
        </p:spPr>
        <p:txBody>
          <a:bodyPr lIns="0" tIns="0" rIns="0" bIns="0" anchor="b">
            <a:noAutofit/>
          </a:bodyPr>
          <a:lstStyle>
            <a:lvl1pPr marL="0" marR="0" indent="-171450" algn="ctr" defTabSz="914400" rtl="0" eaLnBrk="1" fontAlgn="auto" latinLnBrk="0" hangingPunct="1">
              <a:lnSpc>
                <a:spcPct val="90000"/>
              </a:lnSpc>
              <a:spcBef>
                <a:spcPts val="0"/>
              </a:spcBef>
              <a:spcAft>
                <a:spcPts val="0"/>
              </a:spcAft>
              <a:buClrTx/>
              <a:buSzTx/>
              <a:buFont typeface="Arial" pitchFamily="34" charset="0"/>
              <a:buNone/>
              <a:tabLst/>
              <a:defRPr sz="1000" b="1">
                <a:solidFill>
                  <a:schemeClr val="tx1"/>
                </a:solidFill>
              </a:defRPr>
            </a:lvl1pPr>
            <a:lvl4pPr marL="1371600" indent="0">
              <a:buNone/>
              <a:defRPr/>
            </a:lvl4pPr>
          </a:lstStyle>
          <a:p>
            <a:pPr marL="171450" marR="0" lvl="0" indent="-171450" algn="ctr" defTabSz="914400" rtl="0" eaLnBrk="1" fontAlgn="auto" latinLnBrk="0" hangingPunct="1">
              <a:lnSpc>
                <a:spcPct val="100000"/>
              </a:lnSpc>
              <a:spcBef>
                <a:spcPct val="20000"/>
              </a:spcBef>
              <a:spcAft>
                <a:spcPts val="0"/>
              </a:spcAft>
              <a:buClrTx/>
              <a:buSzTx/>
              <a:tabLst/>
              <a:defRPr/>
            </a:pPr>
            <a:r>
              <a:rPr lang="en-US" noProof="0"/>
              <a:t>First and Last name</a:t>
            </a:r>
          </a:p>
        </p:txBody>
      </p:sp>
      <p:sp>
        <p:nvSpPr>
          <p:cNvPr id="66" name="Text placeholder 5">
            <a:extLst>
              <a:ext uri="{FF2B5EF4-FFF2-40B4-BE49-F238E27FC236}">
                <a16:creationId xmlns:a16="http://schemas.microsoft.com/office/drawing/2014/main" id="{3AA175F2-EF5E-657C-3C80-8F9327C8550E}"/>
              </a:ext>
            </a:extLst>
          </p:cNvPr>
          <p:cNvSpPr>
            <a:spLocks noGrp="1"/>
          </p:cNvSpPr>
          <p:nvPr>
            <p:ph type="body" sz="quarter" idx="70" hasCustomPrompt="1"/>
          </p:nvPr>
        </p:nvSpPr>
        <p:spPr>
          <a:xfrm>
            <a:off x="5431389" y="3430899"/>
            <a:ext cx="1332000" cy="356677"/>
          </a:xfrm>
          <a:prstGeom prst="rect">
            <a:avLst/>
          </a:prstGeom>
        </p:spPr>
        <p:txBody>
          <a:bodyPr lIns="0" tIns="0" rIns="0" bIns="0">
            <a:noAutofit/>
          </a:bodyPr>
          <a:lstStyle>
            <a:lvl1pPr marL="0" marR="0" indent="-171450" algn="ctr" defTabSz="914400" rtl="0" eaLnBrk="1" fontAlgn="auto" latinLnBrk="0" hangingPunct="1">
              <a:lnSpc>
                <a:spcPct val="100000"/>
              </a:lnSpc>
              <a:spcBef>
                <a:spcPts val="0"/>
              </a:spcBef>
              <a:spcAft>
                <a:spcPts val="0"/>
              </a:spcAft>
              <a:buClrTx/>
              <a:buSzTx/>
              <a:buFont typeface="Arial" pitchFamily="34" charset="0"/>
              <a:buNone/>
              <a:tabLst/>
              <a:defRPr sz="1000" b="0">
                <a:solidFill>
                  <a:schemeClr val="tx1"/>
                </a:solidFill>
              </a:defRPr>
            </a:lvl1pPr>
            <a:lvl4pPr marL="1371600" indent="0">
              <a:buNone/>
              <a:defRPr/>
            </a:lvl4pPr>
          </a:lstStyle>
          <a:p>
            <a:pPr marL="171450" marR="0" lvl="0" indent="-171450" algn="ctr" defTabSz="914400" rtl="0" eaLnBrk="1" fontAlgn="auto" latinLnBrk="0" hangingPunct="1">
              <a:lnSpc>
                <a:spcPct val="100000"/>
              </a:lnSpc>
              <a:spcBef>
                <a:spcPct val="20000"/>
              </a:spcBef>
              <a:spcAft>
                <a:spcPts val="0"/>
              </a:spcAft>
              <a:buClrTx/>
              <a:buSzTx/>
              <a:tabLst/>
              <a:defRPr/>
            </a:pPr>
            <a:r>
              <a:rPr lang="en-US" noProof="0"/>
              <a:t>Job title or role</a:t>
            </a:r>
          </a:p>
        </p:txBody>
      </p:sp>
      <p:sp>
        <p:nvSpPr>
          <p:cNvPr id="69" name="Picture placeholder 5" descr="Photograph of First and Last name &#10;(person the slide is referencing)">
            <a:extLst>
              <a:ext uri="{FF2B5EF4-FFF2-40B4-BE49-F238E27FC236}">
                <a16:creationId xmlns:a16="http://schemas.microsoft.com/office/drawing/2014/main" id="{709A6B6C-6509-BBC9-3297-29CACF0BFE14}"/>
              </a:ext>
            </a:extLst>
          </p:cNvPr>
          <p:cNvSpPr>
            <a:spLocks noGrp="1" noChangeAspect="1"/>
          </p:cNvSpPr>
          <p:nvPr>
            <p:ph type="pic" sz="quarter" idx="102" hasCustomPrompt="1"/>
          </p:nvPr>
        </p:nvSpPr>
        <p:spPr>
          <a:xfrm>
            <a:off x="7854696" y="1746504"/>
            <a:ext cx="1152144" cy="1152144"/>
          </a:xfrm>
          <a:prstGeom prst="rect">
            <a:avLst/>
          </a:prstGeom>
          <a:noFill/>
          <a:ln w="95250" cmpd="sng">
            <a:solidFill>
              <a:schemeClr val="bg1"/>
            </a:solidFill>
            <a:miter lim="800000"/>
          </a:ln>
          <a:effectLst>
            <a:outerShdw blurRad="152400" dist="50800" dir="2700000" algn="tl" rotWithShape="0">
              <a:schemeClr val="tx1">
                <a:alpha val="25478"/>
              </a:schemeClr>
            </a:outerShdw>
          </a:effectLst>
        </p:spPr>
        <p:txBody>
          <a:bodyPr lIns="182880" tIns="182880" rIns="91440">
            <a:noAutofit/>
          </a:bodyPr>
          <a:lstStyle>
            <a:lvl1pPr marL="342900" indent="-342900">
              <a:buFont typeface="Arial" panose="020B0604020202020204" pitchFamily="34" charset="0"/>
              <a:buChar char="•"/>
              <a:defRPr lang="fr-FR" sz="1100">
                <a:cs typeface="Arial" pitchFamily="34" charset="0"/>
              </a:defRPr>
            </a:lvl1pPr>
          </a:lstStyle>
          <a:p>
            <a:pPr marL="0" lvl="0" indent="0">
              <a:buNone/>
            </a:pPr>
            <a:r>
              <a:rPr lang="en-US" sz="1200" noProof="0">
                <a:cs typeface="Arial" pitchFamily="34" charset="0"/>
              </a:rPr>
              <a:t>Click icon to add photo</a:t>
            </a:r>
          </a:p>
        </p:txBody>
      </p:sp>
      <p:sp>
        <p:nvSpPr>
          <p:cNvPr id="70" name="Text placeholder 5">
            <a:extLst>
              <a:ext uri="{FF2B5EF4-FFF2-40B4-BE49-F238E27FC236}">
                <a16:creationId xmlns:a16="http://schemas.microsoft.com/office/drawing/2014/main" id="{DDD0A537-BA60-B19E-F15B-90DFA13EC599}"/>
              </a:ext>
            </a:extLst>
          </p:cNvPr>
          <p:cNvSpPr>
            <a:spLocks noGrp="1"/>
          </p:cNvSpPr>
          <p:nvPr>
            <p:ph type="body" sz="quarter" idx="77" hasCustomPrompt="1"/>
          </p:nvPr>
        </p:nvSpPr>
        <p:spPr>
          <a:xfrm>
            <a:off x="7765801" y="3073237"/>
            <a:ext cx="1332000" cy="282839"/>
          </a:xfrm>
          <a:prstGeom prst="rect">
            <a:avLst/>
          </a:prstGeom>
        </p:spPr>
        <p:txBody>
          <a:bodyPr lIns="0" tIns="0" rIns="0" bIns="0" anchor="b">
            <a:noAutofit/>
          </a:bodyPr>
          <a:lstStyle>
            <a:lvl1pPr marL="0" marR="0" indent="-171450" algn="ctr" defTabSz="914400" rtl="0" eaLnBrk="1" fontAlgn="auto" latinLnBrk="0" hangingPunct="1">
              <a:lnSpc>
                <a:spcPct val="90000"/>
              </a:lnSpc>
              <a:spcBef>
                <a:spcPts val="0"/>
              </a:spcBef>
              <a:spcAft>
                <a:spcPts val="0"/>
              </a:spcAft>
              <a:buClrTx/>
              <a:buSzTx/>
              <a:buFont typeface="Arial" pitchFamily="34" charset="0"/>
              <a:buNone/>
              <a:tabLst/>
              <a:defRPr sz="1000" b="1">
                <a:solidFill>
                  <a:schemeClr val="tx1"/>
                </a:solidFill>
              </a:defRPr>
            </a:lvl1pPr>
            <a:lvl4pPr marL="1371600" indent="0">
              <a:buNone/>
              <a:defRPr/>
            </a:lvl4pPr>
          </a:lstStyle>
          <a:p>
            <a:pPr marL="171450" marR="0" lvl="0" indent="-171450" algn="ctr" defTabSz="914400" rtl="0" eaLnBrk="1" fontAlgn="auto" latinLnBrk="0" hangingPunct="1">
              <a:lnSpc>
                <a:spcPct val="100000"/>
              </a:lnSpc>
              <a:spcBef>
                <a:spcPct val="20000"/>
              </a:spcBef>
              <a:spcAft>
                <a:spcPts val="0"/>
              </a:spcAft>
              <a:buClrTx/>
              <a:buSzTx/>
              <a:tabLst/>
              <a:defRPr/>
            </a:pPr>
            <a:r>
              <a:rPr lang="en-US" noProof="0"/>
              <a:t>First and Last name</a:t>
            </a:r>
          </a:p>
        </p:txBody>
      </p:sp>
      <p:sp>
        <p:nvSpPr>
          <p:cNvPr id="71" name="Text placeholder 5">
            <a:extLst>
              <a:ext uri="{FF2B5EF4-FFF2-40B4-BE49-F238E27FC236}">
                <a16:creationId xmlns:a16="http://schemas.microsoft.com/office/drawing/2014/main" id="{41A4BCD7-DE61-50D8-949D-1BF5C0A8B8B8}"/>
              </a:ext>
            </a:extLst>
          </p:cNvPr>
          <p:cNvSpPr>
            <a:spLocks noGrp="1"/>
          </p:cNvSpPr>
          <p:nvPr>
            <p:ph type="body" sz="quarter" idx="76" hasCustomPrompt="1"/>
          </p:nvPr>
        </p:nvSpPr>
        <p:spPr>
          <a:xfrm>
            <a:off x="7765801" y="3430899"/>
            <a:ext cx="1332000" cy="356677"/>
          </a:xfrm>
          <a:prstGeom prst="rect">
            <a:avLst/>
          </a:prstGeom>
        </p:spPr>
        <p:txBody>
          <a:bodyPr lIns="0" tIns="0" rIns="0" bIns="0">
            <a:noAutofit/>
          </a:bodyPr>
          <a:lstStyle>
            <a:lvl1pPr marL="0" marR="0" indent="-171450" algn="ctr" defTabSz="914400" rtl="0" eaLnBrk="1" fontAlgn="auto" latinLnBrk="0" hangingPunct="1">
              <a:lnSpc>
                <a:spcPct val="100000"/>
              </a:lnSpc>
              <a:spcBef>
                <a:spcPts val="0"/>
              </a:spcBef>
              <a:spcAft>
                <a:spcPts val="0"/>
              </a:spcAft>
              <a:buClrTx/>
              <a:buSzTx/>
              <a:buFont typeface="Arial" pitchFamily="34" charset="0"/>
              <a:buNone/>
              <a:tabLst/>
              <a:defRPr sz="1000" b="0">
                <a:solidFill>
                  <a:schemeClr val="tx1"/>
                </a:solidFill>
              </a:defRPr>
            </a:lvl1pPr>
            <a:lvl4pPr marL="1371600" indent="0">
              <a:buNone/>
              <a:defRPr/>
            </a:lvl4pPr>
          </a:lstStyle>
          <a:p>
            <a:pPr marL="171450" marR="0" lvl="0" indent="-171450" algn="ctr" defTabSz="914400" rtl="0" eaLnBrk="1" fontAlgn="auto" latinLnBrk="0" hangingPunct="1">
              <a:lnSpc>
                <a:spcPct val="100000"/>
              </a:lnSpc>
              <a:spcBef>
                <a:spcPct val="20000"/>
              </a:spcBef>
              <a:spcAft>
                <a:spcPts val="0"/>
              </a:spcAft>
              <a:buClrTx/>
              <a:buSzTx/>
              <a:tabLst/>
              <a:defRPr/>
            </a:pPr>
            <a:r>
              <a:rPr lang="en-US" noProof="0"/>
              <a:t>Job title or role</a:t>
            </a:r>
          </a:p>
        </p:txBody>
      </p:sp>
      <p:sp>
        <p:nvSpPr>
          <p:cNvPr id="72" name="Picture placeholder 5" descr="Photograph of First and Last name &#10;(person the slide is referencing)">
            <a:extLst>
              <a:ext uri="{FF2B5EF4-FFF2-40B4-BE49-F238E27FC236}">
                <a16:creationId xmlns:a16="http://schemas.microsoft.com/office/drawing/2014/main" id="{C32EF674-C494-0ECD-E34F-5A97CB292BEC}"/>
              </a:ext>
            </a:extLst>
          </p:cNvPr>
          <p:cNvSpPr>
            <a:spLocks noGrp="1" noChangeAspect="1"/>
          </p:cNvSpPr>
          <p:nvPr>
            <p:ph type="pic" sz="quarter" idx="103" hasCustomPrompt="1"/>
          </p:nvPr>
        </p:nvSpPr>
        <p:spPr>
          <a:xfrm>
            <a:off x="10186416" y="1746504"/>
            <a:ext cx="1152144" cy="1152144"/>
          </a:xfrm>
          <a:prstGeom prst="rect">
            <a:avLst/>
          </a:prstGeom>
          <a:noFill/>
          <a:ln w="95250" cmpd="sng">
            <a:solidFill>
              <a:schemeClr val="bg1"/>
            </a:solidFill>
            <a:miter lim="800000"/>
          </a:ln>
          <a:effectLst>
            <a:outerShdw blurRad="152400" dist="50800" dir="2700000" algn="tl" rotWithShape="0">
              <a:schemeClr val="tx1">
                <a:alpha val="25478"/>
              </a:schemeClr>
            </a:outerShdw>
          </a:effectLst>
        </p:spPr>
        <p:txBody>
          <a:bodyPr lIns="182880" tIns="182880" rIns="91440">
            <a:noAutofit/>
          </a:bodyPr>
          <a:lstStyle>
            <a:lvl1pPr marL="342900" indent="-342900">
              <a:buFont typeface="Arial" panose="020B0604020202020204" pitchFamily="34" charset="0"/>
              <a:buChar char="•"/>
              <a:defRPr lang="fr-FR" sz="1100">
                <a:cs typeface="Arial" pitchFamily="34" charset="0"/>
              </a:defRPr>
            </a:lvl1pPr>
          </a:lstStyle>
          <a:p>
            <a:pPr marL="0" lvl="0" indent="0">
              <a:buNone/>
            </a:pPr>
            <a:r>
              <a:rPr lang="en-US" sz="1200" noProof="0">
                <a:cs typeface="Arial" pitchFamily="34" charset="0"/>
              </a:rPr>
              <a:t>Click icon to add photo</a:t>
            </a:r>
          </a:p>
        </p:txBody>
      </p:sp>
      <p:sp>
        <p:nvSpPr>
          <p:cNvPr id="73" name="Text placeholder 5">
            <a:extLst>
              <a:ext uri="{FF2B5EF4-FFF2-40B4-BE49-F238E27FC236}">
                <a16:creationId xmlns:a16="http://schemas.microsoft.com/office/drawing/2014/main" id="{8363BD52-39BE-1B60-541E-B66D7854DB9D}"/>
              </a:ext>
            </a:extLst>
          </p:cNvPr>
          <p:cNvSpPr>
            <a:spLocks noGrp="1"/>
          </p:cNvSpPr>
          <p:nvPr>
            <p:ph type="body" sz="quarter" idx="83" hasCustomPrompt="1"/>
          </p:nvPr>
        </p:nvSpPr>
        <p:spPr>
          <a:xfrm>
            <a:off x="10093238" y="3073237"/>
            <a:ext cx="1332000" cy="282839"/>
          </a:xfrm>
          <a:prstGeom prst="rect">
            <a:avLst/>
          </a:prstGeom>
        </p:spPr>
        <p:txBody>
          <a:bodyPr lIns="0" tIns="0" rIns="0" bIns="0" anchor="b">
            <a:noAutofit/>
          </a:bodyPr>
          <a:lstStyle>
            <a:lvl1pPr marL="0" marR="0" indent="-171450" algn="ctr" defTabSz="914400" rtl="0" eaLnBrk="1" fontAlgn="auto" latinLnBrk="0" hangingPunct="1">
              <a:lnSpc>
                <a:spcPct val="90000"/>
              </a:lnSpc>
              <a:spcBef>
                <a:spcPts val="0"/>
              </a:spcBef>
              <a:spcAft>
                <a:spcPts val="0"/>
              </a:spcAft>
              <a:buClrTx/>
              <a:buSzTx/>
              <a:buFont typeface="Arial" pitchFamily="34" charset="0"/>
              <a:buNone/>
              <a:tabLst/>
              <a:defRPr sz="1000" b="1">
                <a:solidFill>
                  <a:schemeClr val="tx1"/>
                </a:solidFill>
              </a:defRPr>
            </a:lvl1pPr>
            <a:lvl4pPr marL="1371600" indent="0">
              <a:buNone/>
              <a:defRPr/>
            </a:lvl4pPr>
          </a:lstStyle>
          <a:p>
            <a:pPr marL="171450" marR="0" lvl="0" indent="-171450" algn="ctr" defTabSz="914400" rtl="0" eaLnBrk="1" fontAlgn="auto" latinLnBrk="0" hangingPunct="1">
              <a:lnSpc>
                <a:spcPct val="100000"/>
              </a:lnSpc>
              <a:spcBef>
                <a:spcPct val="20000"/>
              </a:spcBef>
              <a:spcAft>
                <a:spcPts val="0"/>
              </a:spcAft>
              <a:buClrTx/>
              <a:buSzTx/>
              <a:tabLst/>
              <a:defRPr/>
            </a:pPr>
            <a:r>
              <a:rPr lang="en-US" noProof="0"/>
              <a:t>First and Last name</a:t>
            </a:r>
          </a:p>
        </p:txBody>
      </p:sp>
      <p:sp>
        <p:nvSpPr>
          <p:cNvPr id="74" name="Text placeholder 5">
            <a:extLst>
              <a:ext uri="{FF2B5EF4-FFF2-40B4-BE49-F238E27FC236}">
                <a16:creationId xmlns:a16="http://schemas.microsoft.com/office/drawing/2014/main" id="{07F67F54-1EAE-B7BA-D267-361C9DC86D43}"/>
              </a:ext>
            </a:extLst>
          </p:cNvPr>
          <p:cNvSpPr>
            <a:spLocks noGrp="1"/>
          </p:cNvSpPr>
          <p:nvPr>
            <p:ph type="body" sz="quarter" idx="82" hasCustomPrompt="1"/>
          </p:nvPr>
        </p:nvSpPr>
        <p:spPr>
          <a:xfrm>
            <a:off x="10093238" y="3430899"/>
            <a:ext cx="1332000" cy="356677"/>
          </a:xfrm>
          <a:prstGeom prst="rect">
            <a:avLst/>
          </a:prstGeom>
        </p:spPr>
        <p:txBody>
          <a:bodyPr lIns="0" tIns="0" rIns="0" bIns="0">
            <a:noAutofit/>
          </a:bodyPr>
          <a:lstStyle>
            <a:lvl1pPr marL="0" marR="0" indent="-171450" algn="ctr" defTabSz="914400" rtl="0" eaLnBrk="1" fontAlgn="auto" latinLnBrk="0" hangingPunct="1">
              <a:lnSpc>
                <a:spcPct val="100000"/>
              </a:lnSpc>
              <a:spcBef>
                <a:spcPts val="0"/>
              </a:spcBef>
              <a:spcAft>
                <a:spcPts val="0"/>
              </a:spcAft>
              <a:buClrTx/>
              <a:buSzTx/>
              <a:buFont typeface="Arial" pitchFamily="34" charset="0"/>
              <a:buNone/>
              <a:tabLst/>
              <a:defRPr sz="1000" b="0">
                <a:solidFill>
                  <a:schemeClr val="tx1"/>
                </a:solidFill>
              </a:defRPr>
            </a:lvl1pPr>
            <a:lvl4pPr marL="1371600" indent="0">
              <a:buNone/>
              <a:defRPr/>
            </a:lvl4pPr>
          </a:lstStyle>
          <a:p>
            <a:pPr marL="171450" marR="0" lvl="0" indent="-171450" algn="ctr" defTabSz="914400" rtl="0" eaLnBrk="1" fontAlgn="auto" latinLnBrk="0" hangingPunct="1">
              <a:lnSpc>
                <a:spcPct val="100000"/>
              </a:lnSpc>
              <a:spcBef>
                <a:spcPct val="20000"/>
              </a:spcBef>
              <a:spcAft>
                <a:spcPts val="0"/>
              </a:spcAft>
              <a:buClrTx/>
              <a:buSzTx/>
              <a:tabLst/>
              <a:defRPr/>
            </a:pPr>
            <a:r>
              <a:rPr lang="en-US" noProof="0"/>
              <a:t>Job title or role</a:t>
            </a:r>
          </a:p>
        </p:txBody>
      </p:sp>
      <p:sp>
        <p:nvSpPr>
          <p:cNvPr id="75" name="Picture placeholder 5" descr="Photograph of First and Last name &#10;(person the slide is referencing)">
            <a:extLst>
              <a:ext uri="{FF2B5EF4-FFF2-40B4-BE49-F238E27FC236}">
                <a16:creationId xmlns:a16="http://schemas.microsoft.com/office/drawing/2014/main" id="{FACCD386-9189-169C-A09C-D21E0F35E7B0}"/>
              </a:ext>
            </a:extLst>
          </p:cNvPr>
          <p:cNvSpPr>
            <a:spLocks noGrp="1" noChangeAspect="1"/>
          </p:cNvSpPr>
          <p:nvPr>
            <p:ph type="pic" sz="quarter" idx="104" hasCustomPrompt="1"/>
          </p:nvPr>
        </p:nvSpPr>
        <p:spPr>
          <a:xfrm>
            <a:off x="859536" y="4041648"/>
            <a:ext cx="1152144" cy="1152144"/>
          </a:xfrm>
          <a:prstGeom prst="rect">
            <a:avLst/>
          </a:prstGeom>
          <a:noFill/>
          <a:ln w="95250" cmpd="sng">
            <a:solidFill>
              <a:schemeClr val="bg1"/>
            </a:solidFill>
            <a:miter lim="800000"/>
          </a:ln>
          <a:effectLst>
            <a:outerShdw blurRad="152400" dist="50800" dir="2700000" algn="tl" rotWithShape="0">
              <a:schemeClr val="tx1">
                <a:alpha val="25478"/>
              </a:schemeClr>
            </a:outerShdw>
          </a:effectLst>
        </p:spPr>
        <p:txBody>
          <a:bodyPr lIns="182880" tIns="182880" rIns="91440">
            <a:noAutofit/>
          </a:bodyPr>
          <a:lstStyle>
            <a:lvl1pPr marL="342900" indent="-342900">
              <a:buFont typeface="Arial" panose="020B0604020202020204" pitchFamily="34" charset="0"/>
              <a:buChar char="•"/>
              <a:defRPr lang="fr-FR" sz="1100">
                <a:cs typeface="Arial" pitchFamily="34" charset="0"/>
              </a:defRPr>
            </a:lvl1pPr>
          </a:lstStyle>
          <a:p>
            <a:pPr marL="0" lvl="0" indent="0">
              <a:buNone/>
            </a:pPr>
            <a:r>
              <a:rPr lang="en-US" sz="1200" noProof="0">
                <a:cs typeface="Arial" pitchFamily="34" charset="0"/>
              </a:rPr>
              <a:t>Click icon to add photo</a:t>
            </a:r>
          </a:p>
        </p:txBody>
      </p:sp>
      <p:sp>
        <p:nvSpPr>
          <p:cNvPr id="76" name="Text placeholder 5">
            <a:extLst>
              <a:ext uri="{FF2B5EF4-FFF2-40B4-BE49-F238E27FC236}">
                <a16:creationId xmlns:a16="http://schemas.microsoft.com/office/drawing/2014/main" id="{80BF2158-1BF0-047B-6140-2448785BF857}"/>
              </a:ext>
            </a:extLst>
          </p:cNvPr>
          <p:cNvSpPr>
            <a:spLocks noGrp="1"/>
          </p:cNvSpPr>
          <p:nvPr>
            <p:ph type="body" sz="quarter" idx="86" hasCustomPrompt="1"/>
          </p:nvPr>
        </p:nvSpPr>
        <p:spPr>
          <a:xfrm>
            <a:off x="772630" y="5367239"/>
            <a:ext cx="1332000" cy="282839"/>
          </a:xfrm>
          <a:prstGeom prst="rect">
            <a:avLst/>
          </a:prstGeom>
        </p:spPr>
        <p:txBody>
          <a:bodyPr lIns="0" tIns="0" rIns="0" bIns="0" anchor="b">
            <a:noAutofit/>
          </a:bodyPr>
          <a:lstStyle>
            <a:lvl1pPr marL="0" marR="0" indent="-171450" algn="ctr" defTabSz="914400" rtl="0" eaLnBrk="1" fontAlgn="auto" latinLnBrk="0" hangingPunct="1">
              <a:lnSpc>
                <a:spcPct val="90000"/>
              </a:lnSpc>
              <a:spcBef>
                <a:spcPts val="0"/>
              </a:spcBef>
              <a:spcAft>
                <a:spcPts val="0"/>
              </a:spcAft>
              <a:buClrTx/>
              <a:buSzTx/>
              <a:buFont typeface="Arial" pitchFamily="34" charset="0"/>
              <a:buNone/>
              <a:tabLst/>
              <a:defRPr sz="1000" b="1">
                <a:solidFill>
                  <a:schemeClr val="tx1"/>
                </a:solidFill>
              </a:defRPr>
            </a:lvl1pPr>
            <a:lvl4pPr marL="1371600" indent="0">
              <a:buNone/>
              <a:defRPr/>
            </a:lvl4pPr>
          </a:lstStyle>
          <a:p>
            <a:pPr marL="171450" marR="0" lvl="0" indent="-171450" algn="ctr" defTabSz="914400" rtl="0" eaLnBrk="1" fontAlgn="auto" latinLnBrk="0" hangingPunct="1">
              <a:lnSpc>
                <a:spcPct val="100000"/>
              </a:lnSpc>
              <a:spcBef>
                <a:spcPct val="20000"/>
              </a:spcBef>
              <a:spcAft>
                <a:spcPts val="0"/>
              </a:spcAft>
              <a:buClrTx/>
              <a:buSzTx/>
              <a:tabLst/>
              <a:defRPr/>
            </a:pPr>
            <a:r>
              <a:rPr lang="en-US" noProof="0"/>
              <a:t>First and Last name</a:t>
            </a:r>
          </a:p>
        </p:txBody>
      </p:sp>
      <p:sp>
        <p:nvSpPr>
          <p:cNvPr id="77" name="Text placeholder 5">
            <a:extLst>
              <a:ext uri="{FF2B5EF4-FFF2-40B4-BE49-F238E27FC236}">
                <a16:creationId xmlns:a16="http://schemas.microsoft.com/office/drawing/2014/main" id="{CA9F9A32-DB73-DB6F-8E19-99F72FFF08E1}"/>
              </a:ext>
            </a:extLst>
          </p:cNvPr>
          <p:cNvSpPr>
            <a:spLocks noGrp="1"/>
          </p:cNvSpPr>
          <p:nvPr>
            <p:ph type="body" sz="quarter" idx="85" hasCustomPrompt="1"/>
          </p:nvPr>
        </p:nvSpPr>
        <p:spPr>
          <a:xfrm>
            <a:off x="772630" y="5724901"/>
            <a:ext cx="1332000" cy="356677"/>
          </a:xfrm>
          <a:prstGeom prst="rect">
            <a:avLst/>
          </a:prstGeom>
        </p:spPr>
        <p:txBody>
          <a:bodyPr lIns="0" tIns="0" rIns="0" bIns="0">
            <a:noAutofit/>
          </a:bodyPr>
          <a:lstStyle>
            <a:lvl1pPr marL="0" marR="0" indent="-171450" algn="ctr" defTabSz="914400" rtl="0" eaLnBrk="1" fontAlgn="auto" latinLnBrk="0" hangingPunct="1">
              <a:lnSpc>
                <a:spcPct val="100000"/>
              </a:lnSpc>
              <a:spcBef>
                <a:spcPts val="0"/>
              </a:spcBef>
              <a:spcAft>
                <a:spcPts val="0"/>
              </a:spcAft>
              <a:buClrTx/>
              <a:buSzTx/>
              <a:buFont typeface="Arial" pitchFamily="34" charset="0"/>
              <a:buNone/>
              <a:tabLst/>
              <a:defRPr sz="1000" b="0">
                <a:solidFill>
                  <a:schemeClr val="tx1"/>
                </a:solidFill>
              </a:defRPr>
            </a:lvl1pPr>
            <a:lvl4pPr marL="1371600" indent="0">
              <a:buNone/>
              <a:defRPr/>
            </a:lvl4pPr>
          </a:lstStyle>
          <a:p>
            <a:pPr marL="171450" marR="0" lvl="0" indent="-171450" algn="ctr" defTabSz="914400" rtl="0" eaLnBrk="1" fontAlgn="auto" latinLnBrk="0" hangingPunct="1">
              <a:lnSpc>
                <a:spcPct val="100000"/>
              </a:lnSpc>
              <a:spcBef>
                <a:spcPct val="20000"/>
              </a:spcBef>
              <a:spcAft>
                <a:spcPts val="0"/>
              </a:spcAft>
              <a:buClrTx/>
              <a:buSzTx/>
              <a:tabLst/>
              <a:defRPr/>
            </a:pPr>
            <a:r>
              <a:rPr lang="en-US" noProof="0"/>
              <a:t>Job title or role</a:t>
            </a:r>
          </a:p>
        </p:txBody>
      </p:sp>
      <p:sp>
        <p:nvSpPr>
          <p:cNvPr id="78" name="Picture placeholder 5" descr="Photograph of First and Last name &#10;(person the slide is referencing)">
            <a:extLst>
              <a:ext uri="{FF2B5EF4-FFF2-40B4-BE49-F238E27FC236}">
                <a16:creationId xmlns:a16="http://schemas.microsoft.com/office/drawing/2014/main" id="{5B216939-AB12-50E2-F455-BA1313824F2D}"/>
              </a:ext>
            </a:extLst>
          </p:cNvPr>
          <p:cNvSpPr>
            <a:spLocks noGrp="1" noChangeAspect="1"/>
          </p:cNvSpPr>
          <p:nvPr>
            <p:ph type="pic" sz="quarter" idx="105" hasCustomPrompt="1"/>
          </p:nvPr>
        </p:nvSpPr>
        <p:spPr>
          <a:xfrm>
            <a:off x="3191256" y="4041648"/>
            <a:ext cx="1152144" cy="1152144"/>
          </a:xfrm>
          <a:prstGeom prst="rect">
            <a:avLst/>
          </a:prstGeom>
          <a:noFill/>
          <a:ln w="95250" cmpd="sng">
            <a:solidFill>
              <a:schemeClr val="bg1"/>
            </a:solidFill>
            <a:miter lim="800000"/>
          </a:ln>
          <a:effectLst>
            <a:outerShdw blurRad="152400" dist="50800" dir="2700000" algn="tl" rotWithShape="0">
              <a:schemeClr val="tx1">
                <a:alpha val="25478"/>
              </a:schemeClr>
            </a:outerShdw>
          </a:effectLst>
        </p:spPr>
        <p:txBody>
          <a:bodyPr lIns="182880" tIns="182880" rIns="91440">
            <a:noAutofit/>
          </a:bodyPr>
          <a:lstStyle>
            <a:lvl1pPr marL="342900" indent="-342900">
              <a:buFont typeface="Arial" panose="020B0604020202020204" pitchFamily="34" charset="0"/>
              <a:buChar char="•"/>
              <a:defRPr lang="fr-FR" sz="1100">
                <a:cs typeface="Arial" pitchFamily="34" charset="0"/>
              </a:defRPr>
            </a:lvl1pPr>
          </a:lstStyle>
          <a:p>
            <a:pPr marL="0" lvl="0" indent="0">
              <a:buNone/>
            </a:pPr>
            <a:r>
              <a:rPr lang="en-US" sz="1200" noProof="0">
                <a:cs typeface="Arial" pitchFamily="34" charset="0"/>
              </a:rPr>
              <a:t>Click icon to add photo</a:t>
            </a:r>
          </a:p>
        </p:txBody>
      </p:sp>
      <p:sp>
        <p:nvSpPr>
          <p:cNvPr id="79" name="Text placeholder 5">
            <a:extLst>
              <a:ext uri="{FF2B5EF4-FFF2-40B4-BE49-F238E27FC236}">
                <a16:creationId xmlns:a16="http://schemas.microsoft.com/office/drawing/2014/main" id="{ECFE43AE-9FE8-8126-BE14-3C4AC556CF64}"/>
              </a:ext>
            </a:extLst>
          </p:cNvPr>
          <p:cNvSpPr>
            <a:spLocks noGrp="1"/>
          </p:cNvSpPr>
          <p:nvPr>
            <p:ph type="body" sz="quarter" idx="89" hasCustomPrompt="1"/>
          </p:nvPr>
        </p:nvSpPr>
        <p:spPr>
          <a:xfrm>
            <a:off x="3096923" y="5367239"/>
            <a:ext cx="1332000" cy="282839"/>
          </a:xfrm>
          <a:prstGeom prst="rect">
            <a:avLst/>
          </a:prstGeom>
        </p:spPr>
        <p:txBody>
          <a:bodyPr lIns="0" tIns="0" rIns="0" bIns="0" anchor="b">
            <a:noAutofit/>
          </a:bodyPr>
          <a:lstStyle>
            <a:lvl1pPr marL="0" marR="0" indent="-171450" algn="ctr" defTabSz="914400" rtl="0" eaLnBrk="1" fontAlgn="auto" latinLnBrk="0" hangingPunct="1">
              <a:lnSpc>
                <a:spcPct val="90000"/>
              </a:lnSpc>
              <a:spcBef>
                <a:spcPts val="0"/>
              </a:spcBef>
              <a:spcAft>
                <a:spcPts val="0"/>
              </a:spcAft>
              <a:buClrTx/>
              <a:buSzTx/>
              <a:buFont typeface="Arial" pitchFamily="34" charset="0"/>
              <a:buNone/>
              <a:tabLst/>
              <a:defRPr sz="1000" b="1">
                <a:solidFill>
                  <a:schemeClr val="tx1"/>
                </a:solidFill>
              </a:defRPr>
            </a:lvl1pPr>
            <a:lvl4pPr marL="1371600" indent="0">
              <a:buNone/>
              <a:defRPr/>
            </a:lvl4pPr>
          </a:lstStyle>
          <a:p>
            <a:pPr marL="171450" marR="0" lvl="0" indent="-171450" algn="ctr" defTabSz="914400" rtl="0" eaLnBrk="1" fontAlgn="auto" latinLnBrk="0" hangingPunct="1">
              <a:lnSpc>
                <a:spcPct val="100000"/>
              </a:lnSpc>
              <a:spcBef>
                <a:spcPct val="20000"/>
              </a:spcBef>
              <a:spcAft>
                <a:spcPts val="0"/>
              </a:spcAft>
              <a:buClrTx/>
              <a:buSzTx/>
              <a:tabLst/>
              <a:defRPr/>
            </a:pPr>
            <a:r>
              <a:rPr lang="en-US" noProof="0"/>
              <a:t>First and Last name</a:t>
            </a:r>
          </a:p>
        </p:txBody>
      </p:sp>
      <p:sp>
        <p:nvSpPr>
          <p:cNvPr id="80" name="Text placeholder 5">
            <a:extLst>
              <a:ext uri="{FF2B5EF4-FFF2-40B4-BE49-F238E27FC236}">
                <a16:creationId xmlns:a16="http://schemas.microsoft.com/office/drawing/2014/main" id="{6112D329-2A43-86AB-4F77-A7DA1F5DF1DC}"/>
              </a:ext>
            </a:extLst>
          </p:cNvPr>
          <p:cNvSpPr>
            <a:spLocks noGrp="1"/>
          </p:cNvSpPr>
          <p:nvPr>
            <p:ph type="body" sz="quarter" idx="88" hasCustomPrompt="1"/>
          </p:nvPr>
        </p:nvSpPr>
        <p:spPr>
          <a:xfrm>
            <a:off x="3096923" y="5724901"/>
            <a:ext cx="1332000" cy="356677"/>
          </a:xfrm>
          <a:prstGeom prst="rect">
            <a:avLst/>
          </a:prstGeom>
        </p:spPr>
        <p:txBody>
          <a:bodyPr lIns="0" tIns="0" rIns="0" bIns="0">
            <a:noAutofit/>
          </a:bodyPr>
          <a:lstStyle>
            <a:lvl1pPr marL="0" marR="0" indent="-171450" algn="ctr" defTabSz="914400" rtl="0" eaLnBrk="1" fontAlgn="auto" latinLnBrk="0" hangingPunct="1">
              <a:lnSpc>
                <a:spcPct val="100000"/>
              </a:lnSpc>
              <a:spcBef>
                <a:spcPts val="0"/>
              </a:spcBef>
              <a:spcAft>
                <a:spcPts val="0"/>
              </a:spcAft>
              <a:buClrTx/>
              <a:buSzTx/>
              <a:buFont typeface="Arial" pitchFamily="34" charset="0"/>
              <a:buNone/>
              <a:tabLst/>
              <a:defRPr sz="1000" b="0">
                <a:solidFill>
                  <a:schemeClr val="tx1"/>
                </a:solidFill>
              </a:defRPr>
            </a:lvl1pPr>
            <a:lvl4pPr marL="1371600" indent="0">
              <a:buNone/>
              <a:defRPr/>
            </a:lvl4pPr>
          </a:lstStyle>
          <a:p>
            <a:pPr marL="171450" marR="0" lvl="0" indent="-171450" algn="ctr" defTabSz="914400" rtl="0" eaLnBrk="1" fontAlgn="auto" latinLnBrk="0" hangingPunct="1">
              <a:lnSpc>
                <a:spcPct val="100000"/>
              </a:lnSpc>
              <a:spcBef>
                <a:spcPct val="20000"/>
              </a:spcBef>
              <a:spcAft>
                <a:spcPts val="0"/>
              </a:spcAft>
              <a:buClrTx/>
              <a:buSzTx/>
              <a:tabLst/>
              <a:defRPr/>
            </a:pPr>
            <a:r>
              <a:rPr lang="en-US" noProof="0"/>
              <a:t>Job title or role</a:t>
            </a:r>
          </a:p>
        </p:txBody>
      </p:sp>
      <p:sp>
        <p:nvSpPr>
          <p:cNvPr id="81" name="Picture placeholder 5" descr="Photograph of First and Last name &#10;(person the slide is referencing)">
            <a:extLst>
              <a:ext uri="{FF2B5EF4-FFF2-40B4-BE49-F238E27FC236}">
                <a16:creationId xmlns:a16="http://schemas.microsoft.com/office/drawing/2014/main" id="{629949E7-5C9A-5947-5D49-5A69F29D360B}"/>
              </a:ext>
            </a:extLst>
          </p:cNvPr>
          <p:cNvSpPr>
            <a:spLocks noGrp="1" noChangeAspect="1"/>
          </p:cNvSpPr>
          <p:nvPr>
            <p:ph type="pic" sz="quarter" idx="106" hasCustomPrompt="1"/>
          </p:nvPr>
        </p:nvSpPr>
        <p:spPr>
          <a:xfrm>
            <a:off x="5522976" y="4041648"/>
            <a:ext cx="1152144" cy="1152144"/>
          </a:xfrm>
          <a:prstGeom prst="rect">
            <a:avLst/>
          </a:prstGeom>
          <a:noFill/>
          <a:ln w="95250" cmpd="sng">
            <a:solidFill>
              <a:schemeClr val="bg1"/>
            </a:solidFill>
            <a:miter lim="800000"/>
          </a:ln>
          <a:effectLst>
            <a:outerShdw blurRad="152400" dist="50800" dir="2700000" algn="tl" rotWithShape="0">
              <a:schemeClr val="tx1">
                <a:alpha val="25478"/>
              </a:schemeClr>
            </a:outerShdw>
          </a:effectLst>
        </p:spPr>
        <p:txBody>
          <a:bodyPr lIns="182880" tIns="182880" rIns="91440">
            <a:noAutofit/>
          </a:bodyPr>
          <a:lstStyle>
            <a:lvl1pPr marL="342900" indent="-342900">
              <a:buFont typeface="Arial" panose="020B0604020202020204" pitchFamily="34" charset="0"/>
              <a:buChar char="•"/>
              <a:defRPr lang="fr-FR" sz="1100">
                <a:cs typeface="Arial" pitchFamily="34" charset="0"/>
              </a:defRPr>
            </a:lvl1pPr>
          </a:lstStyle>
          <a:p>
            <a:pPr marL="0" lvl="0" indent="0">
              <a:buNone/>
            </a:pPr>
            <a:r>
              <a:rPr lang="en-US" sz="1200" noProof="0">
                <a:cs typeface="Arial" pitchFamily="34" charset="0"/>
              </a:rPr>
              <a:t>Click icon to add photo</a:t>
            </a:r>
          </a:p>
        </p:txBody>
      </p:sp>
      <p:sp>
        <p:nvSpPr>
          <p:cNvPr id="82" name="Text placeholder 5">
            <a:extLst>
              <a:ext uri="{FF2B5EF4-FFF2-40B4-BE49-F238E27FC236}">
                <a16:creationId xmlns:a16="http://schemas.microsoft.com/office/drawing/2014/main" id="{88B2AB9D-9838-55FF-9BBB-8F354D7E56D6}"/>
              </a:ext>
            </a:extLst>
          </p:cNvPr>
          <p:cNvSpPr>
            <a:spLocks noGrp="1"/>
          </p:cNvSpPr>
          <p:nvPr>
            <p:ph type="body" sz="quarter" idx="92" hasCustomPrompt="1"/>
          </p:nvPr>
        </p:nvSpPr>
        <p:spPr>
          <a:xfrm>
            <a:off x="5431389" y="5367239"/>
            <a:ext cx="1332000" cy="282839"/>
          </a:xfrm>
          <a:prstGeom prst="rect">
            <a:avLst/>
          </a:prstGeom>
        </p:spPr>
        <p:txBody>
          <a:bodyPr lIns="0" tIns="0" rIns="0" bIns="0" anchor="b">
            <a:noAutofit/>
          </a:bodyPr>
          <a:lstStyle>
            <a:lvl1pPr marL="0" marR="0" indent="-171450" algn="ctr" defTabSz="914400" rtl="0" eaLnBrk="1" fontAlgn="auto" latinLnBrk="0" hangingPunct="1">
              <a:lnSpc>
                <a:spcPct val="90000"/>
              </a:lnSpc>
              <a:spcBef>
                <a:spcPts val="0"/>
              </a:spcBef>
              <a:spcAft>
                <a:spcPts val="0"/>
              </a:spcAft>
              <a:buClrTx/>
              <a:buSzTx/>
              <a:buFont typeface="Arial" pitchFamily="34" charset="0"/>
              <a:buNone/>
              <a:tabLst/>
              <a:defRPr sz="1000" b="1">
                <a:solidFill>
                  <a:schemeClr val="tx1"/>
                </a:solidFill>
              </a:defRPr>
            </a:lvl1pPr>
            <a:lvl4pPr marL="1371600" indent="0">
              <a:buNone/>
              <a:defRPr/>
            </a:lvl4pPr>
          </a:lstStyle>
          <a:p>
            <a:pPr marL="171450" marR="0" lvl="0" indent="-171450" algn="ctr" defTabSz="914400" rtl="0" eaLnBrk="1" fontAlgn="auto" latinLnBrk="0" hangingPunct="1">
              <a:lnSpc>
                <a:spcPct val="100000"/>
              </a:lnSpc>
              <a:spcBef>
                <a:spcPct val="20000"/>
              </a:spcBef>
              <a:spcAft>
                <a:spcPts val="0"/>
              </a:spcAft>
              <a:buClrTx/>
              <a:buSzTx/>
              <a:tabLst/>
              <a:defRPr/>
            </a:pPr>
            <a:r>
              <a:rPr lang="en-US" noProof="0"/>
              <a:t>First and Last name</a:t>
            </a:r>
          </a:p>
        </p:txBody>
      </p:sp>
      <p:sp>
        <p:nvSpPr>
          <p:cNvPr id="83" name="Text placeholder 5">
            <a:extLst>
              <a:ext uri="{FF2B5EF4-FFF2-40B4-BE49-F238E27FC236}">
                <a16:creationId xmlns:a16="http://schemas.microsoft.com/office/drawing/2014/main" id="{CCBFB0CF-5CAA-883C-DEAB-43A58245838A}"/>
              </a:ext>
            </a:extLst>
          </p:cNvPr>
          <p:cNvSpPr>
            <a:spLocks noGrp="1"/>
          </p:cNvSpPr>
          <p:nvPr>
            <p:ph type="body" sz="quarter" idx="91" hasCustomPrompt="1"/>
          </p:nvPr>
        </p:nvSpPr>
        <p:spPr>
          <a:xfrm>
            <a:off x="5431389" y="5724901"/>
            <a:ext cx="1332000" cy="356677"/>
          </a:xfrm>
          <a:prstGeom prst="rect">
            <a:avLst/>
          </a:prstGeom>
        </p:spPr>
        <p:txBody>
          <a:bodyPr lIns="0" tIns="0" rIns="0" bIns="0">
            <a:noAutofit/>
          </a:bodyPr>
          <a:lstStyle>
            <a:lvl1pPr marL="0" marR="0" indent="-171450" algn="ctr" defTabSz="914400" rtl="0" eaLnBrk="1" fontAlgn="auto" latinLnBrk="0" hangingPunct="1">
              <a:lnSpc>
                <a:spcPct val="100000"/>
              </a:lnSpc>
              <a:spcBef>
                <a:spcPts val="0"/>
              </a:spcBef>
              <a:spcAft>
                <a:spcPts val="0"/>
              </a:spcAft>
              <a:buClrTx/>
              <a:buSzTx/>
              <a:buFont typeface="Arial" pitchFamily="34" charset="0"/>
              <a:buNone/>
              <a:tabLst/>
              <a:defRPr sz="1000" b="0">
                <a:solidFill>
                  <a:schemeClr val="tx1"/>
                </a:solidFill>
              </a:defRPr>
            </a:lvl1pPr>
            <a:lvl4pPr marL="1371600" indent="0">
              <a:buNone/>
              <a:defRPr/>
            </a:lvl4pPr>
          </a:lstStyle>
          <a:p>
            <a:pPr marL="171450" marR="0" lvl="0" indent="-171450" algn="ctr" defTabSz="914400" rtl="0" eaLnBrk="1" fontAlgn="auto" latinLnBrk="0" hangingPunct="1">
              <a:lnSpc>
                <a:spcPct val="100000"/>
              </a:lnSpc>
              <a:spcBef>
                <a:spcPct val="20000"/>
              </a:spcBef>
              <a:spcAft>
                <a:spcPts val="0"/>
              </a:spcAft>
              <a:buClrTx/>
              <a:buSzTx/>
              <a:tabLst/>
              <a:defRPr/>
            </a:pPr>
            <a:r>
              <a:rPr lang="en-US" noProof="0"/>
              <a:t>Job title or role</a:t>
            </a:r>
          </a:p>
        </p:txBody>
      </p:sp>
      <p:sp>
        <p:nvSpPr>
          <p:cNvPr id="84" name="Picture placeholder 5" descr="Photograph of First and Last name &#10;(person the slide is referencing)">
            <a:extLst>
              <a:ext uri="{FF2B5EF4-FFF2-40B4-BE49-F238E27FC236}">
                <a16:creationId xmlns:a16="http://schemas.microsoft.com/office/drawing/2014/main" id="{FEFA65D4-7E4E-7D88-BB93-BDAC6A11EEE6}"/>
              </a:ext>
            </a:extLst>
          </p:cNvPr>
          <p:cNvSpPr>
            <a:spLocks noGrp="1" noChangeAspect="1"/>
          </p:cNvSpPr>
          <p:nvPr>
            <p:ph type="pic" sz="quarter" idx="107" hasCustomPrompt="1"/>
          </p:nvPr>
        </p:nvSpPr>
        <p:spPr>
          <a:xfrm>
            <a:off x="7854696" y="4041648"/>
            <a:ext cx="1152144" cy="1152144"/>
          </a:xfrm>
          <a:prstGeom prst="rect">
            <a:avLst/>
          </a:prstGeom>
          <a:noFill/>
          <a:ln w="95250" cmpd="sng">
            <a:solidFill>
              <a:schemeClr val="bg1"/>
            </a:solidFill>
            <a:miter lim="800000"/>
          </a:ln>
          <a:effectLst>
            <a:outerShdw blurRad="152400" dist="50800" dir="2700000" algn="tl" rotWithShape="0">
              <a:schemeClr val="tx1">
                <a:alpha val="25478"/>
              </a:schemeClr>
            </a:outerShdw>
          </a:effectLst>
        </p:spPr>
        <p:txBody>
          <a:bodyPr lIns="182880" tIns="182880" rIns="91440">
            <a:noAutofit/>
          </a:bodyPr>
          <a:lstStyle>
            <a:lvl1pPr marL="342900" indent="-342900">
              <a:buFont typeface="Arial" panose="020B0604020202020204" pitchFamily="34" charset="0"/>
              <a:buChar char="•"/>
              <a:defRPr lang="fr-FR" sz="1100">
                <a:cs typeface="Arial" pitchFamily="34" charset="0"/>
              </a:defRPr>
            </a:lvl1pPr>
          </a:lstStyle>
          <a:p>
            <a:pPr marL="0" lvl="0" indent="0">
              <a:buNone/>
            </a:pPr>
            <a:r>
              <a:rPr lang="en-US" sz="1200" noProof="0">
                <a:cs typeface="Arial" pitchFamily="34" charset="0"/>
              </a:rPr>
              <a:t>Click icon to add photo</a:t>
            </a:r>
          </a:p>
        </p:txBody>
      </p:sp>
      <p:sp>
        <p:nvSpPr>
          <p:cNvPr id="85" name="Text placeholder 5">
            <a:extLst>
              <a:ext uri="{FF2B5EF4-FFF2-40B4-BE49-F238E27FC236}">
                <a16:creationId xmlns:a16="http://schemas.microsoft.com/office/drawing/2014/main" id="{BC089438-BB2E-8CA6-5F91-044332B0A356}"/>
              </a:ext>
            </a:extLst>
          </p:cNvPr>
          <p:cNvSpPr>
            <a:spLocks noGrp="1"/>
          </p:cNvSpPr>
          <p:nvPr>
            <p:ph type="body" sz="quarter" idx="95" hasCustomPrompt="1"/>
          </p:nvPr>
        </p:nvSpPr>
        <p:spPr>
          <a:xfrm>
            <a:off x="7765801" y="5367239"/>
            <a:ext cx="1332000" cy="282839"/>
          </a:xfrm>
          <a:prstGeom prst="rect">
            <a:avLst/>
          </a:prstGeom>
        </p:spPr>
        <p:txBody>
          <a:bodyPr lIns="0" tIns="0" rIns="0" bIns="0" anchor="b">
            <a:noAutofit/>
          </a:bodyPr>
          <a:lstStyle>
            <a:lvl1pPr marL="0" marR="0" indent="-171450" algn="ctr" defTabSz="914400" rtl="0" eaLnBrk="1" fontAlgn="auto" latinLnBrk="0" hangingPunct="1">
              <a:lnSpc>
                <a:spcPct val="90000"/>
              </a:lnSpc>
              <a:spcBef>
                <a:spcPts val="0"/>
              </a:spcBef>
              <a:spcAft>
                <a:spcPts val="0"/>
              </a:spcAft>
              <a:buClrTx/>
              <a:buSzTx/>
              <a:buFont typeface="Arial" pitchFamily="34" charset="0"/>
              <a:buNone/>
              <a:tabLst/>
              <a:defRPr sz="1000" b="1">
                <a:solidFill>
                  <a:schemeClr val="tx1"/>
                </a:solidFill>
              </a:defRPr>
            </a:lvl1pPr>
            <a:lvl4pPr marL="1371600" indent="0">
              <a:buNone/>
              <a:defRPr/>
            </a:lvl4pPr>
          </a:lstStyle>
          <a:p>
            <a:pPr marL="171450" marR="0" lvl="0" indent="-171450" algn="ctr" defTabSz="914400" rtl="0" eaLnBrk="1" fontAlgn="auto" latinLnBrk="0" hangingPunct="1">
              <a:lnSpc>
                <a:spcPct val="100000"/>
              </a:lnSpc>
              <a:spcBef>
                <a:spcPct val="20000"/>
              </a:spcBef>
              <a:spcAft>
                <a:spcPts val="0"/>
              </a:spcAft>
              <a:buClrTx/>
              <a:buSzTx/>
              <a:tabLst/>
              <a:defRPr/>
            </a:pPr>
            <a:r>
              <a:rPr lang="en-US" noProof="0"/>
              <a:t>First and Last name</a:t>
            </a:r>
          </a:p>
        </p:txBody>
      </p:sp>
      <p:sp>
        <p:nvSpPr>
          <p:cNvPr id="86" name="Text placeholder 5">
            <a:extLst>
              <a:ext uri="{FF2B5EF4-FFF2-40B4-BE49-F238E27FC236}">
                <a16:creationId xmlns:a16="http://schemas.microsoft.com/office/drawing/2014/main" id="{481736D0-57CE-73C1-380A-473D46F2A639}"/>
              </a:ext>
            </a:extLst>
          </p:cNvPr>
          <p:cNvSpPr>
            <a:spLocks noGrp="1"/>
          </p:cNvSpPr>
          <p:nvPr>
            <p:ph type="body" sz="quarter" idx="94" hasCustomPrompt="1"/>
          </p:nvPr>
        </p:nvSpPr>
        <p:spPr>
          <a:xfrm>
            <a:off x="7765801" y="5724901"/>
            <a:ext cx="1332000" cy="356677"/>
          </a:xfrm>
          <a:prstGeom prst="rect">
            <a:avLst/>
          </a:prstGeom>
        </p:spPr>
        <p:txBody>
          <a:bodyPr lIns="0" tIns="0" rIns="0" bIns="0">
            <a:noAutofit/>
          </a:bodyPr>
          <a:lstStyle>
            <a:lvl1pPr marL="0" marR="0" indent="-171450" algn="ctr" defTabSz="914400" rtl="0" eaLnBrk="1" fontAlgn="auto" latinLnBrk="0" hangingPunct="1">
              <a:lnSpc>
                <a:spcPct val="100000"/>
              </a:lnSpc>
              <a:spcBef>
                <a:spcPts val="0"/>
              </a:spcBef>
              <a:spcAft>
                <a:spcPts val="0"/>
              </a:spcAft>
              <a:buClrTx/>
              <a:buSzTx/>
              <a:buFont typeface="Arial" pitchFamily="34" charset="0"/>
              <a:buNone/>
              <a:tabLst/>
              <a:defRPr sz="1000" b="0">
                <a:solidFill>
                  <a:schemeClr val="tx1"/>
                </a:solidFill>
              </a:defRPr>
            </a:lvl1pPr>
            <a:lvl4pPr marL="1371600" indent="0">
              <a:buNone/>
              <a:defRPr/>
            </a:lvl4pPr>
          </a:lstStyle>
          <a:p>
            <a:pPr marL="171450" marR="0" lvl="0" indent="-171450" algn="ctr" defTabSz="914400" rtl="0" eaLnBrk="1" fontAlgn="auto" latinLnBrk="0" hangingPunct="1">
              <a:lnSpc>
                <a:spcPct val="100000"/>
              </a:lnSpc>
              <a:spcBef>
                <a:spcPct val="20000"/>
              </a:spcBef>
              <a:spcAft>
                <a:spcPts val="0"/>
              </a:spcAft>
              <a:buClrTx/>
              <a:buSzTx/>
              <a:tabLst/>
              <a:defRPr/>
            </a:pPr>
            <a:r>
              <a:rPr lang="en-US" noProof="0"/>
              <a:t>Job title or role</a:t>
            </a:r>
          </a:p>
        </p:txBody>
      </p:sp>
      <p:sp>
        <p:nvSpPr>
          <p:cNvPr id="87" name="Picture placeholder 5" descr="Photograph of First and Last name &#10;(person the slide is referencing)">
            <a:extLst>
              <a:ext uri="{FF2B5EF4-FFF2-40B4-BE49-F238E27FC236}">
                <a16:creationId xmlns:a16="http://schemas.microsoft.com/office/drawing/2014/main" id="{13775789-7F49-8FA8-F6BA-4831AA428A52}"/>
              </a:ext>
            </a:extLst>
          </p:cNvPr>
          <p:cNvSpPr>
            <a:spLocks noGrp="1" noChangeAspect="1"/>
          </p:cNvSpPr>
          <p:nvPr>
            <p:ph type="pic" sz="quarter" idx="108" hasCustomPrompt="1"/>
          </p:nvPr>
        </p:nvSpPr>
        <p:spPr>
          <a:xfrm>
            <a:off x="10186416" y="4041648"/>
            <a:ext cx="1152144" cy="1152144"/>
          </a:xfrm>
          <a:prstGeom prst="rect">
            <a:avLst/>
          </a:prstGeom>
          <a:noFill/>
          <a:ln w="95250" cmpd="sng">
            <a:solidFill>
              <a:schemeClr val="bg1"/>
            </a:solidFill>
            <a:miter lim="800000"/>
          </a:ln>
          <a:effectLst>
            <a:outerShdw blurRad="152400" dist="50800" dir="2700000" algn="tl" rotWithShape="0">
              <a:schemeClr val="tx1">
                <a:alpha val="25478"/>
              </a:schemeClr>
            </a:outerShdw>
          </a:effectLst>
        </p:spPr>
        <p:txBody>
          <a:bodyPr lIns="182880" tIns="182880" rIns="91440">
            <a:noAutofit/>
          </a:bodyPr>
          <a:lstStyle>
            <a:lvl1pPr marL="342900" indent="-342900">
              <a:buFont typeface="Arial" panose="020B0604020202020204" pitchFamily="34" charset="0"/>
              <a:buChar char="•"/>
              <a:defRPr lang="fr-FR" sz="1100">
                <a:cs typeface="Arial" pitchFamily="34" charset="0"/>
              </a:defRPr>
            </a:lvl1pPr>
          </a:lstStyle>
          <a:p>
            <a:pPr marL="0" lvl="0" indent="0">
              <a:buNone/>
            </a:pPr>
            <a:r>
              <a:rPr lang="en-US" sz="1200" noProof="0">
                <a:cs typeface="Arial" pitchFamily="34" charset="0"/>
              </a:rPr>
              <a:t>Click icon to add photo</a:t>
            </a:r>
          </a:p>
        </p:txBody>
      </p:sp>
      <p:sp>
        <p:nvSpPr>
          <p:cNvPr id="88" name="Text placeholder 5">
            <a:extLst>
              <a:ext uri="{FF2B5EF4-FFF2-40B4-BE49-F238E27FC236}">
                <a16:creationId xmlns:a16="http://schemas.microsoft.com/office/drawing/2014/main" id="{83014732-9266-51C6-552D-A2A47DF3B20E}"/>
              </a:ext>
            </a:extLst>
          </p:cNvPr>
          <p:cNvSpPr>
            <a:spLocks noGrp="1"/>
          </p:cNvSpPr>
          <p:nvPr>
            <p:ph type="body" sz="quarter" idx="98" hasCustomPrompt="1"/>
          </p:nvPr>
        </p:nvSpPr>
        <p:spPr>
          <a:xfrm>
            <a:off x="10093238" y="5367239"/>
            <a:ext cx="1332000" cy="282839"/>
          </a:xfrm>
          <a:prstGeom prst="rect">
            <a:avLst/>
          </a:prstGeom>
        </p:spPr>
        <p:txBody>
          <a:bodyPr lIns="0" tIns="0" rIns="0" bIns="0" anchor="b">
            <a:noAutofit/>
          </a:bodyPr>
          <a:lstStyle>
            <a:lvl1pPr marL="0" marR="0" indent="-171450" algn="ctr" defTabSz="914400" rtl="0" eaLnBrk="1" fontAlgn="auto" latinLnBrk="0" hangingPunct="1">
              <a:lnSpc>
                <a:spcPct val="90000"/>
              </a:lnSpc>
              <a:spcBef>
                <a:spcPts val="0"/>
              </a:spcBef>
              <a:spcAft>
                <a:spcPts val="0"/>
              </a:spcAft>
              <a:buClrTx/>
              <a:buSzTx/>
              <a:buFont typeface="Arial" pitchFamily="34" charset="0"/>
              <a:buNone/>
              <a:tabLst/>
              <a:defRPr sz="1000" b="1">
                <a:solidFill>
                  <a:schemeClr val="tx1"/>
                </a:solidFill>
              </a:defRPr>
            </a:lvl1pPr>
            <a:lvl4pPr marL="1371600" indent="0">
              <a:buNone/>
              <a:defRPr/>
            </a:lvl4pPr>
          </a:lstStyle>
          <a:p>
            <a:pPr marL="171450" marR="0" lvl="0" indent="-171450" algn="ctr" defTabSz="914400" rtl="0" eaLnBrk="1" fontAlgn="auto" latinLnBrk="0" hangingPunct="1">
              <a:lnSpc>
                <a:spcPct val="100000"/>
              </a:lnSpc>
              <a:spcBef>
                <a:spcPct val="20000"/>
              </a:spcBef>
              <a:spcAft>
                <a:spcPts val="0"/>
              </a:spcAft>
              <a:buClrTx/>
              <a:buSzTx/>
              <a:tabLst/>
              <a:defRPr/>
            </a:pPr>
            <a:r>
              <a:rPr lang="en-US" noProof="0"/>
              <a:t>First and Last name</a:t>
            </a:r>
          </a:p>
        </p:txBody>
      </p:sp>
      <p:sp>
        <p:nvSpPr>
          <p:cNvPr id="89" name="Text placeholder 5">
            <a:extLst>
              <a:ext uri="{FF2B5EF4-FFF2-40B4-BE49-F238E27FC236}">
                <a16:creationId xmlns:a16="http://schemas.microsoft.com/office/drawing/2014/main" id="{BE4A8D1D-0817-36C0-DAE7-2C3EFC726A0F}"/>
              </a:ext>
            </a:extLst>
          </p:cNvPr>
          <p:cNvSpPr>
            <a:spLocks noGrp="1"/>
          </p:cNvSpPr>
          <p:nvPr>
            <p:ph type="body" sz="quarter" idx="97" hasCustomPrompt="1"/>
          </p:nvPr>
        </p:nvSpPr>
        <p:spPr>
          <a:xfrm>
            <a:off x="10093238" y="5724901"/>
            <a:ext cx="1332000" cy="356677"/>
          </a:xfrm>
          <a:prstGeom prst="rect">
            <a:avLst/>
          </a:prstGeom>
        </p:spPr>
        <p:txBody>
          <a:bodyPr lIns="0" tIns="0" rIns="0" bIns="0">
            <a:noAutofit/>
          </a:bodyPr>
          <a:lstStyle>
            <a:lvl1pPr marL="0" marR="0" indent="-171450" algn="ctr" defTabSz="914400" rtl="0" eaLnBrk="1" fontAlgn="auto" latinLnBrk="0" hangingPunct="1">
              <a:lnSpc>
                <a:spcPct val="100000"/>
              </a:lnSpc>
              <a:spcBef>
                <a:spcPts val="0"/>
              </a:spcBef>
              <a:spcAft>
                <a:spcPts val="0"/>
              </a:spcAft>
              <a:buClrTx/>
              <a:buSzTx/>
              <a:buFont typeface="Arial" pitchFamily="34" charset="0"/>
              <a:buNone/>
              <a:tabLst/>
              <a:defRPr sz="1000" b="0">
                <a:solidFill>
                  <a:schemeClr val="tx1"/>
                </a:solidFill>
              </a:defRPr>
            </a:lvl1pPr>
            <a:lvl4pPr marL="1371600" indent="0">
              <a:buNone/>
              <a:defRPr/>
            </a:lvl4pPr>
          </a:lstStyle>
          <a:p>
            <a:pPr marL="171450" marR="0" lvl="0" indent="-171450" algn="ctr" defTabSz="914400" rtl="0" eaLnBrk="1" fontAlgn="auto" latinLnBrk="0" hangingPunct="1">
              <a:lnSpc>
                <a:spcPct val="100000"/>
              </a:lnSpc>
              <a:spcBef>
                <a:spcPct val="20000"/>
              </a:spcBef>
              <a:spcAft>
                <a:spcPts val="0"/>
              </a:spcAft>
              <a:buClrTx/>
              <a:buSzTx/>
              <a:tabLst/>
              <a:defRPr/>
            </a:pPr>
            <a:r>
              <a:rPr lang="en-US" noProof="0"/>
              <a:t>Job title or role</a:t>
            </a:r>
          </a:p>
        </p:txBody>
      </p:sp>
      <p:sp>
        <p:nvSpPr>
          <p:cNvPr id="3" name="Footer Placeholder 2">
            <a:extLst>
              <a:ext uri="{FF2B5EF4-FFF2-40B4-BE49-F238E27FC236}">
                <a16:creationId xmlns:a16="http://schemas.microsoft.com/office/drawing/2014/main" id="{49E803D8-E642-131F-D1F9-D10BBA53C117}"/>
              </a:ext>
              <a:ext uri="{C183D7F6-B498-43B3-948B-1728B52AA6E4}">
                <adec:decorative xmlns:adec="http://schemas.microsoft.com/office/drawing/2017/decorative" val="1"/>
              </a:ext>
            </a:extLst>
          </p:cNvPr>
          <p:cNvSpPr>
            <a:spLocks noGrp="1"/>
          </p:cNvSpPr>
          <p:nvPr userDrawn="1">
            <p:ph type="ftr" sz="quarter" idx="112"/>
          </p:nvPr>
        </p:nvSpPr>
        <p:spPr/>
        <p:txBody>
          <a:bodyPr/>
          <a:lstStyle/>
          <a:p>
            <a:endParaRPr lang="en-US" noProof="0"/>
          </a:p>
        </p:txBody>
      </p:sp>
      <p:sp>
        <p:nvSpPr>
          <p:cNvPr id="13" name="Slide Number Placeholder 12">
            <a:extLst>
              <a:ext uri="{FF2B5EF4-FFF2-40B4-BE49-F238E27FC236}">
                <a16:creationId xmlns:a16="http://schemas.microsoft.com/office/drawing/2014/main" id="{CFC32E26-E2EE-BEA4-9A03-54981F58FE77}"/>
              </a:ext>
              <a:ext uri="{C183D7F6-B498-43B3-948B-1728B52AA6E4}">
                <adec:decorative xmlns:adec="http://schemas.microsoft.com/office/drawing/2017/decorative" val="1"/>
              </a:ext>
            </a:extLst>
          </p:cNvPr>
          <p:cNvSpPr>
            <a:spLocks noGrp="1"/>
          </p:cNvSpPr>
          <p:nvPr userDrawn="1">
            <p:ph type="sldNum" sz="quarter" idx="111"/>
          </p:nvPr>
        </p:nvSpPr>
        <p:spPr/>
        <p:txBody>
          <a:bodyPr/>
          <a:lstStyle/>
          <a:p>
            <a:fld id="{525A3C56-E491-49B2-93F3-63532DF516BC}" type="slidenum">
              <a:rPr lang="en-US" noProof="0" smtClean="0"/>
              <a:pPr/>
              <a:t>‹n°›</a:t>
            </a:fld>
            <a:endParaRPr lang="en-US" noProof="0"/>
          </a:p>
        </p:txBody>
      </p:sp>
    </p:spTree>
    <p:extLst>
      <p:ext uri="{BB962C8B-B14F-4D97-AF65-F5344CB8AC3E}">
        <p14:creationId xmlns:p14="http://schemas.microsoft.com/office/powerpoint/2010/main" val="190678102"/>
      </p:ext>
    </p:extLst>
  </p:cSld>
  <p:clrMapOvr>
    <a:masterClrMapping/>
  </p:clrMapOvr>
  <p:transition/>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Read Only 4">
    <p:bg>
      <p:bgPr>
        <a:solidFill>
          <a:schemeClr val="tx1"/>
        </a:solidFill>
        <a:effectLst/>
      </p:bgPr>
    </p:bg>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8539E471-216A-F16D-9EED-678F84B8F90D}"/>
              </a:ext>
              <a:ext uri="{C183D7F6-B498-43B3-948B-1728B52AA6E4}">
                <adec:decorative xmlns:adec="http://schemas.microsoft.com/office/drawing/2017/decorative" val="1"/>
              </a:ext>
            </a:extLst>
          </p:cNvPr>
          <p:cNvSpPr>
            <a:spLocks noGrp="1"/>
          </p:cNvSpPr>
          <p:nvPr>
            <p:ph type="ftr" sz="quarter" idx="13"/>
          </p:nvPr>
        </p:nvSpPr>
        <p:spPr/>
        <p:txBody>
          <a:bodyPr/>
          <a:lstStyle/>
          <a:p>
            <a:endParaRPr lang="en-US" noProof="0"/>
          </a:p>
        </p:txBody>
      </p:sp>
      <p:sp>
        <p:nvSpPr>
          <p:cNvPr id="8" name="Slide Number Placeholder 7">
            <a:extLst>
              <a:ext uri="{FF2B5EF4-FFF2-40B4-BE49-F238E27FC236}">
                <a16:creationId xmlns:a16="http://schemas.microsoft.com/office/drawing/2014/main" id="{F005B678-1769-99EA-ECF6-E729115A540D}"/>
              </a:ext>
              <a:ext uri="{C183D7F6-B498-43B3-948B-1728B52AA6E4}">
                <adec:decorative xmlns:adec="http://schemas.microsoft.com/office/drawing/2017/decorative" val="1"/>
              </a:ext>
            </a:extLst>
          </p:cNvPr>
          <p:cNvSpPr>
            <a:spLocks noGrp="1"/>
          </p:cNvSpPr>
          <p:nvPr>
            <p:ph type="sldNum" sz="quarter" idx="12"/>
          </p:nvPr>
        </p:nvSpPr>
        <p:spPr/>
        <p:txBody>
          <a:bodyPr/>
          <a:lstStyle/>
          <a:p>
            <a:fld id="{525A3C56-E491-49B2-93F3-63532DF516BC}" type="slidenum">
              <a:rPr lang="en-US" noProof="0" smtClean="0"/>
              <a:pPr/>
              <a:t>‹n°›</a:t>
            </a:fld>
            <a:endParaRPr lang="en-US" noProof="0"/>
          </a:p>
        </p:txBody>
      </p:sp>
      <p:sp>
        <p:nvSpPr>
          <p:cNvPr id="4" name="TextBox 3">
            <a:extLst>
              <a:ext uri="{FF2B5EF4-FFF2-40B4-BE49-F238E27FC236}">
                <a16:creationId xmlns:a16="http://schemas.microsoft.com/office/drawing/2014/main" id="{BCED8B9F-977E-4292-9524-3F0A97972769}"/>
              </a:ext>
            </a:extLst>
          </p:cNvPr>
          <p:cNvSpPr txBox="1"/>
          <p:nvPr userDrawn="1"/>
        </p:nvSpPr>
        <p:spPr>
          <a:xfrm>
            <a:off x="0" y="0"/>
            <a:ext cx="12192000" cy="6858000"/>
          </a:xfrm>
          <a:prstGeom prst="rect">
            <a:avLst/>
          </a:prstGeom>
          <a:solidFill>
            <a:srgbClr val="333333"/>
          </a:solidFill>
        </p:spPr>
        <p:txBody>
          <a:bodyPr vert="horz" wrap="square" lIns="0" tIns="0" rIns="0" bIns="0" rtlCol="0" anchor="ctr" anchorCtr="0">
            <a:noAutofit/>
          </a:bodyPr>
          <a:lstStyle/>
          <a:p>
            <a:pPr algn="ctr">
              <a:lnSpc>
                <a:spcPct val="90000"/>
              </a:lnSpc>
            </a:pPr>
            <a:r>
              <a:rPr lang="en-US" sz="16200" spc="-30" baseline="0" noProof="0">
                <a:solidFill>
                  <a:schemeClr val="bg1"/>
                </a:solidFill>
              </a:rPr>
              <a:t>Highlight or quote layouts</a:t>
            </a:r>
          </a:p>
        </p:txBody>
      </p:sp>
    </p:spTree>
    <p:extLst>
      <p:ext uri="{BB962C8B-B14F-4D97-AF65-F5344CB8AC3E}">
        <p14:creationId xmlns:p14="http://schemas.microsoft.com/office/powerpoint/2010/main" val="1240932293"/>
      </p:ext>
    </p:extLst>
  </p:cSld>
  <p:clrMapOvr>
    <a:masterClrMapping/>
  </p:clrMapOvr>
  <p:transition/>
  <p:extLst>
    <p:ext uri="{DCECCB84-F9BA-43D5-87BE-67443E8EF086}">
      <p15:sldGuideLst xmlns:p15="http://schemas.microsoft.com/office/powerpoint/2012/main"/>
    </p:ext>
  </p:extLst>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Vertical split left gradient + 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1" name="Title 10">
            <a:extLst>
              <a:ext uri="{FF2B5EF4-FFF2-40B4-BE49-F238E27FC236}">
                <a16:creationId xmlns:a16="http://schemas.microsoft.com/office/drawing/2014/main" id="{D8BCD8CC-5C84-0E47-3D5B-5B4071C6F1EF}"/>
              </a:ext>
            </a:extLst>
          </p:cNvPr>
          <p:cNvSpPr>
            <a:spLocks noGrp="1"/>
          </p:cNvSpPr>
          <p:nvPr userDrawn="1">
            <p:ph type="title" hasCustomPrompt="1"/>
          </p:nvPr>
        </p:nvSpPr>
        <p:spPr>
          <a:xfrm>
            <a:off x="766764" y="640080"/>
            <a:ext cx="3805237" cy="2514600"/>
          </a:xfrm>
          <a:noFill/>
        </p:spPr>
        <p:txBody>
          <a:bodyPr>
            <a:normAutofit/>
          </a:bodyPr>
          <a:lstStyle>
            <a:lvl1pPr>
              <a:defRPr sz="4800">
                <a:solidFill>
                  <a:schemeClr val="bg1"/>
                </a:solidFill>
              </a:defRPr>
            </a:lvl1pPr>
          </a:lstStyle>
          <a:p>
            <a:pPr lvl="0"/>
            <a:r>
              <a:rPr lang="en-US" noProof="0"/>
              <a:t>Click to add slide title</a:t>
            </a:r>
          </a:p>
        </p:txBody>
      </p:sp>
      <p:sp>
        <p:nvSpPr>
          <p:cNvPr id="12" name="Content Placeholder 11">
            <a:extLst>
              <a:ext uri="{FF2B5EF4-FFF2-40B4-BE49-F238E27FC236}">
                <a16:creationId xmlns:a16="http://schemas.microsoft.com/office/drawing/2014/main" id="{4786F2AF-5358-D866-C5C2-387F0EAF5433}"/>
              </a:ext>
            </a:extLst>
          </p:cNvPr>
          <p:cNvSpPr>
            <a:spLocks noGrp="1"/>
          </p:cNvSpPr>
          <p:nvPr>
            <p:ph sz="quarter" idx="22" hasCustomPrompt="1"/>
          </p:nvPr>
        </p:nvSpPr>
        <p:spPr>
          <a:xfrm>
            <a:off x="6096000" y="768096"/>
            <a:ext cx="5324475" cy="5330952"/>
          </a:xfrm>
          <a:prstGeom prst="rect">
            <a:avLst/>
          </a:prstGeom>
        </p:spPr>
        <p:txBody>
          <a:bodyPr>
            <a:normAutofit/>
          </a:bodyPr>
          <a:lstStyle>
            <a:lvl1pPr marL="0" indent="0">
              <a:buNone/>
              <a:defRPr sz="1800"/>
            </a:lvl1pPr>
          </a:lstStyle>
          <a:p>
            <a:pPr lvl="0"/>
            <a:r>
              <a:rPr lang="en-US" noProof="0"/>
              <a:t>Click to add text or select an icon to insert associated content (i.e., table, chart, picture or video). Images and video are available to download from brand.cgi.com.</a:t>
            </a:r>
          </a:p>
        </p:txBody>
      </p:sp>
      <p:sp>
        <p:nvSpPr>
          <p:cNvPr id="2" name="Footer Placeholder 1">
            <a:extLst>
              <a:ext uri="{FF2B5EF4-FFF2-40B4-BE49-F238E27FC236}">
                <a16:creationId xmlns:a16="http://schemas.microsoft.com/office/drawing/2014/main" id="{F9C8AF98-2955-963B-58C0-5FE1B0F82077}"/>
              </a:ext>
              <a:ext uri="{C183D7F6-B498-43B3-948B-1728B52AA6E4}">
                <adec:decorative xmlns:adec="http://schemas.microsoft.com/office/drawing/2017/decorative" val="1"/>
              </a:ext>
            </a:extLst>
          </p:cNvPr>
          <p:cNvSpPr>
            <a:spLocks noGrp="1"/>
          </p:cNvSpPr>
          <p:nvPr>
            <p:ph type="ftr" sz="quarter" idx="26"/>
          </p:nvPr>
        </p:nvSpPr>
        <p:spPr/>
        <p:txBody>
          <a:bodyPr/>
          <a:lstStyle/>
          <a:p>
            <a:endParaRPr lang="en-US" noProof="0"/>
          </a:p>
        </p:txBody>
      </p:sp>
      <p:sp>
        <p:nvSpPr>
          <p:cNvPr id="5" name="Slide Number Placeholder 4">
            <a:extLst>
              <a:ext uri="{FF2B5EF4-FFF2-40B4-BE49-F238E27FC236}">
                <a16:creationId xmlns:a16="http://schemas.microsoft.com/office/drawing/2014/main" id="{4157A084-A0DA-A9C2-4C39-36545455D079}"/>
              </a:ext>
              <a:ext uri="{C183D7F6-B498-43B3-948B-1728B52AA6E4}">
                <adec:decorative xmlns:adec="http://schemas.microsoft.com/office/drawing/2017/decorative" val="1"/>
              </a:ext>
            </a:extLst>
          </p:cNvPr>
          <p:cNvSpPr>
            <a:spLocks noGrp="1"/>
          </p:cNvSpPr>
          <p:nvPr>
            <p:ph type="sldNum" sz="quarter" idx="25"/>
          </p:nvPr>
        </p:nvSpPr>
        <p:spPr/>
        <p:txBody>
          <a:bodyPr/>
          <a:lstStyle/>
          <a:p>
            <a:fld id="{525A3C56-E491-49B2-93F3-63532DF516BC}" type="slidenum">
              <a:rPr lang="en-US" noProof="0" smtClean="0"/>
              <a:pPr/>
              <a:t>‹n°›</a:t>
            </a:fld>
            <a:endParaRPr lang="en-US" noProof="0"/>
          </a:p>
        </p:txBody>
      </p:sp>
    </p:spTree>
    <p:extLst>
      <p:ext uri="{BB962C8B-B14F-4D97-AF65-F5344CB8AC3E}">
        <p14:creationId xmlns:p14="http://schemas.microsoft.com/office/powerpoint/2010/main" val="1075439696"/>
      </p:ext>
    </p:extLst>
  </p:cSld>
  <p:clrMapOvr>
    <a:masterClrMapping/>
  </p:clrMapOvr>
  <p:transition/>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Vertical split left gradient + imag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1" name="Title 10">
            <a:extLst>
              <a:ext uri="{FF2B5EF4-FFF2-40B4-BE49-F238E27FC236}">
                <a16:creationId xmlns:a16="http://schemas.microsoft.com/office/drawing/2014/main" id="{D8BCD8CC-5C84-0E47-3D5B-5B4071C6F1EF}"/>
              </a:ext>
            </a:extLst>
          </p:cNvPr>
          <p:cNvSpPr>
            <a:spLocks noGrp="1"/>
          </p:cNvSpPr>
          <p:nvPr userDrawn="1">
            <p:ph type="title" hasCustomPrompt="1"/>
          </p:nvPr>
        </p:nvSpPr>
        <p:spPr>
          <a:xfrm>
            <a:off x="766764" y="640080"/>
            <a:ext cx="3805237" cy="2514600"/>
          </a:xfrm>
        </p:spPr>
        <p:txBody>
          <a:bodyPr>
            <a:normAutofit/>
          </a:bodyPr>
          <a:lstStyle>
            <a:lvl1pPr>
              <a:defRPr sz="4800">
                <a:solidFill>
                  <a:schemeClr val="bg1"/>
                </a:solidFill>
              </a:defRPr>
            </a:lvl1pPr>
          </a:lstStyle>
          <a:p>
            <a:pPr lvl="0"/>
            <a:r>
              <a:rPr lang="en-US" noProof="0"/>
              <a:t>Click to add slide title</a:t>
            </a:r>
          </a:p>
        </p:txBody>
      </p:sp>
      <p:sp>
        <p:nvSpPr>
          <p:cNvPr id="10" name="Picture Placeholder 7">
            <a:extLst>
              <a:ext uri="{FF2B5EF4-FFF2-40B4-BE49-F238E27FC236}">
                <a16:creationId xmlns:a16="http://schemas.microsoft.com/office/drawing/2014/main" id="{D8902546-0BD5-8512-0E9E-01A120BA7869}"/>
              </a:ext>
            </a:extLst>
          </p:cNvPr>
          <p:cNvSpPr>
            <a:spLocks noGrp="1"/>
          </p:cNvSpPr>
          <p:nvPr>
            <p:ph type="pic" sz="quarter" idx="26" hasCustomPrompt="1"/>
          </p:nvPr>
        </p:nvSpPr>
        <p:spPr>
          <a:xfrm>
            <a:off x="6096000" y="768096"/>
            <a:ext cx="5329238" cy="5321808"/>
          </a:xfrm>
          <a:prstGeom prst="rect">
            <a:avLst/>
          </a:prstGeom>
        </p:spPr>
        <p:txBody>
          <a:bodyPr/>
          <a:lstStyle>
            <a:lvl1pPr marL="0" indent="0">
              <a:buNone/>
              <a:defRPr sz="1800">
                <a:sym typeface="Wingdings" panose="05000000000000000000" pitchFamily="2" charset="2"/>
              </a:defRPr>
            </a:lvl1pPr>
          </a:lstStyle>
          <a:p>
            <a:r>
              <a:rPr lang="en-US" noProof="0"/>
              <a:t>Click icon to add image. Images are available to download from the Brand Source image library  brand.cgi.com</a:t>
            </a:r>
          </a:p>
        </p:txBody>
      </p:sp>
      <p:sp>
        <p:nvSpPr>
          <p:cNvPr id="2" name="Footer Placeholder 1">
            <a:extLst>
              <a:ext uri="{FF2B5EF4-FFF2-40B4-BE49-F238E27FC236}">
                <a16:creationId xmlns:a16="http://schemas.microsoft.com/office/drawing/2014/main" id="{62CD930D-562F-7158-6266-0C7D09523FAD}"/>
              </a:ext>
              <a:ext uri="{C183D7F6-B498-43B3-948B-1728B52AA6E4}">
                <adec:decorative xmlns:adec="http://schemas.microsoft.com/office/drawing/2017/decorative" val="1"/>
              </a:ext>
            </a:extLst>
          </p:cNvPr>
          <p:cNvSpPr>
            <a:spLocks noGrp="1"/>
          </p:cNvSpPr>
          <p:nvPr>
            <p:ph type="ftr" sz="quarter" idx="27"/>
          </p:nvPr>
        </p:nvSpPr>
        <p:spPr/>
        <p:txBody>
          <a:bodyPr/>
          <a:lstStyle/>
          <a:p>
            <a:endParaRPr lang="en-US" noProof="0"/>
          </a:p>
        </p:txBody>
      </p:sp>
      <p:sp>
        <p:nvSpPr>
          <p:cNvPr id="5" name="Slide Number Placeholder 4">
            <a:extLst>
              <a:ext uri="{FF2B5EF4-FFF2-40B4-BE49-F238E27FC236}">
                <a16:creationId xmlns:a16="http://schemas.microsoft.com/office/drawing/2014/main" id="{A949E9E9-878C-1EFF-CBDC-17959F11C0FC}"/>
              </a:ext>
              <a:ext uri="{C183D7F6-B498-43B3-948B-1728B52AA6E4}">
                <adec:decorative xmlns:adec="http://schemas.microsoft.com/office/drawing/2017/decorative" val="1"/>
              </a:ext>
            </a:extLst>
          </p:cNvPr>
          <p:cNvSpPr>
            <a:spLocks noGrp="1"/>
          </p:cNvSpPr>
          <p:nvPr>
            <p:ph type="sldNum" sz="quarter" idx="25"/>
          </p:nvPr>
        </p:nvSpPr>
        <p:spPr/>
        <p:txBody>
          <a:bodyPr/>
          <a:lstStyle/>
          <a:p>
            <a:fld id="{525A3C56-E491-49B2-93F3-63532DF516BC}" type="slidenum">
              <a:rPr lang="en-US" noProof="0" smtClean="0"/>
              <a:pPr/>
              <a:t>‹n°›</a:t>
            </a:fld>
            <a:endParaRPr lang="en-US" noProof="0"/>
          </a:p>
        </p:txBody>
      </p:sp>
    </p:spTree>
    <p:extLst>
      <p:ext uri="{BB962C8B-B14F-4D97-AF65-F5344CB8AC3E}">
        <p14:creationId xmlns:p14="http://schemas.microsoft.com/office/powerpoint/2010/main" val="825088710"/>
      </p:ext>
    </p:extLst>
  </p:cSld>
  <p:clrMapOvr>
    <a:masterClrMapping/>
  </p:clrMapOvr>
  <p:transition/>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p:cSld name="Vertical split right gradi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D52C95-B004-CE97-6850-347B6C83D74E}"/>
              </a:ext>
            </a:extLst>
          </p:cNvPr>
          <p:cNvSpPr>
            <a:spLocks noGrp="1"/>
          </p:cNvSpPr>
          <p:nvPr>
            <p:ph type="title" hasCustomPrompt="1"/>
          </p:nvPr>
        </p:nvSpPr>
        <p:spPr>
          <a:xfrm>
            <a:off x="766763" y="682513"/>
            <a:ext cx="5349134" cy="530352"/>
          </a:xfrm>
        </p:spPr>
        <p:txBody>
          <a:bodyPr/>
          <a:lstStyle>
            <a:lvl1pPr>
              <a:defRPr/>
            </a:lvl1pPr>
          </a:lstStyle>
          <a:p>
            <a:r>
              <a:rPr lang="en-US" noProof="0"/>
              <a:t>Click to add slide title</a:t>
            </a:r>
          </a:p>
        </p:txBody>
      </p:sp>
      <p:sp>
        <p:nvSpPr>
          <p:cNvPr id="8" name="Text Placeholder 2">
            <a:extLst>
              <a:ext uri="{FF2B5EF4-FFF2-40B4-BE49-F238E27FC236}">
                <a16:creationId xmlns:a16="http://schemas.microsoft.com/office/drawing/2014/main" id="{4CB01012-C777-4F42-8ACD-C6368C209107}"/>
              </a:ext>
            </a:extLst>
          </p:cNvPr>
          <p:cNvSpPr>
            <a:spLocks noGrp="1"/>
          </p:cNvSpPr>
          <p:nvPr>
            <p:ph type="body" sz="quarter" idx="20"/>
          </p:nvPr>
        </p:nvSpPr>
        <p:spPr>
          <a:xfrm>
            <a:off x="766764" y="1527175"/>
            <a:ext cx="5343560" cy="4565649"/>
          </a:xfrm>
          <a:prstGeom prst="rect">
            <a:avLst/>
          </a:prstGeom>
        </p:spPr>
        <p:txBody>
          <a:bodyPr lIns="0">
            <a:noAutofit/>
          </a:bodyPr>
          <a:lstStyle>
            <a:lvl1pPr marL="0" indent="0" algn="l">
              <a:spcBef>
                <a:spcPts val="600"/>
              </a:spcBef>
              <a:buNone/>
              <a:defRPr sz="2000">
                <a:solidFill>
                  <a:schemeClr val="tx1"/>
                </a:solidFill>
              </a:defRPr>
            </a:lvl1pPr>
            <a:lvl2pPr>
              <a:defRPr sz="1800">
                <a:solidFill>
                  <a:schemeClr val="bg1"/>
                </a:solidFill>
              </a:defRPr>
            </a:lvl2pPr>
            <a:lvl3pPr>
              <a:defRPr sz="1600">
                <a:solidFill>
                  <a:schemeClr val="bg1"/>
                </a:solidFill>
              </a:defRPr>
            </a:lvl3pPr>
            <a:lvl4pPr>
              <a:defRPr sz="1400">
                <a:solidFill>
                  <a:schemeClr val="bg1"/>
                </a:solidFill>
              </a:defRPr>
            </a:lvl4pPr>
            <a:lvl5pPr>
              <a:defRPr sz="1400">
                <a:solidFill>
                  <a:schemeClr val="bg1"/>
                </a:solidFill>
              </a:defRPr>
            </a:lvl5pPr>
          </a:lstStyle>
          <a:p>
            <a:pPr lvl="0"/>
            <a:r>
              <a:rPr lang="fr-CA" noProof="0"/>
              <a:t>Cliquez pour modifier les styles du texte du masque</a:t>
            </a:r>
          </a:p>
        </p:txBody>
      </p:sp>
      <p:sp>
        <p:nvSpPr>
          <p:cNvPr id="11" name="Textbox title 3"/>
          <p:cNvSpPr>
            <a:spLocks noGrp="1"/>
          </p:cNvSpPr>
          <p:nvPr>
            <p:ph type="subTitle" idx="1" hasCustomPrompt="1"/>
          </p:nvPr>
        </p:nvSpPr>
        <p:spPr>
          <a:xfrm>
            <a:off x="7620799" y="685800"/>
            <a:ext cx="3809206" cy="530352"/>
          </a:xfrm>
          <a:prstGeom prst="rect">
            <a:avLst/>
          </a:prstGeom>
        </p:spPr>
        <p:txBody>
          <a:bodyPr lIns="0" tIns="0" rIns="0" bIns="0" anchor="t" anchorCtr="0">
            <a:noAutofit/>
          </a:bodyPr>
          <a:lstStyle>
            <a:lvl1pPr marL="0" indent="0" algn="l">
              <a:buNone/>
              <a:defRPr sz="2800">
                <a:solidFill>
                  <a:schemeClr val="bg1"/>
                </a:solidFill>
                <a:latin typeface="+mj-lt"/>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noProof="0"/>
              <a:t>Click to add heading</a:t>
            </a:r>
          </a:p>
        </p:txBody>
      </p:sp>
      <p:sp>
        <p:nvSpPr>
          <p:cNvPr id="7" name="Text Placeholder 4">
            <a:extLst>
              <a:ext uri="{FF2B5EF4-FFF2-40B4-BE49-F238E27FC236}">
                <a16:creationId xmlns:a16="http://schemas.microsoft.com/office/drawing/2014/main" id="{D41B42D7-AAA3-834F-9B8B-AC9F156380D9}"/>
              </a:ext>
            </a:extLst>
          </p:cNvPr>
          <p:cNvSpPr>
            <a:spLocks noGrp="1"/>
          </p:cNvSpPr>
          <p:nvPr>
            <p:ph type="body" sz="quarter" idx="19"/>
          </p:nvPr>
        </p:nvSpPr>
        <p:spPr bwMode="white">
          <a:xfrm>
            <a:off x="7620000" y="1527175"/>
            <a:ext cx="3805238" cy="4565649"/>
          </a:xfrm>
          <a:prstGeom prst="rect">
            <a:avLst/>
          </a:prstGeom>
        </p:spPr>
        <p:txBody>
          <a:bodyPr lIns="0">
            <a:noAutofit/>
          </a:bodyPr>
          <a:lstStyle>
            <a:lvl1pPr marL="0" indent="0" algn="l">
              <a:spcBef>
                <a:spcPts val="600"/>
              </a:spcBef>
              <a:buNone/>
              <a:defRPr sz="2000">
                <a:solidFill>
                  <a:schemeClr val="bg1"/>
                </a:solidFill>
              </a:defRPr>
            </a:lvl1pPr>
            <a:lvl2pPr>
              <a:defRPr sz="1800">
                <a:solidFill>
                  <a:schemeClr val="bg1"/>
                </a:solidFill>
              </a:defRPr>
            </a:lvl2pPr>
            <a:lvl3pPr>
              <a:defRPr sz="1600">
                <a:solidFill>
                  <a:schemeClr val="bg1"/>
                </a:solidFill>
              </a:defRPr>
            </a:lvl3pPr>
            <a:lvl4pPr>
              <a:defRPr sz="1400">
                <a:solidFill>
                  <a:schemeClr val="bg1"/>
                </a:solidFill>
              </a:defRPr>
            </a:lvl4pPr>
            <a:lvl5pPr>
              <a:defRPr sz="1400">
                <a:solidFill>
                  <a:schemeClr val="bg1"/>
                </a:solidFill>
              </a:defRPr>
            </a:lvl5pPr>
          </a:lstStyle>
          <a:p>
            <a:pPr lvl="0"/>
            <a:r>
              <a:rPr lang="fr-CA" noProof="0"/>
              <a:t>Cliquez pour modifier les styles du texte du masque</a:t>
            </a:r>
          </a:p>
        </p:txBody>
      </p:sp>
      <p:sp>
        <p:nvSpPr>
          <p:cNvPr id="3" name="Footer Placeholder 2">
            <a:extLst>
              <a:ext uri="{FF2B5EF4-FFF2-40B4-BE49-F238E27FC236}">
                <a16:creationId xmlns:a16="http://schemas.microsoft.com/office/drawing/2014/main" id="{30639340-9B1C-0A20-7215-29AD885ACC1C}"/>
              </a:ext>
              <a:ext uri="{C183D7F6-B498-43B3-948B-1728B52AA6E4}">
                <adec:decorative xmlns:adec="http://schemas.microsoft.com/office/drawing/2017/decorative" val="1"/>
              </a:ext>
            </a:extLst>
          </p:cNvPr>
          <p:cNvSpPr>
            <a:spLocks noGrp="1"/>
          </p:cNvSpPr>
          <p:nvPr userDrawn="1">
            <p:ph type="ftr" sz="quarter" idx="24"/>
          </p:nvPr>
        </p:nvSpPr>
        <p:spPr/>
        <p:txBody>
          <a:bodyPr/>
          <a:lstStyle/>
          <a:p>
            <a:endParaRPr lang="en-US" noProof="0"/>
          </a:p>
        </p:txBody>
      </p:sp>
      <p:sp>
        <p:nvSpPr>
          <p:cNvPr id="9" name="Slide Number Placeholder 7">
            <a:extLst>
              <a:ext uri="{FF2B5EF4-FFF2-40B4-BE49-F238E27FC236}">
                <a16:creationId xmlns:a16="http://schemas.microsoft.com/office/drawing/2014/main" id="{D6B8EBC4-0CDD-D5F8-B384-BBC3DE200CB1}"/>
              </a:ext>
              <a:ext uri="{C183D7F6-B498-43B3-948B-1728B52AA6E4}">
                <adec:decorative xmlns:adec="http://schemas.microsoft.com/office/drawing/2017/decorative" val="1"/>
              </a:ext>
            </a:extLst>
          </p:cNvPr>
          <p:cNvSpPr>
            <a:spLocks noGrp="1"/>
          </p:cNvSpPr>
          <p:nvPr userDrawn="1">
            <p:ph type="sldNum" sz="quarter" idx="23"/>
          </p:nvPr>
        </p:nvSpPr>
        <p:spPr/>
        <p:txBody>
          <a:bodyPr/>
          <a:lstStyle/>
          <a:p>
            <a:fld id="{525A3C56-E491-49B2-93F3-63532DF516BC}" type="slidenum">
              <a:rPr lang="en-US" noProof="0" smtClean="0"/>
              <a:pPr/>
              <a:t>‹n°›</a:t>
            </a:fld>
            <a:endParaRPr lang="en-US" noProof="0"/>
          </a:p>
        </p:txBody>
      </p:sp>
    </p:spTree>
    <p:extLst>
      <p:ext uri="{BB962C8B-B14F-4D97-AF65-F5344CB8AC3E}">
        <p14:creationId xmlns:p14="http://schemas.microsoft.com/office/powerpoint/2010/main" val="1666488075"/>
      </p:ext>
    </p:extLst>
  </p:cSld>
  <p:clrMapOvr>
    <a:masterClrMapping/>
  </p:clrMapOvr>
  <p:transition/>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p:cSld name="Horizontal split top gradient ">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B54EDF-CC0A-47BA-810E-F78AECA13876}"/>
              </a:ext>
            </a:extLst>
          </p:cNvPr>
          <p:cNvSpPr>
            <a:spLocks noGrp="1"/>
          </p:cNvSpPr>
          <p:nvPr>
            <p:ph type="title" hasCustomPrompt="1"/>
          </p:nvPr>
        </p:nvSpPr>
        <p:spPr>
          <a:xfrm>
            <a:off x="766763" y="682513"/>
            <a:ext cx="10658475" cy="1904770"/>
          </a:xfrm>
        </p:spPr>
        <p:txBody>
          <a:bodyPr>
            <a:noAutofit/>
          </a:bodyPr>
          <a:lstStyle>
            <a:lvl1pPr>
              <a:defRPr sz="2800">
                <a:solidFill>
                  <a:schemeClr val="bg1"/>
                </a:solidFill>
              </a:defRPr>
            </a:lvl1pPr>
          </a:lstStyle>
          <a:p>
            <a:r>
              <a:rPr lang="en-US" noProof="0"/>
              <a:t>Click to add slide title or text. Adjust font size as needed.</a:t>
            </a:r>
          </a:p>
        </p:txBody>
      </p:sp>
      <p:sp>
        <p:nvSpPr>
          <p:cNvPr id="6" name="Text Placeholder 7">
            <a:extLst>
              <a:ext uri="{FF2B5EF4-FFF2-40B4-BE49-F238E27FC236}">
                <a16:creationId xmlns:a16="http://schemas.microsoft.com/office/drawing/2014/main" id="{8B55AD79-E89E-F94C-8E6E-47E81BAAFE81}"/>
              </a:ext>
            </a:extLst>
          </p:cNvPr>
          <p:cNvSpPr>
            <a:spLocks noGrp="1"/>
          </p:cNvSpPr>
          <p:nvPr>
            <p:ph type="body" sz="quarter" idx="20" hasCustomPrompt="1"/>
          </p:nvPr>
        </p:nvSpPr>
        <p:spPr>
          <a:xfrm>
            <a:off x="766763" y="3429000"/>
            <a:ext cx="3043237" cy="2663825"/>
          </a:xfrm>
          <a:prstGeom prst="rect">
            <a:avLst/>
          </a:prstGeom>
        </p:spPr>
        <p:txBody>
          <a:bodyPr lIns="0" tIns="0" rIns="0" bIns="0"/>
          <a:lstStyle>
            <a:lvl1pPr marL="0" indent="0" algn="l">
              <a:spcBef>
                <a:spcPts val="600"/>
              </a:spcBef>
              <a:buNone/>
              <a:defRPr sz="2000" b="0">
                <a:solidFill>
                  <a:schemeClr val="tx1"/>
                </a:solidFill>
              </a:defRPr>
            </a:lvl1pPr>
            <a:lvl2pPr>
              <a:defRPr sz="1800">
                <a:solidFill>
                  <a:schemeClr val="bg1"/>
                </a:solidFill>
              </a:defRPr>
            </a:lvl2pPr>
            <a:lvl3pPr>
              <a:defRPr sz="1600">
                <a:solidFill>
                  <a:schemeClr val="bg1"/>
                </a:solidFill>
              </a:defRPr>
            </a:lvl3pPr>
            <a:lvl4pPr>
              <a:defRPr sz="1400">
                <a:solidFill>
                  <a:schemeClr val="bg1"/>
                </a:solidFill>
              </a:defRPr>
            </a:lvl4pPr>
            <a:lvl5pPr>
              <a:defRPr sz="1400">
                <a:solidFill>
                  <a:schemeClr val="bg1"/>
                </a:solidFill>
              </a:defRPr>
            </a:lvl5pPr>
          </a:lstStyle>
          <a:p>
            <a:pPr lvl="0"/>
            <a:r>
              <a:rPr lang="en-US" noProof="0"/>
              <a:t>Insert text here</a:t>
            </a:r>
          </a:p>
        </p:txBody>
      </p:sp>
      <p:sp>
        <p:nvSpPr>
          <p:cNvPr id="8" name="Text Placeholder 8">
            <a:extLst>
              <a:ext uri="{FF2B5EF4-FFF2-40B4-BE49-F238E27FC236}">
                <a16:creationId xmlns:a16="http://schemas.microsoft.com/office/drawing/2014/main" id="{2BA1CE38-9517-C04D-BD3C-785CE4AAB523}"/>
              </a:ext>
            </a:extLst>
          </p:cNvPr>
          <p:cNvSpPr>
            <a:spLocks noGrp="1"/>
          </p:cNvSpPr>
          <p:nvPr>
            <p:ph type="body" sz="quarter" idx="22" hasCustomPrompt="1"/>
          </p:nvPr>
        </p:nvSpPr>
        <p:spPr>
          <a:xfrm>
            <a:off x="4573588" y="3429000"/>
            <a:ext cx="3044952" cy="2664296"/>
          </a:xfrm>
          <a:prstGeom prst="rect">
            <a:avLst/>
          </a:prstGeom>
        </p:spPr>
        <p:txBody>
          <a:bodyPr lIns="0" tIns="0" rIns="0" bIns="0"/>
          <a:lstStyle>
            <a:lvl1pPr marL="0" indent="0" algn="l">
              <a:spcBef>
                <a:spcPts val="600"/>
              </a:spcBef>
              <a:buNone/>
              <a:defRPr sz="2000" b="0">
                <a:solidFill>
                  <a:schemeClr val="tx1"/>
                </a:solidFill>
              </a:defRPr>
            </a:lvl1pPr>
            <a:lvl2pPr>
              <a:defRPr sz="1800">
                <a:solidFill>
                  <a:schemeClr val="bg1"/>
                </a:solidFill>
              </a:defRPr>
            </a:lvl2pPr>
            <a:lvl3pPr>
              <a:defRPr sz="1600">
                <a:solidFill>
                  <a:schemeClr val="bg1"/>
                </a:solidFill>
              </a:defRPr>
            </a:lvl3pPr>
            <a:lvl4pPr>
              <a:defRPr sz="1400">
                <a:solidFill>
                  <a:schemeClr val="bg1"/>
                </a:solidFill>
              </a:defRPr>
            </a:lvl4pPr>
            <a:lvl5pPr>
              <a:defRPr sz="1400">
                <a:solidFill>
                  <a:schemeClr val="bg1"/>
                </a:solidFill>
              </a:defRPr>
            </a:lvl5pPr>
          </a:lstStyle>
          <a:p>
            <a:pPr lvl="0"/>
            <a:r>
              <a:rPr lang="en-US" noProof="0"/>
              <a:t>Insert text here</a:t>
            </a:r>
          </a:p>
        </p:txBody>
      </p:sp>
      <p:sp>
        <p:nvSpPr>
          <p:cNvPr id="7" name="Text Placeholder 9">
            <a:extLst>
              <a:ext uri="{FF2B5EF4-FFF2-40B4-BE49-F238E27FC236}">
                <a16:creationId xmlns:a16="http://schemas.microsoft.com/office/drawing/2014/main" id="{490C4A5E-806F-B449-9FC2-674DB43D3774}"/>
              </a:ext>
            </a:extLst>
          </p:cNvPr>
          <p:cNvSpPr>
            <a:spLocks noGrp="1"/>
          </p:cNvSpPr>
          <p:nvPr>
            <p:ph type="body" sz="quarter" idx="21" hasCustomPrompt="1"/>
          </p:nvPr>
        </p:nvSpPr>
        <p:spPr>
          <a:xfrm>
            <a:off x="8382000" y="3429000"/>
            <a:ext cx="3044952" cy="2664296"/>
          </a:xfrm>
          <a:prstGeom prst="rect">
            <a:avLst/>
          </a:prstGeom>
        </p:spPr>
        <p:txBody>
          <a:bodyPr lIns="0" tIns="0" rIns="0" bIns="0"/>
          <a:lstStyle>
            <a:lvl1pPr marL="0" indent="0" algn="l">
              <a:spcBef>
                <a:spcPts val="600"/>
              </a:spcBef>
              <a:buNone/>
              <a:defRPr sz="2000" b="0">
                <a:solidFill>
                  <a:schemeClr val="tx1"/>
                </a:solidFill>
              </a:defRPr>
            </a:lvl1pPr>
            <a:lvl2pPr>
              <a:defRPr sz="1800">
                <a:solidFill>
                  <a:schemeClr val="bg1"/>
                </a:solidFill>
              </a:defRPr>
            </a:lvl2pPr>
            <a:lvl3pPr>
              <a:defRPr sz="1600">
                <a:solidFill>
                  <a:schemeClr val="bg1"/>
                </a:solidFill>
              </a:defRPr>
            </a:lvl3pPr>
            <a:lvl4pPr>
              <a:defRPr sz="1400">
                <a:solidFill>
                  <a:schemeClr val="bg1"/>
                </a:solidFill>
              </a:defRPr>
            </a:lvl4pPr>
            <a:lvl5pPr>
              <a:defRPr sz="1400">
                <a:solidFill>
                  <a:schemeClr val="bg1"/>
                </a:solidFill>
              </a:defRPr>
            </a:lvl5pPr>
          </a:lstStyle>
          <a:p>
            <a:pPr lvl="0"/>
            <a:r>
              <a:rPr lang="en-US" noProof="0"/>
              <a:t>Insert text here</a:t>
            </a:r>
          </a:p>
        </p:txBody>
      </p:sp>
      <p:sp>
        <p:nvSpPr>
          <p:cNvPr id="3" name="Footer Placeholder 2">
            <a:extLst>
              <a:ext uri="{FF2B5EF4-FFF2-40B4-BE49-F238E27FC236}">
                <a16:creationId xmlns:a16="http://schemas.microsoft.com/office/drawing/2014/main" id="{57F53EBC-FEBD-E00D-C4D7-27BB9D4120F1}"/>
              </a:ext>
              <a:ext uri="{C183D7F6-B498-43B3-948B-1728B52AA6E4}">
                <adec:decorative xmlns:adec="http://schemas.microsoft.com/office/drawing/2017/decorative" val="1"/>
              </a:ext>
            </a:extLst>
          </p:cNvPr>
          <p:cNvSpPr>
            <a:spLocks noGrp="1"/>
          </p:cNvSpPr>
          <p:nvPr>
            <p:ph type="ftr" sz="quarter" idx="26"/>
          </p:nvPr>
        </p:nvSpPr>
        <p:spPr/>
        <p:txBody>
          <a:bodyPr/>
          <a:lstStyle/>
          <a:p>
            <a:endParaRPr lang="en-US" noProof="0"/>
          </a:p>
        </p:txBody>
      </p:sp>
      <p:sp>
        <p:nvSpPr>
          <p:cNvPr id="11" name="Slide Number Placeholder 10">
            <a:extLst>
              <a:ext uri="{FF2B5EF4-FFF2-40B4-BE49-F238E27FC236}">
                <a16:creationId xmlns:a16="http://schemas.microsoft.com/office/drawing/2014/main" id="{EBAAF71B-23CB-7380-DA03-07C63C5EA22C}"/>
              </a:ext>
              <a:ext uri="{C183D7F6-B498-43B3-948B-1728B52AA6E4}">
                <adec:decorative xmlns:adec="http://schemas.microsoft.com/office/drawing/2017/decorative" val="1"/>
              </a:ext>
            </a:extLst>
          </p:cNvPr>
          <p:cNvSpPr>
            <a:spLocks noGrp="1"/>
          </p:cNvSpPr>
          <p:nvPr>
            <p:ph type="sldNum" sz="quarter" idx="25"/>
          </p:nvPr>
        </p:nvSpPr>
        <p:spPr/>
        <p:txBody>
          <a:bodyPr/>
          <a:lstStyle/>
          <a:p>
            <a:fld id="{525A3C56-E491-49B2-93F3-63532DF516BC}" type="slidenum">
              <a:rPr lang="en-US" noProof="0" smtClean="0"/>
              <a:pPr/>
              <a:t>‹n°›</a:t>
            </a:fld>
            <a:endParaRPr lang="en-US" noProof="0"/>
          </a:p>
        </p:txBody>
      </p:sp>
    </p:spTree>
    <p:extLst>
      <p:ext uri="{BB962C8B-B14F-4D97-AF65-F5344CB8AC3E}">
        <p14:creationId xmlns:p14="http://schemas.microsoft.com/office/powerpoint/2010/main" val="3243605371"/>
      </p:ext>
    </p:extLst>
  </p:cSld>
  <p:clrMapOvr>
    <a:masterClrMapping/>
  </p:clrMapOvr>
  <p:transition/>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Content/quote highlight + cornerstone">
    <p:spTree>
      <p:nvGrpSpPr>
        <p:cNvPr id="1" name=""/>
        <p:cNvGrpSpPr/>
        <p:nvPr/>
      </p:nvGrpSpPr>
      <p:grpSpPr>
        <a:xfrm>
          <a:off x="0" y="0"/>
          <a:ext cx="0" cy="0"/>
          <a:chOff x="0" y="0"/>
          <a:chExt cx="0" cy="0"/>
        </a:xfrm>
      </p:grpSpPr>
      <p:pic>
        <p:nvPicPr>
          <p:cNvPr id="5" name="Picture 4" descr="A white squares on a white background&#10;&#10;Description automatically generated">
            <a:extLst>
              <a:ext uri="{FF2B5EF4-FFF2-40B4-BE49-F238E27FC236}">
                <a16:creationId xmlns:a16="http://schemas.microsoft.com/office/drawing/2014/main" id="{B637CFBE-1BEE-0A28-FB8A-11E7DEC0CE40}"/>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b="11157"/>
          <a:stretch/>
        </p:blipFill>
        <p:spPr>
          <a:xfrm>
            <a:off x="0" y="0"/>
            <a:ext cx="12192000" cy="6092824"/>
          </a:xfrm>
          <a:prstGeom prst="rect">
            <a:avLst/>
          </a:prstGeom>
        </p:spPr>
      </p:pic>
      <p:sp>
        <p:nvSpPr>
          <p:cNvPr id="3" name="Footer Placeholder 2">
            <a:extLst>
              <a:ext uri="{FF2B5EF4-FFF2-40B4-BE49-F238E27FC236}">
                <a16:creationId xmlns:a16="http://schemas.microsoft.com/office/drawing/2014/main" id="{F639CDDF-687C-115B-E703-A2FAB903CC3E}"/>
              </a:ext>
            </a:extLst>
          </p:cNvPr>
          <p:cNvSpPr>
            <a:spLocks noGrp="1"/>
          </p:cNvSpPr>
          <p:nvPr>
            <p:ph type="ftr" sz="quarter" idx="10"/>
          </p:nvPr>
        </p:nvSpPr>
        <p:spPr/>
        <p:txBody>
          <a:bodyPr/>
          <a:lstStyle/>
          <a:p>
            <a:endParaRPr lang="en-US" noProof="0"/>
          </a:p>
        </p:txBody>
      </p:sp>
      <p:sp>
        <p:nvSpPr>
          <p:cNvPr id="4" name="Slide Number Placeholder 3">
            <a:extLst>
              <a:ext uri="{FF2B5EF4-FFF2-40B4-BE49-F238E27FC236}">
                <a16:creationId xmlns:a16="http://schemas.microsoft.com/office/drawing/2014/main" id="{8EA7E9BC-EFC9-B5E1-0268-54235BD02D54}"/>
              </a:ext>
            </a:extLst>
          </p:cNvPr>
          <p:cNvSpPr>
            <a:spLocks noGrp="1"/>
          </p:cNvSpPr>
          <p:nvPr>
            <p:ph type="sldNum" sz="quarter" idx="11"/>
          </p:nvPr>
        </p:nvSpPr>
        <p:spPr/>
        <p:txBody>
          <a:bodyPr/>
          <a:lstStyle/>
          <a:p>
            <a:fld id="{525A3C56-E491-49B2-93F3-63532DF516BC}" type="slidenum">
              <a:rPr lang="en-US" noProof="0" smtClean="0"/>
              <a:pPr/>
              <a:t>‹n°›</a:t>
            </a:fld>
            <a:endParaRPr lang="en-US" noProof="0"/>
          </a:p>
        </p:txBody>
      </p:sp>
      <p:sp>
        <p:nvSpPr>
          <p:cNvPr id="7" name="Picture Placeholder 2" descr="Image placeholder. Click icon to add image. Images are available to download from the Brand Source image library.&#10;">
            <a:extLst>
              <a:ext uri="{FF2B5EF4-FFF2-40B4-BE49-F238E27FC236}">
                <a16:creationId xmlns:a16="http://schemas.microsoft.com/office/drawing/2014/main" id="{8E8A4A2E-5ACB-C38C-36BB-BCB8B194D1AC}"/>
              </a:ext>
              <a:ext uri="{C183D7F6-B498-43B3-948B-1728B52AA6E4}">
                <adec:decorative xmlns:adec="http://schemas.microsoft.com/office/drawing/2017/decorative" val="0"/>
              </a:ext>
            </a:extLst>
          </p:cNvPr>
          <p:cNvSpPr>
            <a:spLocks noGrp="1"/>
          </p:cNvSpPr>
          <p:nvPr>
            <p:ph type="pic" sz="quarter" idx="18" hasCustomPrompt="1"/>
          </p:nvPr>
        </p:nvSpPr>
        <p:spPr>
          <a:xfrm>
            <a:off x="6871989" y="765175"/>
            <a:ext cx="4553249" cy="4551892"/>
          </a:xfrm>
          <a:prstGeom prst="rect">
            <a:avLst/>
          </a:prstGeom>
        </p:spPr>
        <p:txBody>
          <a:bodyPr anchor="t" anchorCtr="0">
            <a:noAutofit/>
          </a:bodyPr>
          <a:lstStyle>
            <a:lvl1pPr marL="0" indent="0" algn="l">
              <a:buNone/>
              <a:defRPr sz="1800">
                <a:sym typeface="Wingdings" panose="05000000000000000000" pitchFamily="2" charset="2"/>
              </a:defRPr>
            </a:lvl1pPr>
          </a:lstStyle>
          <a:p>
            <a:r>
              <a:rPr lang="en-US" noProof="0"/>
              <a:t>Click icon to add image. Images are available to download from the Brand Source image library  brand.cgi.com</a:t>
            </a:r>
          </a:p>
        </p:txBody>
      </p:sp>
      <p:sp>
        <p:nvSpPr>
          <p:cNvPr id="9" name="Title Placeholder 1">
            <a:extLst>
              <a:ext uri="{FF2B5EF4-FFF2-40B4-BE49-F238E27FC236}">
                <a16:creationId xmlns:a16="http://schemas.microsoft.com/office/drawing/2014/main" id="{2CE70C7F-7920-A2F9-41BF-F9917AC8A34F}"/>
              </a:ext>
            </a:extLst>
          </p:cNvPr>
          <p:cNvSpPr>
            <a:spLocks noGrp="1"/>
          </p:cNvSpPr>
          <p:nvPr>
            <p:ph type="title" hasCustomPrompt="1"/>
          </p:nvPr>
        </p:nvSpPr>
        <p:spPr>
          <a:xfrm>
            <a:off x="766764" y="765175"/>
            <a:ext cx="4567237" cy="4551892"/>
          </a:xfrm>
          <a:prstGeom prst="rect">
            <a:avLst/>
          </a:prstGeom>
        </p:spPr>
        <p:txBody>
          <a:bodyPr vert="horz" lIns="0" tIns="0" rIns="0" bIns="0" rtlCol="0" anchor="ctr" anchorCtr="0">
            <a:noAutofit/>
          </a:bodyPr>
          <a:lstStyle>
            <a:lvl1pPr>
              <a:defRPr sz="4000">
                <a:solidFill>
                  <a:schemeClr val="tx1"/>
                </a:solidFill>
              </a:defRPr>
            </a:lvl1pPr>
          </a:lstStyle>
          <a:p>
            <a:r>
              <a:rPr lang="en-US" noProof="0"/>
              <a:t>Click to add title</a:t>
            </a:r>
          </a:p>
        </p:txBody>
      </p:sp>
    </p:spTree>
    <p:extLst>
      <p:ext uri="{BB962C8B-B14F-4D97-AF65-F5344CB8AC3E}">
        <p14:creationId xmlns:p14="http://schemas.microsoft.com/office/powerpoint/2010/main" val="526234107"/>
      </p:ext>
    </p:extLst>
  </p:cSld>
  <p:clrMapOvr>
    <a:masterClrMapping/>
  </p:clrMapOvr>
  <p:transition/>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Content/quote highlight + image">
    <p:spTree>
      <p:nvGrpSpPr>
        <p:cNvPr id="1" name=""/>
        <p:cNvGrpSpPr/>
        <p:nvPr/>
      </p:nvGrpSpPr>
      <p:grpSpPr>
        <a:xfrm>
          <a:off x="0" y="0"/>
          <a:ext cx="0" cy="0"/>
          <a:chOff x="0" y="0"/>
          <a:chExt cx="0" cy="0"/>
        </a:xfrm>
      </p:grpSpPr>
      <p:pic>
        <p:nvPicPr>
          <p:cNvPr id="5" name="Picture 4" descr="A white squares on a white background&#10;&#10;Description automatically generated">
            <a:extLst>
              <a:ext uri="{FF2B5EF4-FFF2-40B4-BE49-F238E27FC236}">
                <a16:creationId xmlns:a16="http://schemas.microsoft.com/office/drawing/2014/main" id="{B637CFBE-1BEE-0A28-FB8A-11E7DEC0CE40}"/>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b="11157"/>
          <a:stretch/>
        </p:blipFill>
        <p:spPr>
          <a:xfrm>
            <a:off x="0" y="0"/>
            <a:ext cx="12192000" cy="6092824"/>
          </a:xfrm>
          <a:prstGeom prst="rect">
            <a:avLst/>
          </a:prstGeom>
        </p:spPr>
      </p:pic>
      <p:sp>
        <p:nvSpPr>
          <p:cNvPr id="3" name="Footer Placeholder 2">
            <a:extLst>
              <a:ext uri="{FF2B5EF4-FFF2-40B4-BE49-F238E27FC236}">
                <a16:creationId xmlns:a16="http://schemas.microsoft.com/office/drawing/2014/main" id="{F639CDDF-687C-115B-E703-A2FAB903CC3E}"/>
              </a:ext>
            </a:extLst>
          </p:cNvPr>
          <p:cNvSpPr>
            <a:spLocks noGrp="1"/>
          </p:cNvSpPr>
          <p:nvPr>
            <p:ph type="ftr" sz="quarter" idx="10"/>
          </p:nvPr>
        </p:nvSpPr>
        <p:spPr/>
        <p:txBody>
          <a:bodyPr/>
          <a:lstStyle/>
          <a:p>
            <a:endParaRPr lang="en-US" noProof="0"/>
          </a:p>
        </p:txBody>
      </p:sp>
      <p:sp>
        <p:nvSpPr>
          <p:cNvPr id="4" name="Slide Number Placeholder 3">
            <a:extLst>
              <a:ext uri="{FF2B5EF4-FFF2-40B4-BE49-F238E27FC236}">
                <a16:creationId xmlns:a16="http://schemas.microsoft.com/office/drawing/2014/main" id="{8EA7E9BC-EFC9-B5E1-0268-54235BD02D54}"/>
              </a:ext>
            </a:extLst>
          </p:cNvPr>
          <p:cNvSpPr>
            <a:spLocks noGrp="1"/>
          </p:cNvSpPr>
          <p:nvPr>
            <p:ph type="sldNum" sz="quarter" idx="11"/>
          </p:nvPr>
        </p:nvSpPr>
        <p:spPr/>
        <p:txBody>
          <a:bodyPr/>
          <a:lstStyle/>
          <a:p>
            <a:fld id="{525A3C56-E491-49B2-93F3-63532DF516BC}" type="slidenum">
              <a:rPr lang="en-US" noProof="0" smtClean="0"/>
              <a:pPr/>
              <a:t>‹n°›</a:t>
            </a:fld>
            <a:endParaRPr lang="en-US" noProof="0"/>
          </a:p>
        </p:txBody>
      </p:sp>
      <p:sp>
        <p:nvSpPr>
          <p:cNvPr id="7" name="Picture Placeholder 2" descr="Image placeholder. Click icon to add image. Images are available to download from the Brand Source image library.&#10;">
            <a:extLst>
              <a:ext uri="{FF2B5EF4-FFF2-40B4-BE49-F238E27FC236}">
                <a16:creationId xmlns:a16="http://schemas.microsoft.com/office/drawing/2014/main" id="{8E8A4A2E-5ACB-C38C-36BB-BCB8B194D1AC}"/>
              </a:ext>
              <a:ext uri="{C183D7F6-B498-43B3-948B-1728B52AA6E4}">
                <adec:decorative xmlns:adec="http://schemas.microsoft.com/office/drawing/2017/decorative" val="0"/>
              </a:ext>
            </a:extLst>
          </p:cNvPr>
          <p:cNvSpPr>
            <a:spLocks noGrp="1"/>
          </p:cNvSpPr>
          <p:nvPr>
            <p:ph type="pic" sz="quarter" idx="18" hasCustomPrompt="1"/>
          </p:nvPr>
        </p:nvSpPr>
        <p:spPr>
          <a:xfrm>
            <a:off x="6096001" y="-1360"/>
            <a:ext cx="6095999" cy="6094183"/>
          </a:xfrm>
          <a:prstGeom prst="rect">
            <a:avLst/>
          </a:prstGeom>
        </p:spPr>
        <p:txBody>
          <a:bodyPr anchor="t" anchorCtr="0">
            <a:noAutofit/>
          </a:bodyPr>
          <a:lstStyle>
            <a:lvl1pPr marL="0" indent="0" algn="l">
              <a:buNone/>
              <a:defRPr sz="1800">
                <a:sym typeface="Wingdings" panose="05000000000000000000" pitchFamily="2" charset="2"/>
              </a:defRPr>
            </a:lvl1pPr>
          </a:lstStyle>
          <a:p>
            <a:r>
              <a:rPr lang="en-US" noProof="0"/>
              <a:t>Click icon to add image. Images are available to download from the Brand Source image library  brand.cgi.com</a:t>
            </a:r>
          </a:p>
        </p:txBody>
      </p:sp>
      <p:sp>
        <p:nvSpPr>
          <p:cNvPr id="9" name="Title Placeholder 1">
            <a:extLst>
              <a:ext uri="{FF2B5EF4-FFF2-40B4-BE49-F238E27FC236}">
                <a16:creationId xmlns:a16="http://schemas.microsoft.com/office/drawing/2014/main" id="{2CE70C7F-7920-A2F9-41BF-F9917AC8A34F}"/>
              </a:ext>
            </a:extLst>
          </p:cNvPr>
          <p:cNvSpPr>
            <a:spLocks noGrp="1"/>
          </p:cNvSpPr>
          <p:nvPr>
            <p:ph type="title" hasCustomPrompt="1"/>
          </p:nvPr>
        </p:nvSpPr>
        <p:spPr>
          <a:xfrm>
            <a:off x="766764" y="765175"/>
            <a:ext cx="4567237" cy="4561112"/>
          </a:xfrm>
          <a:prstGeom prst="rect">
            <a:avLst/>
          </a:prstGeom>
        </p:spPr>
        <p:txBody>
          <a:bodyPr vert="horz" lIns="0" tIns="0" rIns="0" bIns="0" rtlCol="0" anchor="ctr" anchorCtr="0">
            <a:noAutofit/>
          </a:bodyPr>
          <a:lstStyle>
            <a:lvl1pPr>
              <a:defRPr sz="4000">
                <a:solidFill>
                  <a:schemeClr val="tx1"/>
                </a:solidFill>
              </a:defRPr>
            </a:lvl1pPr>
          </a:lstStyle>
          <a:p>
            <a:r>
              <a:rPr lang="en-US" noProof="0"/>
              <a:t>Click to add title</a:t>
            </a:r>
          </a:p>
        </p:txBody>
      </p:sp>
    </p:spTree>
    <p:extLst>
      <p:ext uri="{BB962C8B-B14F-4D97-AF65-F5344CB8AC3E}">
        <p14:creationId xmlns:p14="http://schemas.microsoft.com/office/powerpoint/2010/main" val="2045935105"/>
      </p:ext>
    </p:extLst>
  </p:cSld>
  <p:clrMapOvr>
    <a:masterClrMapping/>
  </p:clrMapOvr>
  <p:transition/>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Content/quote gradient highlight + background image">
    <p:spTree>
      <p:nvGrpSpPr>
        <p:cNvPr id="1" name=""/>
        <p:cNvGrpSpPr/>
        <p:nvPr/>
      </p:nvGrpSpPr>
      <p:grpSpPr>
        <a:xfrm>
          <a:off x="0" y="0"/>
          <a:ext cx="0" cy="0"/>
          <a:chOff x="0" y="0"/>
          <a:chExt cx="0" cy="0"/>
        </a:xfrm>
      </p:grpSpPr>
      <p:sp>
        <p:nvSpPr>
          <p:cNvPr id="13" name="Title 10">
            <a:extLst>
              <a:ext uri="{FF2B5EF4-FFF2-40B4-BE49-F238E27FC236}">
                <a16:creationId xmlns:a16="http://schemas.microsoft.com/office/drawing/2014/main" id="{AD9D0227-5B54-05EA-03F4-4051C1E7D18F}"/>
              </a:ext>
            </a:extLst>
          </p:cNvPr>
          <p:cNvSpPr>
            <a:spLocks noGrp="1"/>
          </p:cNvSpPr>
          <p:nvPr>
            <p:ph type="title" hasCustomPrompt="1"/>
          </p:nvPr>
        </p:nvSpPr>
        <p:spPr>
          <a:xfrm>
            <a:off x="2558967" y="2339675"/>
            <a:ext cx="7074061" cy="1412112"/>
          </a:xfrm>
          <a:gradFill>
            <a:gsLst>
              <a:gs pos="55000">
                <a:srgbClr val="A82465"/>
              </a:gs>
              <a:gs pos="0">
                <a:srgbClr val="E31937"/>
              </a:gs>
              <a:gs pos="99000">
                <a:srgbClr val="5236AB"/>
              </a:gs>
            </a:gsLst>
            <a:lin ang="10800000" scaled="0"/>
          </a:gradFill>
        </p:spPr>
        <p:txBody>
          <a:bodyPr lIns="180000" tIns="180000" rIns="180000" bIns="180000" anchor="ctr">
            <a:normAutofit/>
          </a:bodyPr>
          <a:lstStyle>
            <a:lvl1pPr algn="ctr">
              <a:defRPr sz="3600">
                <a:solidFill>
                  <a:schemeClr val="bg1"/>
                </a:solidFill>
              </a:defRPr>
            </a:lvl1pPr>
          </a:lstStyle>
          <a:p>
            <a:pPr lvl="0"/>
            <a:r>
              <a:rPr lang="en-US" dirty="0"/>
              <a:t>Placeholder text which should </a:t>
            </a:r>
            <a:br>
              <a:rPr lang="en-US" dirty="0"/>
            </a:br>
            <a:r>
              <a:rPr lang="en-US" dirty="0"/>
              <a:t>only go on 2 lines. </a:t>
            </a:r>
            <a:endParaRPr lang="en-US" noProof="0" dirty="0"/>
          </a:p>
        </p:txBody>
      </p:sp>
      <p:sp>
        <p:nvSpPr>
          <p:cNvPr id="3" name="Footer Placeholder 2">
            <a:extLst>
              <a:ext uri="{FF2B5EF4-FFF2-40B4-BE49-F238E27FC236}">
                <a16:creationId xmlns:a16="http://schemas.microsoft.com/office/drawing/2014/main" id="{F639CDDF-687C-115B-E703-A2FAB903CC3E}"/>
              </a:ext>
            </a:extLst>
          </p:cNvPr>
          <p:cNvSpPr>
            <a:spLocks noGrp="1"/>
          </p:cNvSpPr>
          <p:nvPr>
            <p:ph type="ftr" sz="quarter" idx="10"/>
          </p:nvPr>
        </p:nvSpPr>
        <p:spPr/>
        <p:txBody>
          <a:bodyPr/>
          <a:lstStyle/>
          <a:p>
            <a:endParaRPr lang="en-US" noProof="0"/>
          </a:p>
        </p:txBody>
      </p:sp>
      <p:sp>
        <p:nvSpPr>
          <p:cNvPr id="4" name="Slide Number Placeholder 3">
            <a:extLst>
              <a:ext uri="{FF2B5EF4-FFF2-40B4-BE49-F238E27FC236}">
                <a16:creationId xmlns:a16="http://schemas.microsoft.com/office/drawing/2014/main" id="{8EA7E9BC-EFC9-B5E1-0268-54235BD02D54}"/>
              </a:ext>
            </a:extLst>
          </p:cNvPr>
          <p:cNvSpPr>
            <a:spLocks noGrp="1"/>
          </p:cNvSpPr>
          <p:nvPr>
            <p:ph type="sldNum" sz="quarter" idx="11"/>
          </p:nvPr>
        </p:nvSpPr>
        <p:spPr/>
        <p:txBody>
          <a:bodyPr/>
          <a:lstStyle/>
          <a:p>
            <a:fld id="{525A3C56-E491-49B2-93F3-63532DF516BC}" type="slidenum">
              <a:rPr lang="en-US" noProof="0" smtClean="0"/>
              <a:pPr/>
              <a:t>‹n°›</a:t>
            </a:fld>
            <a:endParaRPr lang="en-US" noProof="0"/>
          </a:p>
        </p:txBody>
      </p:sp>
      <p:sp>
        <p:nvSpPr>
          <p:cNvPr id="7" name="Picture Placeholder 2" descr="Image placeholder. Click icon to add image. Images are available to download from the Brand Source image library.&#10;">
            <a:extLst>
              <a:ext uri="{FF2B5EF4-FFF2-40B4-BE49-F238E27FC236}">
                <a16:creationId xmlns:a16="http://schemas.microsoft.com/office/drawing/2014/main" id="{8E8A4A2E-5ACB-C38C-36BB-BCB8B194D1AC}"/>
              </a:ext>
              <a:ext uri="{C183D7F6-B498-43B3-948B-1728B52AA6E4}">
                <adec:decorative xmlns:adec="http://schemas.microsoft.com/office/drawing/2017/decorative" val="0"/>
              </a:ext>
            </a:extLst>
          </p:cNvPr>
          <p:cNvSpPr>
            <a:spLocks noGrp="1"/>
          </p:cNvSpPr>
          <p:nvPr>
            <p:ph type="pic" sz="quarter" idx="18" hasCustomPrompt="1"/>
          </p:nvPr>
        </p:nvSpPr>
        <p:spPr>
          <a:xfrm>
            <a:off x="1" y="-1360"/>
            <a:ext cx="12192000" cy="6094183"/>
          </a:xfrm>
          <a:prstGeom prst="rect">
            <a:avLst/>
          </a:prstGeom>
        </p:spPr>
        <p:txBody>
          <a:bodyPr anchor="t" anchorCtr="0">
            <a:noAutofit/>
          </a:bodyPr>
          <a:lstStyle>
            <a:lvl1pPr marL="0" indent="0" algn="l">
              <a:buNone/>
              <a:defRPr sz="1800">
                <a:sym typeface="Wingdings" panose="05000000000000000000" pitchFamily="2" charset="2"/>
              </a:defRPr>
            </a:lvl1pPr>
          </a:lstStyle>
          <a:p>
            <a:r>
              <a:rPr lang="en-US" noProof="0" dirty="0"/>
              <a:t>Click icon to add image. Images are available to download from the Brand Source image library  </a:t>
            </a:r>
            <a:r>
              <a:rPr lang="en-US" noProof="0" dirty="0" err="1"/>
              <a:t>brand.cgi.com</a:t>
            </a:r>
            <a:endParaRPr lang="en-US" noProof="0" dirty="0"/>
          </a:p>
        </p:txBody>
      </p:sp>
    </p:spTree>
    <p:extLst>
      <p:ext uri="{BB962C8B-B14F-4D97-AF65-F5344CB8AC3E}">
        <p14:creationId xmlns:p14="http://schemas.microsoft.com/office/powerpoint/2010/main" val="3042135150"/>
      </p:ext>
    </p:extLst>
  </p:cSld>
  <p:clrMapOvr>
    <a:masterClrMapping/>
  </p:clrMapOvr>
  <p:transition/>
</p:sldLayout>
</file>

<file path=ppt/slideLayouts/slideLayout62.xml><?xml version="1.0" encoding="utf-8"?>
<p:sldLayout xmlns:a="http://schemas.openxmlformats.org/drawingml/2006/main" xmlns:r="http://schemas.openxmlformats.org/officeDocument/2006/relationships" xmlns:p="http://schemas.openxmlformats.org/presentationml/2006/main" userDrawn="1">
  <p:cSld name="Content/quote highlight x1 – A">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3" name="Title 12">
            <a:extLst>
              <a:ext uri="{FF2B5EF4-FFF2-40B4-BE49-F238E27FC236}">
                <a16:creationId xmlns:a16="http://schemas.microsoft.com/office/drawing/2014/main" id="{116B254F-7AF8-F46D-A858-71F2ECB98139}"/>
              </a:ext>
            </a:extLst>
          </p:cNvPr>
          <p:cNvSpPr>
            <a:spLocks noGrp="1"/>
          </p:cNvSpPr>
          <p:nvPr>
            <p:ph type="title" hasCustomPrompt="1"/>
          </p:nvPr>
        </p:nvSpPr>
        <p:spPr/>
        <p:txBody>
          <a:bodyPr/>
          <a:lstStyle/>
          <a:p>
            <a:r>
              <a:rPr lang="en-US" noProof="0"/>
              <a:t>Content highlight or quote slide (gradient A) – click to add title</a:t>
            </a:r>
          </a:p>
        </p:txBody>
      </p:sp>
      <p:sp>
        <p:nvSpPr>
          <p:cNvPr id="9" name="Rectangle 8">
            <a:extLst>
              <a:ext uri="{C183D7F6-B498-43B3-948B-1728B52AA6E4}">
                <adec:decorative xmlns:adec="http://schemas.microsoft.com/office/drawing/2017/decorative" val="1"/>
              </a:ext>
            </a:extLst>
          </p:cNvPr>
          <p:cNvSpPr/>
          <p:nvPr/>
        </p:nvSpPr>
        <p:spPr bwMode="gray">
          <a:xfrm>
            <a:off x="5714999" y="1527975"/>
            <a:ext cx="762000" cy="72000"/>
          </a:xfrm>
          <a:prstGeom prst="rect">
            <a:avLst/>
          </a:prstGeom>
          <a:gradFill>
            <a:gsLst>
              <a:gs pos="0">
                <a:srgbClr val="E31937"/>
              </a:gs>
              <a:gs pos="60000">
                <a:srgbClr val="A82465"/>
              </a:gs>
              <a:gs pos="100000">
                <a:srgbClr val="5236AB"/>
              </a:gs>
            </a:gsLst>
            <a:lin ang="0" scaled="1"/>
          </a:gradFill>
          <a:ln w="9525" algn="ctr">
            <a:noFill/>
            <a:miter lim="800000"/>
            <a:headEnd/>
            <a:tailEnd/>
          </a:ln>
          <a:effectLst/>
        </p:spPr>
        <p:txBody>
          <a:bodyPr lIns="63500" tIns="0" rIns="64800" bIns="0" rtlCol="0" anchor="ctr"/>
          <a:lstStyle/>
          <a:p>
            <a:pPr algn="ctr">
              <a:spcBef>
                <a:spcPct val="0"/>
              </a:spcBef>
              <a:buClrTx/>
              <a:buSzPct val="90000"/>
            </a:pPr>
            <a:endParaRPr lang="en-US" sz="1600" b="1" noProof="0">
              <a:solidFill>
                <a:schemeClr val="bg1"/>
              </a:solidFill>
              <a:cs typeface="Arial" pitchFamily="34" charset="0"/>
            </a:endParaRPr>
          </a:p>
        </p:txBody>
      </p:sp>
      <p:sp>
        <p:nvSpPr>
          <p:cNvPr id="5" name="Text Placeholder 16">
            <a:extLst>
              <a:ext uri="{FF2B5EF4-FFF2-40B4-BE49-F238E27FC236}">
                <a16:creationId xmlns:a16="http://schemas.microsoft.com/office/drawing/2014/main" id="{3F66BB57-CD32-9246-EBE9-D2ACB62844AD}"/>
              </a:ext>
            </a:extLst>
          </p:cNvPr>
          <p:cNvSpPr>
            <a:spLocks noGrp="1"/>
          </p:cNvSpPr>
          <p:nvPr>
            <p:ph type="body" sz="quarter" idx="10" hasCustomPrompt="1"/>
          </p:nvPr>
        </p:nvSpPr>
        <p:spPr>
          <a:xfrm>
            <a:off x="1524000" y="1885950"/>
            <a:ext cx="9144000" cy="2867119"/>
          </a:xfrm>
          <a:prstGeom prst="rect">
            <a:avLst/>
          </a:prstGeom>
        </p:spPr>
        <p:txBody>
          <a:bodyPr lIns="0" tIns="0" rIns="0" bIns="0" anchor="ctr"/>
          <a:lstStyle>
            <a:lvl1pPr marL="0" indent="0" algn="ctr">
              <a:buFontTx/>
              <a:buNone/>
              <a:defRPr sz="2000"/>
            </a:lvl1pPr>
            <a:lvl2pPr algn="ctr">
              <a:defRPr/>
            </a:lvl2pPr>
            <a:lvl3pPr algn="ctr">
              <a:defRPr/>
            </a:lvl3pPr>
            <a:lvl4pPr algn="ctr">
              <a:defRPr/>
            </a:lvl4pPr>
            <a:lvl5pPr algn="ctr">
              <a:defRPr/>
            </a:lvl5pPr>
          </a:lstStyle>
          <a:p>
            <a:pPr lvl="0"/>
            <a:r>
              <a:rPr lang="en-US" noProof="0"/>
              <a:t>Insert the content or quote you are highlighting. Adjust font size as needed.</a:t>
            </a:r>
          </a:p>
        </p:txBody>
      </p:sp>
      <p:sp>
        <p:nvSpPr>
          <p:cNvPr id="6" name="Text Placeholder 14">
            <a:extLst>
              <a:ext uri="{FF2B5EF4-FFF2-40B4-BE49-F238E27FC236}">
                <a16:creationId xmlns:a16="http://schemas.microsoft.com/office/drawing/2014/main" id="{1A8811CD-8CCC-C15D-A8FD-E627A316CAEA}"/>
              </a:ext>
            </a:extLst>
          </p:cNvPr>
          <p:cNvSpPr>
            <a:spLocks noGrp="1"/>
          </p:cNvSpPr>
          <p:nvPr>
            <p:ph type="body" sz="quarter" idx="36" hasCustomPrompt="1"/>
          </p:nvPr>
        </p:nvSpPr>
        <p:spPr>
          <a:xfrm>
            <a:off x="1527048" y="5138118"/>
            <a:ext cx="9144000" cy="576072"/>
          </a:xfrm>
          <a:prstGeom prst="rect">
            <a:avLst/>
          </a:prstGeom>
        </p:spPr>
        <p:txBody>
          <a:bodyPr lIns="0" tIns="0" rIns="0" bIns="0"/>
          <a:lstStyle>
            <a:lvl1pPr marL="0" indent="0" algn="ctr">
              <a:spcBef>
                <a:spcPts val="0"/>
              </a:spcBef>
              <a:buNone/>
              <a:defRPr sz="1400" b="1"/>
            </a:lvl1pPr>
            <a:lvl2pPr marL="457200" indent="-404813" algn="ctr">
              <a:spcBef>
                <a:spcPts val="0"/>
              </a:spcBef>
              <a:buNone/>
              <a:defRPr sz="1400"/>
            </a:lvl2pPr>
            <a:lvl3pPr marL="914400" indent="0" algn="ctr">
              <a:buNone/>
              <a:defRPr/>
            </a:lvl3pPr>
          </a:lstStyle>
          <a:p>
            <a:pPr lvl="0"/>
            <a:r>
              <a:rPr lang="en-US" noProof="0"/>
              <a:t>Name</a:t>
            </a:r>
          </a:p>
          <a:p>
            <a:pPr lvl="1"/>
            <a:r>
              <a:rPr lang="en-US" noProof="0"/>
              <a:t>Role, Organization</a:t>
            </a:r>
          </a:p>
        </p:txBody>
      </p:sp>
      <p:sp>
        <p:nvSpPr>
          <p:cNvPr id="2" name="Footer Placeholder 1">
            <a:extLst>
              <a:ext uri="{FF2B5EF4-FFF2-40B4-BE49-F238E27FC236}">
                <a16:creationId xmlns:a16="http://schemas.microsoft.com/office/drawing/2014/main" id="{C183E39F-6799-F2B6-31CC-B075FB91CE85}"/>
              </a:ext>
              <a:ext uri="{C183D7F6-B498-43B3-948B-1728B52AA6E4}">
                <adec:decorative xmlns:adec="http://schemas.microsoft.com/office/drawing/2017/decorative" val="1"/>
              </a:ext>
            </a:extLst>
          </p:cNvPr>
          <p:cNvSpPr>
            <a:spLocks noGrp="1"/>
          </p:cNvSpPr>
          <p:nvPr>
            <p:ph type="ftr" sz="quarter" idx="40"/>
          </p:nvPr>
        </p:nvSpPr>
        <p:spPr/>
        <p:txBody>
          <a:bodyPr/>
          <a:lstStyle/>
          <a:p>
            <a:endParaRPr lang="en-US" noProof="0"/>
          </a:p>
        </p:txBody>
      </p:sp>
      <p:sp>
        <p:nvSpPr>
          <p:cNvPr id="7" name="Slide Number Placeholder 6">
            <a:extLst>
              <a:ext uri="{FF2B5EF4-FFF2-40B4-BE49-F238E27FC236}">
                <a16:creationId xmlns:a16="http://schemas.microsoft.com/office/drawing/2014/main" id="{0A5A640E-6C5B-7F2E-95FA-63A881976C23}"/>
              </a:ext>
              <a:ext uri="{C183D7F6-B498-43B3-948B-1728B52AA6E4}">
                <adec:decorative xmlns:adec="http://schemas.microsoft.com/office/drawing/2017/decorative" val="1"/>
              </a:ext>
            </a:extLst>
          </p:cNvPr>
          <p:cNvSpPr>
            <a:spLocks noGrp="1"/>
          </p:cNvSpPr>
          <p:nvPr>
            <p:ph type="sldNum" sz="quarter" idx="39"/>
          </p:nvPr>
        </p:nvSpPr>
        <p:spPr/>
        <p:txBody>
          <a:bodyPr/>
          <a:lstStyle/>
          <a:p>
            <a:fld id="{525A3C56-E491-49B2-93F3-63532DF516BC}" type="slidenum">
              <a:rPr lang="en-US" noProof="0" smtClean="0"/>
              <a:pPr/>
              <a:t>‹n°›</a:t>
            </a:fld>
            <a:endParaRPr lang="en-US" noProof="0"/>
          </a:p>
        </p:txBody>
      </p:sp>
    </p:spTree>
    <p:extLst>
      <p:ext uri="{BB962C8B-B14F-4D97-AF65-F5344CB8AC3E}">
        <p14:creationId xmlns:p14="http://schemas.microsoft.com/office/powerpoint/2010/main" val="2595387345"/>
      </p:ext>
    </p:extLst>
  </p:cSld>
  <p:clrMapOvr>
    <a:masterClrMapping/>
  </p:clrMapOvr>
  <p:transition/>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userDrawn="1">
  <p:cSld name="Content/quote highlight x1 – B">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3" name="Title 12">
            <a:extLst>
              <a:ext uri="{FF2B5EF4-FFF2-40B4-BE49-F238E27FC236}">
                <a16:creationId xmlns:a16="http://schemas.microsoft.com/office/drawing/2014/main" id="{116B254F-7AF8-F46D-A858-71F2ECB98139}"/>
              </a:ext>
            </a:extLst>
          </p:cNvPr>
          <p:cNvSpPr>
            <a:spLocks noGrp="1"/>
          </p:cNvSpPr>
          <p:nvPr>
            <p:ph type="title" hasCustomPrompt="1"/>
          </p:nvPr>
        </p:nvSpPr>
        <p:spPr/>
        <p:txBody>
          <a:bodyPr/>
          <a:lstStyle>
            <a:lvl1pPr>
              <a:defRPr/>
            </a:lvl1pPr>
          </a:lstStyle>
          <a:p>
            <a:r>
              <a:rPr lang="en-US" noProof="0"/>
              <a:t>Content highlight or quote slide (gradient B) – click to add title</a:t>
            </a:r>
          </a:p>
        </p:txBody>
      </p:sp>
      <p:sp>
        <p:nvSpPr>
          <p:cNvPr id="9" name="Rectangle 8">
            <a:extLst>
              <a:ext uri="{C183D7F6-B498-43B3-948B-1728B52AA6E4}">
                <adec:decorative xmlns:adec="http://schemas.microsoft.com/office/drawing/2017/decorative" val="1"/>
              </a:ext>
            </a:extLst>
          </p:cNvPr>
          <p:cNvSpPr/>
          <p:nvPr/>
        </p:nvSpPr>
        <p:spPr bwMode="gray">
          <a:xfrm>
            <a:off x="5714999" y="1527975"/>
            <a:ext cx="762000" cy="72000"/>
          </a:xfrm>
          <a:prstGeom prst="rect">
            <a:avLst/>
          </a:prstGeom>
          <a:gradFill>
            <a:gsLst>
              <a:gs pos="33000">
                <a:srgbClr val="FF6A00"/>
              </a:gs>
              <a:gs pos="0">
                <a:srgbClr val="FFCDD2"/>
              </a:gs>
              <a:gs pos="66000">
                <a:srgbClr val="E31937"/>
              </a:gs>
              <a:gs pos="100000">
                <a:srgbClr val="991F3D"/>
              </a:gs>
            </a:gsLst>
            <a:lin ang="0" scaled="1"/>
          </a:gradFill>
          <a:ln w="9525" algn="ctr">
            <a:noFill/>
            <a:miter lim="800000"/>
            <a:headEnd/>
            <a:tailEnd/>
          </a:ln>
          <a:effectLst/>
        </p:spPr>
        <p:txBody>
          <a:bodyPr lIns="63500" tIns="0" rIns="64800" bIns="0" rtlCol="0" anchor="ctr"/>
          <a:lstStyle/>
          <a:p>
            <a:pPr algn="ctr">
              <a:spcBef>
                <a:spcPct val="0"/>
              </a:spcBef>
              <a:buClrTx/>
              <a:buSzPct val="90000"/>
            </a:pPr>
            <a:endParaRPr lang="en-US" sz="1600" b="1" noProof="0">
              <a:solidFill>
                <a:schemeClr val="bg1"/>
              </a:solidFill>
              <a:cs typeface="Arial" pitchFamily="34" charset="0"/>
            </a:endParaRPr>
          </a:p>
        </p:txBody>
      </p:sp>
      <p:sp>
        <p:nvSpPr>
          <p:cNvPr id="3" name="Text Placeholder 16">
            <a:extLst>
              <a:ext uri="{FF2B5EF4-FFF2-40B4-BE49-F238E27FC236}">
                <a16:creationId xmlns:a16="http://schemas.microsoft.com/office/drawing/2014/main" id="{0DB1B5D3-6859-6C6B-E3DF-5DC622276F4C}"/>
              </a:ext>
            </a:extLst>
          </p:cNvPr>
          <p:cNvSpPr>
            <a:spLocks noGrp="1"/>
          </p:cNvSpPr>
          <p:nvPr>
            <p:ph type="body" sz="quarter" idx="10" hasCustomPrompt="1"/>
          </p:nvPr>
        </p:nvSpPr>
        <p:spPr>
          <a:xfrm>
            <a:off x="1524000" y="1885950"/>
            <a:ext cx="9144000" cy="2867119"/>
          </a:xfrm>
          <a:prstGeom prst="rect">
            <a:avLst/>
          </a:prstGeom>
        </p:spPr>
        <p:txBody>
          <a:bodyPr lIns="0" tIns="0" rIns="0" bIns="0" anchor="ctr"/>
          <a:lstStyle>
            <a:lvl1pPr marL="0" indent="0" algn="ctr">
              <a:buFontTx/>
              <a:buNone/>
              <a:defRPr sz="2000"/>
            </a:lvl1pPr>
            <a:lvl2pPr algn="ctr">
              <a:defRPr/>
            </a:lvl2pPr>
            <a:lvl3pPr algn="ctr">
              <a:defRPr/>
            </a:lvl3pPr>
            <a:lvl4pPr algn="ctr">
              <a:defRPr/>
            </a:lvl4pPr>
            <a:lvl5pPr algn="ctr">
              <a:defRPr/>
            </a:lvl5pPr>
          </a:lstStyle>
          <a:p>
            <a:pPr lvl="0"/>
            <a:r>
              <a:rPr lang="en-US" noProof="0"/>
              <a:t>Insert the content or quote you are highlighting. Adjust font size as needed.</a:t>
            </a:r>
          </a:p>
        </p:txBody>
      </p:sp>
      <p:sp>
        <p:nvSpPr>
          <p:cNvPr id="4" name="Text Placeholder 14">
            <a:extLst>
              <a:ext uri="{FF2B5EF4-FFF2-40B4-BE49-F238E27FC236}">
                <a16:creationId xmlns:a16="http://schemas.microsoft.com/office/drawing/2014/main" id="{BB791BC8-F0FE-2616-919B-98764F09F15A}"/>
              </a:ext>
            </a:extLst>
          </p:cNvPr>
          <p:cNvSpPr>
            <a:spLocks noGrp="1"/>
          </p:cNvSpPr>
          <p:nvPr>
            <p:ph type="body" sz="quarter" idx="36" hasCustomPrompt="1"/>
          </p:nvPr>
        </p:nvSpPr>
        <p:spPr>
          <a:xfrm>
            <a:off x="1527048" y="5138118"/>
            <a:ext cx="9144000" cy="576072"/>
          </a:xfrm>
          <a:prstGeom prst="rect">
            <a:avLst/>
          </a:prstGeom>
        </p:spPr>
        <p:txBody>
          <a:bodyPr lIns="0" tIns="0" rIns="0" bIns="0"/>
          <a:lstStyle>
            <a:lvl1pPr marL="0" indent="0" algn="ctr">
              <a:spcBef>
                <a:spcPts val="0"/>
              </a:spcBef>
              <a:buNone/>
              <a:defRPr sz="1400" b="1"/>
            </a:lvl1pPr>
            <a:lvl2pPr marL="457200" indent="-404813" algn="ctr">
              <a:spcBef>
                <a:spcPts val="0"/>
              </a:spcBef>
              <a:buNone/>
              <a:defRPr sz="1400"/>
            </a:lvl2pPr>
            <a:lvl3pPr marL="914400" indent="0" algn="ctr">
              <a:buNone/>
              <a:defRPr/>
            </a:lvl3pPr>
          </a:lstStyle>
          <a:p>
            <a:pPr lvl="0"/>
            <a:r>
              <a:rPr lang="en-US" noProof="0"/>
              <a:t>Name</a:t>
            </a:r>
          </a:p>
          <a:p>
            <a:pPr lvl="1"/>
            <a:r>
              <a:rPr lang="en-US" noProof="0"/>
              <a:t>Role, Organization</a:t>
            </a:r>
          </a:p>
        </p:txBody>
      </p:sp>
      <p:sp>
        <p:nvSpPr>
          <p:cNvPr id="2" name="Footer Placeholder 1">
            <a:extLst>
              <a:ext uri="{FF2B5EF4-FFF2-40B4-BE49-F238E27FC236}">
                <a16:creationId xmlns:a16="http://schemas.microsoft.com/office/drawing/2014/main" id="{2A99AD4F-D74A-4820-4319-6DB76168A418}"/>
              </a:ext>
              <a:ext uri="{C183D7F6-B498-43B3-948B-1728B52AA6E4}">
                <adec:decorative xmlns:adec="http://schemas.microsoft.com/office/drawing/2017/decorative" val="1"/>
              </a:ext>
            </a:extLst>
          </p:cNvPr>
          <p:cNvSpPr>
            <a:spLocks noGrp="1"/>
          </p:cNvSpPr>
          <p:nvPr>
            <p:ph type="ftr" sz="quarter" idx="40"/>
          </p:nvPr>
        </p:nvSpPr>
        <p:spPr/>
        <p:txBody>
          <a:bodyPr/>
          <a:lstStyle/>
          <a:p>
            <a:endParaRPr lang="en-US" noProof="0"/>
          </a:p>
        </p:txBody>
      </p:sp>
      <p:sp>
        <p:nvSpPr>
          <p:cNvPr id="7" name="Slide Number Placeholder 6">
            <a:extLst>
              <a:ext uri="{FF2B5EF4-FFF2-40B4-BE49-F238E27FC236}">
                <a16:creationId xmlns:a16="http://schemas.microsoft.com/office/drawing/2014/main" id="{CD42F6D3-4133-F9EA-4552-E6BFB5CB247C}"/>
              </a:ext>
              <a:ext uri="{C183D7F6-B498-43B3-948B-1728B52AA6E4}">
                <adec:decorative xmlns:adec="http://schemas.microsoft.com/office/drawing/2017/decorative" val="1"/>
              </a:ext>
            </a:extLst>
          </p:cNvPr>
          <p:cNvSpPr>
            <a:spLocks noGrp="1"/>
          </p:cNvSpPr>
          <p:nvPr>
            <p:ph type="sldNum" sz="quarter" idx="39"/>
          </p:nvPr>
        </p:nvSpPr>
        <p:spPr/>
        <p:txBody>
          <a:bodyPr/>
          <a:lstStyle/>
          <a:p>
            <a:fld id="{525A3C56-E491-49B2-93F3-63532DF516BC}" type="slidenum">
              <a:rPr lang="en-US" noProof="0" smtClean="0"/>
              <a:pPr/>
              <a:t>‹n°›</a:t>
            </a:fld>
            <a:endParaRPr lang="en-US" noProof="0"/>
          </a:p>
        </p:txBody>
      </p:sp>
    </p:spTree>
    <p:extLst>
      <p:ext uri="{BB962C8B-B14F-4D97-AF65-F5344CB8AC3E}">
        <p14:creationId xmlns:p14="http://schemas.microsoft.com/office/powerpoint/2010/main" val="774744162"/>
      </p:ext>
    </p:extLst>
  </p:cSld>
  <p:clrMapOvr>
    <a:masterClrMapping/>
  </p:clrMapOvr>
  <p:transition/>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userDrawn="1">
  <p:cSld name="Content/quote highlight x2 – A">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24662ABA-4613-5517-1858-CCDBEE9BA50F}"/>
              </a:ext>
            </a:extLst>
          </p:cNvPr>
          <p:cNvSpPr>
            <a:spLocks noGrp="1"/>
          </p:cNvSpPr>
          <p:nvPr>
            <p:ph type="title" hasCustomPrompt="1"/>
          </p:nvPr>
        </p:nvSpPr>
        <p:spPr>
          <a:noFill/>
        </p:spPr>
        <p:txBody>
          <a:bodyPr/>
          <a:lstStyle>
            <a:lvl1pPr>
              <a:defRPr/>
            </a:lvl1pPr>
          </a:lstStyle>
          <a:p>
            <a:r>
              <a:rPr lang="en-US" noProof="0"/>
              <a:t>Content highlight or quote x2 slide (gradient A) – click to add title</a:t>
            </a:r>
          </a:p>
        </p:txBody>
      </p:sp>
      <p:grpSp>
        <p:nvGrpSpPr>
          <p:cNvPr id="6" name="Gradient bars">
            <a:extLst>
              <a:ext uri="{FF2B5EF4-FFF2-40B4-BE49-F238E27FC236}">
                <a16:creationId xmlns:a16="http://schemas.microsoft.com/office/drawing/2014/main" id="{132EFB05-0B4B-4E83-CE7C-BB68154D3716}"/>
              </a:ext>
              <a:ext uri="{C183D7F6-B498-43B3-948B-1728B52AA6E4}">
                <adec:decorative xmlns:adec="http://schemas.microsoft.com/office/drawing/2017/decorative" val="1"/>
              </a:ext>
            </a:extLst>
          </p:cNvPr>
          <p:cNvGrpSpPr>
            <a:grpSpLocks/>
          </p:cNvGrpSpPr>
          <p:nvPr userDrawn="1"/>
        </p:nvGrpSpPr>
        <p:grpSpPr>
          <a:xfrm>
            <a:off x="762000" y="1527975"/>
            <a:ext cx="6461051" cy="72000"/>
            <a:chOff x="762000" y="1478280"/>
            <a:chExt cx="6461051" cy="72000"/>
          </a:xfrm>
        </p:grpSpPr>
        <p:sp>
          <p:nvSpPr>
            <p:cNvPr id="14" name="Rectangle 13"/>
            <p:cNvSpPr>
              <a:spLocks/>
            </p:cNvSpPr>
            <p:nvPr/>
          </p:nvSpPr>
          <p:spPr bwMode="gray">
            <a:xfrm>
              <a:off x="762000" y="1478280"/>
              <a:ext cx="762000" cy="72000"/>
            </a:xfrm>
            <a:prstGeom prst="rect">
              <a:avLst/>
            </a:prstGeom>
            <a:gradFill>
              <a:gsLst>
                <a:gs pos="100000">
                  <a:srgbClr val="5236AB"/>
                </a:gs>
                <a:gs pos="0">
                  <a:srgbClr val="E31937"/>
                </a:gs>
                <a:gs pos="60000">
                  <a:srgbClr val="A82465"/>
                </a:gs>
              </a:gsLst>
              <a:lin ang="0" scaled="1"/>
            </a:gradFill>
            <a:ln w="9525" algn="ctr">
              <a:noFill/>
              <a:miter lim="800000"/>
              <a:headEnd/>
              <a:tailEnd/>
            </a:ln>
            <a:effectLst/>
          </p:spPr>
          <p:txBody>
            <a:bodyPr lIns="63500" tIns="0" rIns="64800" bIns="0" rtlCol="0" anchor="ctr"/>
            <a:lstStyle/>
            <a:p>
              <a:pPr algn="ctr">
                <a:spcBef>
                  <a:spcPct val="0"/>
                </a:spcBef>
                <a:buClrTx/>
                <a:buSzPct val="90000"/>
              </a:pPr>
              <a:endParaRPr lang="en-US" sz="1600" b="1" noProof="0">
                <a:solidFill>
                  <a:schemeClr val="bg1"/>
                </a:solidFill>
                <a:cs typeface="Arial" pitchFamily="34" charset="0"/>
              </a:endParaRPr>
            </a:p>
          </p:txBody>
        </p:sp>
        <p:sp>
          <p:nvSpPr>
            <p:cNvPr id="21" name="Rectangle 20"/>
            <p:cNvSpPr>
              <a:spLocks/>
            </p:cNvSpPr>
            <p:nvPr/>
          </p:nvSpPr>
          <p:spPr bwMode="gray">
            <a:xfrm>
              <a:off x="6461051" y="1478280"/>
              <a:ext cx="762000" cy="72000"/>
            </a:xfrm>
            <a:prstGeom prst="rect">
              <a:avLst/>
            </a:prstGeom>
            <a:gradFill>
              <a:gsLst>
                <a:gs pos="60000">
                  <a:srgbClr val="A82465"/>
                </a:gs>
                <a:gs pos="0">
                  <a:srgbClr val="E31937"/>
                </a:gs>
                <a:gs pos="100000">
                  <a:srgbClr val="5236AB"/>
                </a:gs>
              </a:gsLst>
              <a:lin ang="0" scaled="1"/>
            </a:gradFill>
            <a:ln w="9525" algn="ctr">
              <a:noFill/>
              <a:miter lim="800000"/>
              <a:headEnd/>
              <a:tailEnd/>
            </a:ln>
            <a:effectLst/>
          </p:spPr>
          <p:txBody>
            <a:bodyPr lIns="63500" tIns="0" rIns="64800" bIns="0" rtlCol="0" anchor="ctr"/>
            <a:lstStyle/>
            <a:p>
              <a:pPr algn="ctr">
                <a:spcBef>
                  <a:spcPct val="0"/>
                </a:spcBef>
                <a:buClrTx/>
                <a:buSzPct val="90000"/>
              </a:pPr>
              <a:endParaRPr lang="en-US" sz="1600" b="1" noProof="0">
                <a:solidFill>
                  <a:schemeClr val="bg1"/>
                </a:solidFill>
                <a:cs typeface="Arial" pitchFamily="34" charset="0"/>
              </a:endParaRPr>
            </a:p>
          </p:txBody>
        </p:sp>
      </p:grpSp>
      <p:sp>
        <p:nvSpPr>
          <p:cNvPr id="5" name="Text Placeholder 16">
            <a:extLst>
              <a:ext uri="{FF2B5EF4-FFF2-40B4-BE49-F238E27FC236}">
                <a16:creationId xmlns:a16="http://schemas.microsoft.com/office/drawing/2014/main" id="{3F66BB57-CD32-9246-EBE9-D2ACB62844AD}"/>
              </a:ext>
            </a:extLst>
          </p:cNvPr>
          <p:cNvSpPr>
            <a:spLocks noGrp="1"/>
          </p:cNvSpPr>
          <p:nvPr>
            <p:ph type="body" sz="quarter" idx="10" hasCustomPrompt="1"/>
          </p:nvPr>
        </p:nvSpPr>
        <p:spPr>
          <a:xfrm>
            <a:off x="762543" y="1885950"/>
            <a:ext cx="4964186" cy="2966707"/>
          </a:xfrm>
          <a:prstGeom prst="rect">
            <a:avLst/>
          </a:prstGeom>
        </p:spPr>
        <p:txBody>
          <a:bodyPr lIns="0" tIns="0" rIns="0" bIns="0"/>
          <a:lstStyle>
            <a:lvl1pPr marL="0" indent="0" algn="l">
              <a:buFontTx/>
              <a:buNone/>
              <a:defRPr sz="2400"/>
            </a:lvl1pPr>
            <a:lvl2pPr algn="ctr">
              <a:defRPr/>
            </a:lvl2pPr>
            <a:lvl3pPr algn="ctr">
              <a:defRPr/>
            </a:lvl3pPr>
            <a:lvl4pPr algn="ctr">
              <a:defRPr/>
            </a:lvl4pPr>
            <a:lvl5pPr algn="ctr">
              <a:defRPr/>
            </a:lvl5pPr>
          </a:lstStyle>
          <a:p>
            <a:pPr marL="0" marR="0" lvl="0" indent="0" algn="l" defTabSz="914400" rtl="0" eaLnBrk="1" fontAlgn="auto" latinLnBrk="0" hangingPunct="1">
              <a:lnSpc>
                <a:spcPct val="100000"/>
              </a:lnSpc>
              <a:spcBef>
                <a:spcPct val="20000"/>
              </a:spcBef>
              <a:spcAft>
                <a:spcPts val="0"/>
              </a:spcAft>
              <a:buClrTx/>
              <a:buSzTx/>
              <a:buFontTx/>
              <a:buNone/>
              <a:tabLst/>
              <a:defRPr/>
            </a:pPr>
            <a:r>
              <a:rPr lang="en-US" noProof="0"/>
              <a:t>Insert content or quote</a:t>
            </a:r>
          </a:p>
        </p:txBody>
      </p:sp>
      <p:sp>
        <p:nvSpPr>
          <p:cNvPr id="15" name="Text Placeholder 23"/>
          <p:cNvSpPr>
            <a:spLocks noGrp="1"/>
          </p:cNvSpPr>
          <p:nvPr>
            <p:ph type="body" sz="quarter" idx="32" hasCustomPrompt="1"/>
          </p:nvPr>
        </p:nvSpPr>
        <p:spPr>
          <a:xfrm>
            <a:off x="762543" y="5188327"/>
            <a:ext cx="4963643" cy="579048"/>
          </a:xfrm>
          <a:prstGeom prst="rect">
            <a:avLst/>
          </a:prstGeom>
        </p:spPr>
        <p:txBody>
          <a:bodyPr lIns="0" tIns="0" rIns="0" bIns="0"/>
          <a:lstStyle>
            <a:lvl1pPr marL="0" indent="0">
              <a:buNone/>
              <a:defRPr sz="1400" b="1" baseline="0"/>
            </a:lvl1pPr>
            <a:lvl2pPr marL="457200" indent="-457200">
              <a:buNone/>
              <a:defRPr sz="1400"/>
            </a:lvl2pPr>
            <a:lvl5pPr>
              <a:defRPr/>
            </a:lvl5pPr>
          </a:lstStyle>
          <a:p>
            <a:pPr lvl="0"/>
            <a:r>
              <a:rPr lang="en-US" noProof="0"/>
              <a:t>Name</a:t>
            </a:r>
          </a:p>
          <a:p>
            <a:pPr lvl="1"/>
            <a:r>
              <a:rPr lang="en-US" noProof="0"/>
              <a:t>Role, Organization</a:t>
            </a:r>
          </a:p>
        </p:txBody>
      </p:sp>
      <p:sp>
        <p:nvSpPr>
          <p:cNvPr id="20" name="Text Placeholder 16">
            <a:extLst>
              <a:ext uri="{FF2B5EF4-FFF2-40B4-BE49-F238E27FC236}">
                <a16:creationId xmlns:a16="http://schemas.microsoft.com/office/drawing/2014/main" id="{3F66BB57-CD32-9246-EBE9-D2ACB62844AD}"/>
              </a:ext>
            </a:extLst>
          </p:cNvPr>
          <p:cNvSpPr>
            <a:spLocks noGrp="1"/>
          </p:cNvSpPr>
          <p:nvPr>
            <p:ph type="body" sz="quarter" idx="33" hasCustomPrompt="1"/>
          </p:nvPr>
        </p:nvSpPr>
        <p:spPr>
          <a:xfrm>
            <a:off x="6465815" y="1885950"/>
            <a:ext cx="4958879" cy="2966707"/>
          </a:xfrm>
          <a:prstGeom prst="rect">
            <a:avLst/>
          </a:prstGeom>
        </p:spPr>
        <p:txBody>
          <a:bodyPr lIns="0" tIns="0" rIns="0" bIns="0"/>
          <a:lstStyle>
            <a:lvl1pPr marL="0" indent="0" algn="l">
              <a:buFontTx/>
              <a:buNone/>
              <a:defRPr sz="2400"/>
            </a:lvl1pPr>
            <a:lvl2pPr algn="ctr">
              <a:defRPr/>
            </a:lvl2pPr>
            <a:lvl3pPr algn="ctr">
              <a:defRPr/>
            </a:lvl3pPr>
            <a:lvl4pPr algn="ctr">
              <a:defRPr/>
            </a:lvl4pPr>
            <a:lvl5pPr algn="ctr">
              <a:defRPr/>
            </a:lvl5pPr>
          </a:lstStyle>
          <a:p>
            <a:pPr lvl="0"/>
            <a:r>
              <a:rPr lang="en-US" noProof="0"/>
              <a:t>Insert content or quote</a:t>
            </a:r>
          </a:p>
        </p:txBody>
      </p:sp>
      <p:sp>
        <p:nvSpPr>
          <p:cNvPr id="22" name="Text Placeholder 23"/>
          <p:cNvSpPr>
            <a:spLocks noGrp="1"/>
          </p:cNvSpPr>
          <p:nvPr>
            <p:ph type="body" sz="quarter" idx="34" hasCustomPrompt="1"/>
          </p:nvPr>
        </p:nvSpPr>
        <p:spPr>
          <a:xfrm>
            <a:off x="6461051" y="5188327"/>
            <a:ext cx="4963643" cy="579048"/>
          </a:xfrm>
          <a:prstGeom prst="rect">
            <a:avLst/>
          </a:prstGeom>
        </p:spPr>
        <p:txBody>
          <a:bodyPr lIns="0" tIns="0" rIns="0" bIns="0"/>
          <a:lstStyle>
            <a:lvl1pPr marL="0" indent="0">
              <a:buNone/>
              <a:defRPr sz="1400" b="1" baseline="0"/>
            </a:lvl1pPr>
            <a:lvl2pPr marL="457200" indent="-457200">
              <a:buNone/>
              <a:defRPr sz="1400"/>
            </a:lvl2pPr>
            <a:lvl5pPr>
              <a:defRPr/>
            </a:lvl5pPr>
          </a:lstStyle>
          <a:p>
            <a:pPr lvl="0"/>
            <a:r>
              <a:rPr lang="en-US" noProof="0"/>
              <a:t>Name</a:t>
            </a:r>
          </a:p>
          <a:p>
            <a:pPr lvl="1"/>
            <a:r>
              <a:rPr lang="en-US" noProof="0"/>
              <a:t>Role, Organization</a:t>
            </a:r>
          </a:p>
        </p:txBody>
      </p:sp>
      <p:sp>
        <p:nvSpPr>
          <p:cNvPr id="2" name="Footer Placeholder 1">
            <a:extLst>
              <a:ext uri="{FF2B5EF4-FFF2-40B4-BE49-F238E27FC236}">
                <a16:creationId xmlns:a16="http://schemas.microsoft.com/office/drawing/2014/main" id="{757AA364-470E-4D86-F1C1-FB7DE380012A}"/>
              </a:ext>
              <a:ext uri="{C183D7F6-B498-43B3-948B-1728B52AA6E4}">
                <adec:decorative xmlns:adec="http://schemas.microsoft.com/office/drawing/2017/decorative" val="1"/>
              </a:ext>
            </a:extLst>
          </p:cNvPr>
          <p:cNvSpPr>
            <a:spLocks noGrp="1"/>
          </p:cNvSpPr>
          <p:nvPr userDrawn="1">
            <p:ph type="ftr" sz="quarter" idx="38"/>
          </p:nvPr>
        </p:nvSpPr>
        <p:spPr/>
        <p:txBody>
          <a:bodyPr/>
          <a:lstStyle/>
          <a:p>
            <a:endParaRPr lang="en-US" noProof="0"/>
          </a:p>
        </p:txBody>
      </p:sp>
      <p:sp>
        <p:nvSpPr>
          <p:cNvPr id="10" name="Slide Number Placeholder 9">
            <a:extLst>
              <a:ext uri="{FF2B5EF4-FFF2-40B4-BE49-F238E27FC236}">
                <a16:creationId xmlns:a16="http://schemas.microsoft.com/office/drawing/2014/main" id="{698C9F38-F41D-AE21-D76C-1AE47F026318}"/>
              </a:ext>
              <a:ext uri="{C183D7F6-B498-43B3-948B-1728B52AA6E4}">
                <adec:decorative xmlns:adec="http://schemas.microsoft.com/office/drawing/2017/decorative" val="1"/>
              </a:ext>
            </a:extLst>
          </p:cNvPr>
          <p:cNvSpPr>
            <a:spLocks noGrp="1"/>
          </p:cNvSpPr>
          <p:nvPr userDrawn="1">
            <p:ph type="sldNum" sz="quarter" idx="37"/>
          </p:nvPr>
        </p:nvSpPr>
        <p:spPr/>
        <p:txBody>
          <a:bodyPr/>
          <a:lstStyle/>
          <a:p>
            <a:fld id="{525A3C56-E491-49B2-93F3-63532DF516BC}" type="slidenum">
              <a:rPr lang="en-US" noProof="0" smtClean="0"/>
              <a:pPr/>
              <a:t>‹n°›</a:t>
            </a:fld>
            <a:endParaRPr lang="en-US" noProof="0"/>
          </a:p>
        </p:txBody>
      </p:sp>
    </p:spTree>
    <p:extLst>
      <p:ext uri="{BB962C8B-B14F-4D97-AF65-F5344CB8AC3E}">
        <p14:creationId xmlns:p14="http://schemas.microsoft.com/office/powerpoint/2010/main" val="3148225666"/>
      </p:ext>
    </p:extLst>
  </p:cSld>
  <p:clrMapOvr>
    <a:masterClrMapping/>
  </p:clrMapOvr>
  <p:transition/>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userDrawn="1">
  <p:cSld name="Content/quote highlight x2 – B">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24662ABA-4613-5517-1858-CCDBEE9BA50F}"/>
              </a:ext>
            </a:extLst>
          </p:cNvPr>
          <p:cNvSpPr>
            <a:spLocks noGrp="1"/>
          </p:cNvSpPr>
          <p:nvPr>
            <p:ph type="title" hasCustomPrompt="1"/>
          </p:nvPr>
        </p:nvSpPr>
        <p:spPr>
          <a:noFill/>
        </p:spPr>
        <p:txBody>
          <a:bodyPr/>
          <a:lstStyle>
            <a:lvl1pPr>
              <a:defRPr/>
            </a:lvl1pPr>
          </a:lstStyle>
          <a:p>
            <a:r>
              <a:rPr lang="en-US" noProof="0"/>
              <a:t>Content highlight or quote x2 slide (gradient B) – click to add title</a:t>
            </a:r>
          </a:p>
        </p:txBody>
      </p:sp>
      <p:grpSp>
        <p:nvGrpSpPr>
          <p:cNvPr id="6" name="Gradient bars">
            <a:extLst>
              <a:ext uri="{FF2B5EF4-FFF2-40B4-BE49-F238E27FC236}">
                <a16:creationId xmlns:a16="http://schemas.microsoft.com/office/drawing/2014/main" id="{132EFB05-0B4B-4E83-CE7C-BB68154D3716}"/>
              </a:ext>
              <a:ext uri="{C183D7F6-B498-43B3-948B-1728B52AA6E4}">
                <adec:decorative xmlns:adec="http://schemas.microsoft.com/office/drawing/2017/decorative" val="1"/>
              </a:ext>
            </a:extLst>
          </p:cNvPr>
          <p:cNvGrpSpPr>
            <a:grpSpLocks/>
          </p:cNvGrpSpPr>
          <p:nvPr userDrawn="1"/>
        </p:nvGrpSpPr>
        <p:grpSpPr>
          <a:xfrm>
            <a:off x="762000" y="1527975"/>
            <a:ext cx="6461051" cy="72000"/>
            <a:chOff x="762000" y="1478280"/>
            <a:chExt cx="6461051" cy="72000"/>
          </a:xfrm>
        </p:grpSpPr>
        <p:sp>
          <p:nvSpPr>
            <p:cNvPr id="14" name="Rectangle 13"/>
            <p:cNvSpPr>
              <a:spLocks/>
            </p:cNvSpPr>
            <p:nvPr/>
          </p:nvSpPr>
          <p:spPr bwMode="gray">
            <a:xfrm>
              <a:off x="762000" y="1478280"/>
              <a:ext cx="762000" cy="72000"/>
            </a:xfrm>
            <a:prstGeom prst="rect">
              <a:avLst/>
            </a:prstGeom>
            <a:gradFill>
              <a:gsLst>
                <a:gs pos="33000">
                  <a:srgbClr val="FF6A00"/>
                </a:gs>
                <a:gs pos="0">
                  <a:srgbClr val="FFCDD2"/>
                </a:gs>
                <a:gs pos="66000">
                  <a:srgbClr val="E31937"/>
                </a:gs>
                <a:gs pos="100000">
                  <a:srgbClr val="991F3D"/>
                </a:gs>
              </a:gsLst>
              <a:lin ang="0" scaled="1"/>
            </a:gradFill>
            <a:ln w="9525" algn="ctr">
              <a:noFill/>
              <a:miter lim="800000"/>
              <a:headEnd/>
              <a:tailEnd/>
            </a:ln>
            <a:effectLst/>
          </p:spPr>
          <p:txBody>
            <a:bodyPr lIns="63500" tIns="0" rIns="64800" bIns="0" rtlCol="0" anchor="ctr"/>
            <a:lstStyle/>
            <a:p>
              <a:pPr algn="ctr">
                <a:spcBef>
                  <a:spcPct val="0"/>
                </a:spcBef>
                <a:buClrTx/>
                <a:buSzPct val="90000"/>
              </a:pPr>
              <a:endParaRPr lang="en-US" sz="1600" b="1" noProof="0">
                <a:solidFill>
                  <a:schemeClr val="bg1"/>
                </a:solidFill>
                <a:cs typeface="Arial" pitchFamily="34" charset="0"/>
              </a:endParaRPr>
            </a:p>
          </p:txBody>
        </p:sp>
        <p:sp>
          <p:nvSpPr>
            <p:cNvPr id="21" name="Rectangle 20"/>
            <p:cNvSpPr>
              <a:spLocks/>
            </p:cNvSpPr>
            <p:nvPr/>
          </p:nvSpPr>
          <p:spPr bwMode="gray">
            <a:xfrm>
              <a:off x="6461051" y="1478280"/>
              <a:ext cx="762000" cy="72000"/>
            </a:xfrm>
            <a:prstGeom prst="rect">
              <a:avLst/>
            </a:prstGeom>
            <a:gradFill>
              <a:gsLst>
                <a:gs pos="33000">
                  <a:srgbClr val="FF6A00"/>
                </a:gs>
                <a:gs pos="0">
                  <a:srgbClr val="FFCDD2"/>
                </a:gs>
                <a:gs pos="66000">
                  <a:srgbClr val="E31937"/>
                </a:gs>
                <a:gs pos="100000">
                  <a:srgbClr val="991F3D"/>
                </a:gs>
              </a:gsLst>
              <a:lin ang="0" scaled="1"/>
            </a:gradFill>
            <a:ln w="9525" algn="ctr">
              <a:noFill/>
              <a:miter lim="800000"/>
              <a:headEnd/>
              <a:tailEnd/>
            </a:ln>
            <a:effectLst/>
          </p:spPr>
          <p:txBody>
            <a:bodyPr lIns="63500" tIns="0" rIns="64800" bIns="0" rtlCol="0" anchor="ctr"/>
            <a:lstStyle/>
            <a:p>
              <a:pPr algn="ctr">
                <a:spcBef>
                  <a:spcPct val="0"/>
                </a:spcBef>
                <a:buClrTx/>
                <a:buSzPct val="90000"/>
              </a:pPr>
              <a:endParaRPr lang="en-US" sz="1600" b="1" noProof="0">
                <a:solidFill>
                  <a:schemeClr val="bg1"/>
                </a:solidFill>
                <a:cs typeface="Arial" pitchFamily="34" charset="0"/>
              </a:endParaRPr>
            </a:p>
          </p:txBody>
        </p:sp>
      </p:grpSp>
      <p:sp>
        <p:nvSpPr>
          <p:cNvPr id="5" name="Text Placeholder 16">
            <a:extLst>
              <a:ext uri="{FF2B5EF4-FFF2-40B4-BE49-F238E27FC236}">
                <a16:creationId xmlns:a16="http://schemas.microsoft.com/office/drawing/2014/main" id="{3F66BB57-CD32-9246-EBE9-D2ACB62844AD}"/>
              </a:ext>
            </a:extLst>
          </p:cNvPr>
          <p:cNvSpPr>
            <a:spLocks noGrp="1"/>
          </p:cNvSpPr>
          <p:nvPr>
            <p:ph type="body" sz="quarter" idx="10" hasCustomPrompt="1"/>
          </p:nvPr>
        </p:nvSpPr>
        <p:spPr>
          <a:xfrm>
            <a:off x="762543" y="1885950"/>
            <a:ext cx="4964186" cy="2966707"/>
          </a:xfrm>
          <a:prstGeom prst="rect">
            <a:avLst/>
          </a:prstGeom>
        </p:spPr>
        <p:txBody>
          <a:bodyPr lIns="0" tIns="0" rIns="0" bIns="0"/>
          <a:lstStyle>
            <a:lvl1pPr marL="0" indent="0" algn="l">
              <a:buFontTx/>
              <a:buNone/>
              <a:defRPr sz="2400"/>
            </a:lvl1pPr>
            <a:lvl2pPr algn="ctr">
              <a:defRPr/>
            </a:lvl2pPr>
            <a:lvl3pPr algn="ctr">
              <a:defRPr/>
            </a:lvl3pPr>
            <a:lvl4pPr algn="ctr">
              <a:defRPr/>
            </a:lvl4pPr>
            <a:lvl5pPr algn="ctr">
              <a:defRPr/>
            </a:lvl5pPr>
          </a:lstStyle>
          <a:p>
            <a:pPr marL="0" marR="0" lvl="0" indent="0" algn="l" defTabSz="914400" rtl="0" eaLnBrk="1" fontAlgn="auto" latinLnBrk="0" hangingPunct="1">
              <a:lnSpc>
                <a:spcPct val="100000"/>
              </a:lnSpc>
              <a:spcBef>
                <a:spcPct val="20000"/>
              </a:spcBef>
              <a:spcAft>
                <a:spcPts val="0"/>
              </a:spcAft>
              <a:buClrTx/>
              <a:buSzTx/>
              <a:buFontTx/>
              <a:buNone/>
              <a:tabLst/>
              <a:defRPr/>
            </a:pPr>
            <a:r>
              <a:rPr lang="en-US" noProof="0"/>
              <a:t>Insert content or quote</a:t>
            </a:r>
          </a:p>
        </p:txBody>
      </p:sp>
      <p:sp>
        <p:nvSpPr>
          <p:cNvPr id="15" name="Text Placeholder 23"/>
          <p:cNvSpPr>
            <a:spLocks noGrp="1"/>
          </p:cNvSpPr>
          <p:nvPr>
            <p:ph type="body" sz="quarter" idx="32" hasCustomPrompt="1"/>
          </p:nvPr>
        </p:nvSpPr>
        <p:spPr>
          <a:xfrm>
            <a:off x="762543" y="5188327"/>
            <a:ext cx="4963643" cy="579048"/>
          </a:xfrm>
          <a:prstGeom prst="rect">
            <a:avLst/>
          </a:prstGeom>
        </p:spPr>
        <p:txBody>
          <a:bodyPr lIns="0" tIns="0" rIns="0" bIns="0"/>
          <a:lstStyle>
            <a:lvl1pPr marL="0" indent="0">
              <a:buNone/>
              <a:defRPr sz="1400" b="1" baseline="0"/>
            </a:lvl1pPr>
            <a:lvl2pPr marL="457200" indent="-457200">
              <a:buNone/>
              <a:defRPr sz="1400"/>
            </a:lvl2pPr>
            <a:lvl5pPr>
              <a:defRPr/>
            </a:lvl5pPr>
          </a:lstStyle>
          <a:p>
            <a:pPr lvl="0"/>
            <a:r>
              <a:rPr lang="en-US" noProof="0"/>
              <a:t>Name</a:t>
            </a:r>
          </a:p>
          <a:p>
            <a:pPr lvl="1"/>
            <a:r>
              <a:rPr lang="en-US" noProof="0"/>
              <a:t>Role, Organization</a:t>
            </a:r>
          </a:p>
        </p:txBody>
      </p:sp>
      <p:sp>
        <p:nvSpPr>
          <p:cNvPr id="20" name="Text Placeholder 16">
            <a:extLst>
              <a:ext uri="{FF2B5EF4-FFF2-40B4-BE49-F238E27FC236}">
                <a16:creationId xmlns:a16="http://schemas.microsoft.com/office/drawing/2014/main" id="{3F66BB57-CD32-9246-EBE9-D2ACB62844AD}"/>
              </a:ext>
            </a:extLst>
          </p:cNvPr>
          <p:cNvSpPr>
            <a:spLocks noGrp="1"/>
          </p:cNvSpPr>
          <p:nvPr>
            <p:ph type="body" sz="quarter" idx="33" hasCustomPrompt="1"/>
          </p:nvPr>
        </p:nvSpPr>
        <p:spPr>
          <a:xfrm>
            <a:off x="6465815" y="1885950"/>
            <a:ext cx="4958879" cy="2966707"/>
          </a:xfrm>
          <a:prstGeom prst="rect">
            <a:avLst/>
          </a:prstGeom>
        </p:spPr>
        <p:txBody>
          <a:bodyPr lIns="0" tIns="0" rIns="0" bIns="0"/>
          <a:lstStyle>
            <a:lvl1pPr marL="0" indent="0" algn="l">
              <a:buFontTx/>
              <a:buNone/>
              <a:defRPr sz="2400"/>
            </a:lvl1pPr>
            <a:lvl2pPr algn="ctr">
              <a:defRPr/>
            </a:lvl2pPr>
            <a:lvl3pPr algn="ctr">
              <a:defRPr/>
            </a:lvl3pPr>
            <a:lvl4pPr algn="ctr">
              <a:defRPr/>
            </a:lvl4pPr>
            <a:lvl5pPr algn="ctr">
              <a:defRPr/>
            </a:lvl5pPr>
          </a:lstStyle>
          <a:p>
            <a:pPr lvl="0"/>
            <a:r>
              <a:rPr lang="en-US" noProof="0"/>
              <a:t>Insert content or quote</a:t>
            </a:r>
          </a:p>
        </p:txBody>
      </p:sp>
      <p:sp>
        <p:nvSpPr>
          <p:cNvPr id="22" name="Text Placeholder 23"/>
          <p:cNvSpPr>
            <a:spLocks noGrp="1"/>
          </p:cNvSpPr>
          <p:nvPr>
            <p:ph type="body" sz="quarter" idx="34" hasCustomPrompt="1"/>
          </p:nvPr>
        </p:nvSpPr>
        <p:spPr>
          <a:xfrm>
            <a:off x="6461051" y="5188327"/>
            <a:ext cx="4963643" cy="579048"/>
          </a:xfrm>
          <a:prstGeom prst="rect">
            <a:avLst/>
          </a:prstGeom>
        </p:spPr>
        <p:txBody>
          <a:bodyPr lIns="0" tIns="0" rIns="0" bIns="0"/>
          <a:lstStyle>
            <a:lvl1pPr marL="0" indent="0">
              <a:buNone/>
              <a:defRPr sz="1400" b="1" baseline="0"/>
            </a:lvl1pPr>
            <a:lvl2pPr marL="457200" indent="-457200">
              <a:buNone/>
              <a:defRPr sz="1400"/>
            </a:lvl2pPr>
            <a:lvl5pPr>
              <a:defRPr/>
            </a:lvl5pPr>
          </a:lstStyle>
          <a:p>
            <a:pPr lvl="0"/>
            <a:r>
              <a:rPr lang="en-US" noProof="0"/>
              <a:t>Name</a:t>
            </a:r>
          </a:p>
          <a:p>
            <a:pPr lvl="1"/>
            <a:r>
              <a:rPr lang="en-US" noProof="0"/>
              <a:t>Role, Organization</a:t>
            </a:r>
          </a:p>
        </p:txBody>
      </p:sp>
      <p:sp>
        <p:nvSpPr>
          <p:cNvPr id="2" name="Footer Placeholder 1">
            <a:extLst>
              <a:ext uri="{FF2B5EF4-FFF2-40B4-BE49-F238E27FC236}">
                <a16:creationId xmlns:a16="http://schemas.microsoft.com/office/drawing/2014/main" id="{757AA364-470E-4D86-F1C1-FB7DE380012A}"/>
              </a:ext>
              <a:ext uri="{C183D7F6-B498-43B3-948B-1728B52AA6E4}">
                <adec:decorative xmlns:adec="http://schemas.microsoft.com/office/drawing/2017/decorative" val="1"/>
              </a:ext>
            </a:extLst>
          </p:cNvPr>
          <p:cNvSpPr>
            <a:spLocks noGrp="1"/>
          </p:cNvSpPr>
          <p:nvPr userDrawn="1">
            <p:ph type="ftr" sz="quarter" idx="38"/>
          </p:nvPr>
        </p:nvSpPr>
        <p:spPr/>
        <p:txBody>
          <a:bodyPr/>
          <a:lstStyle/>
          <a:p>
            <a:endParaRPr lang="en-US" noProof="0"/>
          </a:p>
        </p:txBody>
      </p:sp>
      <p:sp>
        <p:nvSpPr>
          <p:cNvPr id="10" name="Slide Number Placeholder 9">
            <a:extLst>
              <a:ext uri="{FF2B5EF4-FFF2-40B4-BE49-F238E27FC236}">
                <a16:creationId xmlns:a16="http://schemas.microsoft.com/office/drawing/2014/main" id="{698C9F38-F41D-AE21-D76C-1AE47F026318}"/>
              </a:ext>
              <a:ext uri="{C183D7F6-B498-43B3-948B-1728B52AA6E4}">
                <adec:decorative xmlns:adec="http://schemas.microsoft.com/office/drawing/2017/decorative" val="1"/>
              </a:ext>
            </a:extLst>
          </p:cNvPr>
          <p:cNvSpPr>
            <a:spLocks noGrp="1"/>
          </p:cNvSpPr>
          <p:nvPr userDrawn="1">
            <p:ph type="sldNum" sz="quarter" idx="37"/>
          </p:nvPr>
        </p:nvSpPr>
        <p:spPr/>
        <p:txBody>
          <a:bodyPr/>
          <a:lstStyle/>
          <a:p>
            <a:fld id="{525A3C56-E491-49B2-93F3-63532DF516BC}" type="slidenum">
              <a:rPr lang="en-US" noProof="0" smtClean="0"/>
              <a:pPr/>
              <a:t>‹n°›</a:t>
            </a:fld>
            <a:endParaRPr lang="en-US" noProof="0"/>
          </a:p>
        </p:txBody>
      </p:sp>
    </p:spTree>
    <p:extLst>
      <p:ext uri="{BB962C8B-B14F-4D97-AF65-F5344CB8AC3E}">
        <p14:creationId xmlns:p14="http://schemas.microsoft.com/office/powerpoint/2010/main" val="2251173522"/>
      </p:ext>
    </p:extLst>
  </p:cSld>
  <p:clrMapOvr>
    <a:masterClrMapping/>
  </p:clrMapOvr>
  <p:transition/>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userDrawn="1">
  <p:cSld name="Content/quote highlight x3 – A">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059CC2FE-7DC0-0C55-57D3-1AECA26390C2}"/>
              </a:ext>
            </a:extLst>
          </p:cNvPr>
          <p:cNvSpPr>
            <a:spLocks noGrp="1"/>
          </p:cNvSpPr>
          <p:nvPr userDrawn="1">
            <p:ph type="title" hasCustomPrompt="1"/>
          </p:nvPr>
        </p:nvSpPr>
        <p:spPr/>
        <p:txBody>
          <a:bodyPr/>
          <a:lstStyle>
            <a:lvl1pPr>
              <a:defRPr/>
            </a:lvl1pPr>
          </a:lstStyle>
          <a:p>
            <a:r>
              <a:rPr lang="en-US" noProof="0"/>
              <a:t>Content highlight or quote x3 slide (gradient A) – click to add title</a:t>
            </a:r>
          </a:p>
        </p:txBody>
      </p:sp>
      <p:sp>
        <p:nvSpPr>
          <p:cNvPr id="14" name="Rectangle 13">
            <a:extLst>
              <a:ext uri="{C183D7F6-B498-43B3-948B-1728B52AA6E4}">
                <adec:decorative xmlns:adec="http://schemas.microsoft.com/office/drawing/2017/decorative" val="1"/>
              </a:ext>
            </a:extLst>
          </p:cNvPr>
          <p:cNvSpPr>
            <a:spLocks/>
          </p:cNvSpPr>
          <p:nvPr/>
        </p:nvSpPr>
        <p:spPr bwMode="gray">
          <a:xfrm>
            <a:off x="762000" y="1527975"/>
            <a:ext cx="762000" cy="72000"/>
          </a:xfrm>
          <a:prstGeom prst="rect">
            <a:avLst/>
          </a:prstGeom>
          <a:gradFill>
            <a:gsLst>
              <a:gs pos="60000">
                <a:srgbClr val="A82465"/>
              </a:gs>
              <a:gs pos="0">
                <a:srgbClr val="E31937"/>
              </a:gs>
              <a:gs pos="100000">
                <a:srgbClr val="5236AB"/>
              </a:gs>
            </a:gsLst>
            <a:lin ang="0" scaled="1"/>
          </a:gradFill>
          <a:ln w="9525" algn="ctr">
            <a:noFill/>
            <a:miter lim="800000"/>
            <a:headEnd/>
            <a:tailEnd/>
          </a:ln>
          <a:effectLst/>
        </p:spPr>
        <p:txBody>
          <a:bodyPr lIns="63500" tIns="0" rIns="64800" bIns="0" rtlCol="0" anchor="ctr"/>
          <a:lstStyle/>
          <a:p>
            <a:pPr algn="ctr">
              <a:spcBef>
                <a:spcPct val="0"/>
              </a:spcBef>
              <a:buClrTx/>
              <a:buSzPct val="90000"/>
            </a:pPr>
            <a:endParaRPr lang="en-US" sz="1600" b="1" noProof="0">
              <a:solidFill>
                <a:schemeClr val="bg1"/>
              </a:solidFill>
              <a:cs typeface="Arial" pitchFamily="34" charset="0"/>
            </a:endParaRPr>
          </a:p>
        </p:txBody>
      </p:sp>
      <p:sp>
        <p:nvSpPr>
          <p:cNvPr id="28" name="Rectangle 27">
            <a:extLst>
              <a:ext uri="{C183D7F6-B498-43B3-948B-1728B52AA6E4}">
                <adec:decorative xmlns:adec="http://schemas.microsoft.com/office/drawing/2017/decorative" val="1"/>
              </a:ext>
            </a:extLst>
          </p:cNvPr>
          <p:cNvSpPr>
            <a:spLocks/>
          </p:cNvSpPr>
          <p:nvPr/>
        </p:nvSpPr>
        <p:spPr bwMode="gray">
          <a:xfrm>
            <a:off x="4572000" y="1527975"/>
            <a:ext cx="762000" cy="72000"/>
          </a:xfrm>
          <a:prstGeom prst="rect">
            <a:avLst/>
          </a:prstGeom>
          <a:gradFill>
            <a:gsLst>
              <a:gs pos="60000">
                <a:srgbClr val="A82465"/>
              </a:gs>
              <a:gs pos="0">
                <a:srgbClr val="E31937"/>
              </a:gs>
              <a:gs pos="100000">
                <a:srgbClr val="5236AB"/>
              </a:gs>
            </a:gsLst>
            <a:lin ang="0" scaled="1"/>
          </a:gradFill>
          <a:ln w="9525" algn="ctr">
            <a:noFill/>
            <a:miter lim="800000"/>
            <a:headEnd/>
            <a:tailEnd/>
          </a:ln>
          <a:effectLst/>
        </p:spPr>
        <p:txBody>
          <a:bodyPr lIns="63500" tIns="0" rIns="64800" bIns="0" rtlCol="0" anchor="ctr"/>
          <a:lstStyle/>
          <a:p>
            <a:pPr lvl="0" algn="ctr">
              <a:spcBef>
                <a:spcPct val="0"/>
              </a:spcBef>
              <a:buClrTx/>
              <a:buSzPct val="90000"/>
            </a:pPr>
            <a:endParaRPr lang="en-US" sz="1600" b="1" noProof="0">
              <a:solidFill>
                <a:schemeClr val="bg1"/>
              </a:solidFill>
              <a:cs typeface="Arial" pitchFamily="34" charset="0"/>
            </a:endParaRPr>
          </a:p>
        </p:txBody>
      </p:sp>
      <p:sp>
        <p:nvSpPr>
          <p:cNvPr id="31" name="Rectangle 30">
            <a:extLst>
              <a:ext uri="{C183D7F6-B498-43B3-948B-1728B52AA6E4}">
                <adec:decorative xmlns:adec="http://schemas.microsoft.com/office/drawing/2017/decorative" val="1"/>
              </a:ext>
            </a:extLst>
          </p:cNvPr>
          <p:cNvSpPr>
            <a:spLocks/>
          </p:cNvSpPr>
          <p:nvPr/>
        </p:nvSpPr>
        <p:spPr bwMode="gray">
          <a:xfrm>
            <a:off x="8382000" y="1527975"/>
            <a:ext cx="762000" cy="72000"/>
          </a:xfrm>
          <a:prstGeom prst="rect">
            <a:avLst/>
          </a:prstGeom>
          <a:gradFill>
            <a:gsLst>
              <a:gs pos="60000">
                <a:srgbClr val="A82465"/>
              </a:gs>
              <a:gs pos="0">
                <a:srgbClr val="E31937"/>
              </a:gs>
              <a:gs pos="100000">
                <a:srgbClr val="5236AB"/>
              </a:gs>
            </a:gsLst>
            <a:lin ang="0" scaled="1"/>
          </a:gradFill>
          <a:ln w="9525" algn="ctr">
            <a:noFill/>
            <a:miter lim="800000"/>
            <a:headEnd/>
            <a:tailEnd/>
          </a:ln>
          <a:effectLst/>
        </p:spPr>
        <p:txBody>
          <a:bodyPr lIns="63500" tIns="0" rIns="64800" bIns="0" rtlCol="0" anchor="ctr"/>
          <a:lstStyle/>
          <a:p>
            <a:pPr lvl="0" algn="ctr">
              <a:spcBef>
                <a:spcPct val="0"/>
              </a:spcBef>
              <a:buClrTx/>
              <a:buSzPct val="90000"/>
            </a:pPr>
            <a:endParaRPr lang="en-US" sz="1600" b="1" noProof="0">
              <a:solidFill>
                <a:schemeClr val="bg1"/>
              </a:solidFill>
              <a:cs typeface="Arial" pitchFamily="34" charset="0"/>
            </a:endParaRPr>
          </a:p>
        </p:txBody>
      </p:sp>
      <p:sp>
        <p:nvSpPr>
          <p:cNvPr id="5" name="Text Placeholder 16">
            <a:extLst>
              <a:ext uri="{FF2B5EF4-FFF2-40B4-BE49-F238E27FC236}">
                <a16:creationId xmlns:a16="http://schemas.microsoft.com/office/drawing/2014/main" id="{3F66BB57-CD32-9246-EBE9-D2ACB62844AD}"/>
              </a:ext>
            </a:extLst>
          </p:cNvPr>
          <p:cNvSpPr>
            <a:spLocks noGrp="1"/>
          </p:cNvSpPr>
          <p:nvPr userDrawn="1">
            <p:ph type="body" sz="quarter" idx="10" hasCustomPrompt="1"/>
          </p:nvPr>
        </p:nvSpPr>
        <p:spPr>
          <a:xfrm>
            <a:off x="766764" y="1885950"/>
            <a:ext cx="3048333" cy="2966707"/>
          </a:xfrm>
          <a:prstGeom prst="rect">
            <a:avLst/>
          </a:prstGeom>
        </p:spPr>
        <p:txBody>
          <a:bodyPr lIns="0" tIns="0" rIns="0" bIns="0"/>
          <a:lstStyle>
            <a:lvl1pPr marL="0" indent="0" algn="l">
              <a:buFontTx/>
              <a:buNone/>
              <a:defRPr sz="2000"/>
            </a:lvl1pPr>
            <a:lvl2pPr algn="ctr">
              <a:defRPr/>
            </a:lvl2pPr>
            <a:lvl3pPr algn="ctr">
              <a:defRPr/>
            </a:lvl3pPr>
            <a:lvl4pPr algn="ctr">
              <a:defRPr/>
            </a:lvl4pPr>
            <a:lvl5pPr algn="ctr">
              <a:defRPr/>
            </a:lvl5pPr>
          </a:lstStyle>
          <a:p>
            <a:pPr lvl="0"/>
            <a:r>
              <a:rPr lang="en-US" noProof="0"/>
              <a:t>Insert content or quote</a:t>
            </a:r>
          </a:p>
        </p:txBody>
      </p:sp>
      <p:sp>
        <p:nvSpPr>
          <p:cNvPr id="15" name="Text Placeholder 23"/>
          <p:cNvSpPr>
            <a:spLocks noGrp="1"/>
          </p:cNvSpPr>
          <p:nvPr userDrawn="1">
            <p:ph type="body" sz="quarter" idx="32" hasCustomPrompt="1"/>
          </p:nvPr>
        </p:nvSpPr>
        <p:spPr>
          <a:xfrm>
            <a:off x="768096" y="5188327"/>
            <a:ext cx="3048000" cy="579048"/>
          </a:xfrm>
          <a:prstGeom prst="rect">
            <a:avLst/>
          </a:prstGeom>
        </p:spPr>
        <p:txBody>
          <a:bodyPr lIns="0" tIns="0" rIns="0" bIns="0"/>
          <a:lstStyle>
            <a:lvl1pPr marL="0" indent="0">
              <a:buNone/>
              <a:defRPr sz="1400" b="1" baseline="0"/>
            </a:lvl1pPr>
            <a:lvl2pPr marL="457200" indent="-457200">
              <a:buNone/>
              <a:defRPr sz="1400"/>
            </a:lvl2pPr>
            <a:lvl5pPr>
              <a:defRPr/>
            </a:lvl5pPr>
          </a:lstStyle>
          <a:p>
            <a:pPr lvl="0"/>
            <a:r>
              <a:rPr lang="en-US" noProof="0"/>
              <a:t>Name</a:t>
            </a:r>
          </a:p>
          <a:p>
            <a:pPr lvl="1"/>
            <a:r>
              <a:rPr lang="en-US" noProof="0"/>
              <a:t>Role, Organization</a:t>
            </a:r>
          </a:p>
        </p:txBody>
      </p:sp>
      <p:sp>
        <p:nvSpPr>
          <p:cNvPr id="27" name="Text Placeholder 16">
            <a:extLst>
              <a:ext uri="{FF2B5EF4-FFF2-40B4-BE49-F238E27FC236}">
                <a16:creationId xmlns:a16="http://schemas.microsoft.com/office/drawing/2014/main" id="{3F66BB57-CD32-9246-EBE9-D2ACB62844AD}"/>
              </a:ext>
            </a:extLst>
          </p:cNvPr>
          <p:cNvSpPr>
            <a:spLocks noGrp="1"/>
          </p:cNvSpPr>
          <p:nvPr userDrawn="1">
            <p:ph type="body" sz="quarter" idx="33" hasCustomPrompt="1"/>
          </p:nvPr>
        </p:nvSpPr>
        <p:spPr>
          <a:xfrm>
            <a:off x="4576764" y="1885950"/>
            <a:ext cx="3048333" cy="2966707"/>
          </a:xfrm>
          <a:prstGeom prst="rect">
            <a:avLst/>
          </a:prstGeom>
        </p:spPr>
        <p:txBody>
          <a:bodyPr lIns="0" tIns="0" rIns="0" bIns="0"/>
          <a:lstStyle>
            <a:lvl1pPr marL="0" indent="0" algn="l">
              <a:buFontTx/>
              <a:buNone/>
              <a:defRPr sz="2000"/>
            </a:lvl1pPr>
            <a:lvl2pPr algn="ctr">
              <a:defRPr/>
            </a:lvl2pPr>
            <a:lvl3pPr algn="ctr">
              <a:defRPr/>
            </a:lvl3pPr>
            <a:lvl4pPr algn="ctr">
              <a:defRPr/>
            </a:lvl4pPr>
            <a:lvl5pPr algn="ctr">
              <a:defRPr/>
            </a:lvl5pPr>
          </a:lstStyle>
          <a:p>
            <a:pPr lvl="0"/>
            <a:r>
              <a:rPr lang="en-US" noProof="0"/>
              <a:t>Insert content or quote</a:t>
            </a:r>
          </a:p>
        </p:txBody>
      </p:sp>
      <p:sp>
        <p:nvSpPr>
          <p:cNvPr id="29" name="Text Placeholder 23"/>
          <p:cNvSpPr>
            <a:spLocks noGrp="1"/>
          </p:cNvSpPr>
          <p:nvPr userDrawn="1">
            <p:ph type="body" sz="quarter" idx="34" hasCustomPrompt="1"/>
          </p:nvPr>
        </p:nvSpPr>
        <p:spPr>
          <a:xfrm>
            <a:off x="4572001" y="5188327"/>
            <a:ext cx="3048000" cy="579048"/>
          </a:xfrm>
          <a:prstGeom prst="rect">
            <a:avLst/>
          </a:prstGeom>
        </p:spPr>
        <p:txBody>
          <a:bodyPr lIns="0" tIns="0" rIns="0" bIns="0"/>
          <a:lstStyle>
            <a:lvl1pPr marL="0" indent="0">
              <a:buNone/>
              <a:defRPr sz="1400" b="1" baseline="0"/>
            </a:lvl1pPr>
            <a:lvl2pPr marL="457200" indent="-457200">
              <a:buNone/>
              <a:defRPr sz="1400"/>
            </a:lvl2pPr>
            <a:lvl5pPr>
              <a:defRPr/>
            </a:lvl5pPr>
          </a:lstStyle>
          <a:p>
            <a:pPr lvl="0"/>
            <a:r>
              <a:rPr lang="en-US" noProof="0"/>
              <a:t>Name</a:t>
            </a:r>
          </a:p>
          <a:p>
            <a:pPr lvl="1"/>
            <a:r>
              <a:rPr lang="en-US" noProof="0"/>
              <a:t>Role, Organization</a:t>
            </a:r>
          </a:p>
        </p:txBody>
      </p:sp>
      <p:sp>
        <p:nvSpPr>
          <p:cNvPr id="30" name="Text Placeholder 16">
            <a:extLst>
              <a:ext uri="{FF2B5EF4-FFF2-40B4-BE49-F238E27FC236}">
                <a16:creationId xmlns:a16="http://schemas.microsoft.com/office/drawing/2014/main" id="{3F66BB57-CD32-9246-EBE9-D2ACB62844AD}"/>
              </a:ext>
            </a:extLst>
          </p:cNvPr>
          <p:cNvSpPr>
            <a:spLocks noGrp="1"/>
          </p:cNvSpPr>
          <p:nvPr userDrawn="1">
            <p:ph type="body" sz="quarter" idx="35" hasCustomPrompt="1"/>
          </p:nvPr>
        </p:nvSpPr>
        <p:spPr>
          <a:xfrm>
            <a:off x="8386764" y="1885950"/>
            <a:ext cx="3048333" cy="2966707"/>
          </a:xfrm>
          <a:prstGeom prst="rect">
            <a:avLst/>
          </a:prstGeom>
        </p:spPr>
        <p:txBody>
          <a:bodyPr lIns="0" tIns="0" rIns="0" bIns="0"/>
          <a:lstStyle>
            <a:lvl1pPr marL="0" indent="0" algn="l">
              <a:buFontTx/>
              <a:buNone/>
              <a:defRPr sz="2000"/>
            </a:lvl1pPr>
            <a:lvl2pPr algn="ctr">
              <a:defRPr/>
            </a:lvl2pPr>
            <a:lvl3pPr algn="ctr">
              <a:defRPr/>
            </a:lvl3pPr>
            <a:lvl4pPr algn="ctr">
              <a:defRPr/>
            </a:lvl4pPr>
            <a:lvl5pPr algn="ctr">
              <a:defRPr/>
            </a:lvl5pPr>
          </a:lstStyle>
          <a:p>
            <a:pPr lvl="0"/>
            <a:r>
              <a:rPr lang="en-US" noProof="0"/>
              <a:t>Insert content or quote</a:t>
            </a:r>
          </a:p>
        </p:txBody>
      </p:sp>
      <p:sp>
        <p:nvSpPr>
          <p:cNvPr id="32" name="Text Placeholder 23"/>
          <p:cNvSpPr>
            <a:spLocks noGrp="1"/>
          </p:cNvSpPr>
          <p:nvPr userDrawn="1">
            <p:ph type="body" sz="quarter" idx="36" hasCustomPrompt="1"/>
          </p:nvPr>
        </p:nvSpPr>
        <p:spPr>
          <a:xfrm>
            <a:off x="8382001" y="5188327"/>
            <a:ext cx="3048000" cy="579048"/>
          </a:xfrm>
          <a:prstGeom prst="rect">
            <a:avLst/>
          </a:prstGeom>
        </p:spPr>
        <p:txBody>
          <a:bodyPr lIns="0" tIns="0" rIns="0" bIns="0"/>
          <a:lstStyle>
            <a:lvl1pPr marL="0" indent="0">
              <a:buNone/>
              <a:defRPr sz="1400" b="1" baseline="0"/>
            </a:lvl1pPr>
            <a:lvl2pPr marL="457200" indent="-457200">
              <a:buNone/>
              <a:defRPr sz="1400"/>
            </a:lvl2pPr>
            <a:lvl5pPr>
              <a:defRPr/>
            </a:lvl5pPr>
          </a:lstStyle>
          <a:p>
            <a:pPr lvl="0"/>
            <a:r>
              <a:rPr lang="en-US" noProof="0"/>
              <a:t>Name</a:t>
            </a:r>
          </a:p>
          <a:p>
            <a:pPr lvl="1"/>
            <a:r>
              <a:rPr lang="en-US" noProof="0"/>
              <a:t>Role, Organization</a:t>
            </a:r>
          </a:p>
        </p:txBody>
      </p:sp>
      <p:sp>
        <p:nvSpPr>
          <p:cNvPr id="2" name="Footer Placeholder 1">
            <a:extLst>
              <a:ext uri="{FF2B5EF4-FFF2-40B4-BE49-F238E27FC236}">
                <a16:creationId xmlns:a16="http://schemas.microsoft.com/office/drawing/2014/main" id="{0F49658A-2F6C-F5A8-B9F7-B19CFE7D22DC}"/>
              </a:ext>
              <a:ext uri="{C183D7F6-B498-43B3-948B-1728B52AA6E4}">
                <adec:decorative xmlns:adec="http://schemas.microsoft.com/office/drawing/2017/decorative" val="1"/>
              </a:ext>
            </a:extLst>
          </p:cNvPr>
          <p:cNvSpPr>
            <a:spLocks noGrp="1"/>
          </p:cNvSpPr>
          <p:nvPr userDrawn="1">
            <p:ph type="ftr" sz="quarter" idx="40"/>
          </p:nvPr>
        </p:nvSpPr>
        <p:spPr/>
        <p:txBody>
          <a:bodyPr/>
          <a:lstStyle/>
          <a:p>
            <a:endParaRPr lang="en-US" noProof="0"/>
          </a:p>
        </p:txBody>
      </p:sp>
      <p:sp>
        <p:nvSpPr>
          <p:cNvPr id="10" name="Slide Number Placeholder 9">
            <a:extLst>
              <a:ext uri="{FF2B5EF4-FFF2-40B4-BE49-F238E27FC236}">
                <a16:creationId xmlns:a16="http://schemas.microsoft.com/office/drawing/2014/main" id="{04C76036-CCBD-B710-E69C-84F20C3664F9}"/>
              </a:ext>
              <a:ext uri="{C183D7F6-B498-43B3-948B-1728B52AA6E4}">
                <adec:decorative xmlns:adec="http://schemas.microsoft.com/office/drawing/2017/decorative" val="1"/>
              </a:ext>
            </a:extLst>
          </p:cNvPr>
          <p:cNvSpPr>
            <a:spLocks noGrp="1"/>
          </p:cNvSpPr>
          <p:nvPr userDrawn="1">
            <p:ph type="sldNum" sz="quarter" idx="39"/>
          </p:nvPr>
        </p:nvSpPr>
        <p:spPr/>
        <p:txBody>
          <a:bodyPr/>
          <a:lstStyle/>
          <a:p>
            <a:fld id="{525A3C56-E491-49B2-93F3-63532DF516BC}" type="slidenum">
              <a:rPr lang="en-US" noProof="0" smtClean="0"/>
              <a:pPr/>
              <a:t>‹n°›</a:t>
            </a:fld>
            <a:endParaRPr lang="en-US" noProof="0"/>
          </a:p>
        </p:txBody>
      </p:sp>
    </p:spTree>
    <p:extLst>
      <p:ext uri="{BB962C8B-B14F-4D97-AF65-F5344CB8AC3E}">
        <p14:creationId xmlns:p14="http://schemas.microsoft.com/office/powerpoint/2010/main" val="2208640807"/>
      </p:ext>
    </p:extLst>
  </p:cSld>
  <p:clrMapOvr>
    <a:masterClrMapping/>
  </p:clrMapOvr>
  <p:transition/>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userDrawn="1">
  <p:cSld name="Content/quote highlight x3 – B">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059CC2FE-7DC0-0C55-57D3-1AECA26390C2}"/>
              </a:ext>
            </a:extLst>
          </p:cNvPr>
          <p:cNvSpPr>
            <a:spLocks noGrp="1"/>
          </p:cNvSpPr>
          <p:nvPr userDrawn="1">
            <p:ph type="title" hasCustomPrompt="1"/>
          </p:nvPr>
        </p:nvSpPr>
        <p:spPr/>
        <p:txBody>
          <a:bodyPr/>
          <a:lstStyle>
            <a:lvl1pPr>
              <a:defRPr/>
            </a:lvl1pPr>
          </a:lstStyle>
          <a:p>
            <a:r>
              <a:rPr lang="en-US" noProof="0"/>
              <a:t>Content highlight or quote x3 slide (gradient B) – click to add title</a:t>
            </a:r>
          </a:p>
        </p:txBody>
      </p:sp>
      <p:sp>
        <p:nvSpPr>
          <p:cNvPr id="14" name="Rectangle 13">
            <a:extLst>
              <a:ext uri="{C183D7F6-B498-43B3-948B-1728B52AA6E4}">
                <adec:decorative xmlns:adec="http://schemas.microsoft.com/office/drawing/2017/decorative" val="1"/>
              </a:ext>
            </a:extLst>
          </p:cNvPr>
          <p:cNvSpPr>
            <a:spLocks/>
          </p:cNvSpPr>
          <p:nvPr/>
        </p:nvSpPr>
        <p:spPr bwMode="gray">
          <a:xfrm>
            <a:off x="762000" y="1527975"/>
            <a:ext cx="762000" cy="72000"/>
          </a:xfrm>
          <a:prstGeom prst="rect">
            <a:avLst/>
          </a:prstGeom>
          <a:gradFill>
            <a:gsLst>
              <a:gs pos="33000">
                <a:srgbClr val="FF6A00"/>
              </a:gs>
              <a:gs pos="0">
                <a:srgbClr val="FFCDD2"/>
              </a:gs>
              <a:gs pos="66000">
                <a:srgbClr val="E31937"/>
              </a:gs>
              <a:gs pos="100000">
                <a:srgbClr val="991F3D"/>
              </a:gs>
            </a:gsLst>
            <a:lin ang="0" scaled="1"/>
          </a:gradFill>
          <a:ln w="9525" algn="ctr">
            <a:noFill/>
            <a:miter lim="800000"/>
            <a:headEnd/>
            <a:tailEnd/>
          </a:ln>
          <a:effectLst/>
        </p:spPr>
        <p:txBody>
          <a:bodyPr lIns="63500" tIns="0" rIns="64800" bIns="0" rtlCol="0" anchor="ctr"/>
          <a:lstStyle/>
          <a:p>
            <a:pPr algn="ctr">
              <a:spcBef>
                <a:spcPct val="0"/>
              </a:spcBef>
              <a:buClrTx/>
              <a:buSzPct val="90000"/>
            </a:pPr>
            <a:endParaRPr lang="en-US" sz="1600" b="1" noProof="0">
              <a:solidFill>
                <a:schemeClr val="bg1"/>
              </a:solidFill>
              <a:cs typeface="Arial" pitchFamily="34" charset="0"/>
            </a:endParaRPr>
          </a:p>
        </p:txBody>
      </p:sp>
      <p:sp>
        <p:nvSpPr>
          <p:cNvPr id="28" name="Rectangle 27">
            <a:extLst>
              <a:ext uri="{C183D7F6-B498-43B3-948B-1728B52AA6E4}">
                <adec:decorative xmlns:adec="http://schemas.microsoft.com/office/drawing/2017/decorative" val="1"/>
              </a:ext>
            </a:extLst>
          </p:cNvPr>
          <p:cNvSpPr>
            <a:spLocks/>
          </p:cNvSpPr>
          <p:nvPr/>
        </p:nvSpPr>
        <p:spPr bwMode="gray">
          <a:xfrm>
            <a:off x="4572000" y="1527975"/>
            <a:ext cx="762000" cy="72000"/>
          </a:xfrm>
          <a:prstGeom prst="rect">
            <a:avLst/>
          </a:prstGeom>
          <a:gradFill>
            <a:gsLst>
              <a:gs pos="33000">
                <a:srgbClr val="FF6A00"/>
              </a:gs>
              <a:gs pos="0">
                <a:srgbClr val="FFCDD2"/>
              </a:gs>
              <a:gs pos="66000">
                <a:srgbClr val="E31937"/>
              </a:gs>
              <a:gs pos="100000">
                <a:srgbClr val="991F3D"/>
              </a:gs>
            </a:gsLst>
            <a:lin ang="0" scaled="1"/>
          </a:gradFill>
          <a:ln w="9525" algn="ctr">
            <a:noFill/>
            <a:miter lim="800000"/>
            <a:headEnd/>
            <a:tailEnd/>
          </a:ln>
          <a:effectLst/>
        </p:spPr>
        <p:txBody>
          <a:bodyPr lIns="63500" tIns="0" rIns="64800" bIns="0" rtlCol="0" anchor="ctr"/>
          <a:lstStyle/>
          <a:p>
            <a:pPr algn="ctr">
              <a:spcBef>
                <a:spcPct val="0"/>
              </a:spcBef>
              <a:buClrTx/>
              <a:buSzPct val="90000"/>
            </a:pPr>
            <a:endParaRPr lang="en-US" sz="1600" b="1" noProof="0">
              <a:solidFill>
                <a:schemeClr val="bg1"/>
              </a:solidFill>
              <a:cs typeface="Arial" pitchFamily="34" charset="0"/>
            </a:endParaRPr>
          </a:p>
        </p:txBody>
      </p:sp>
      <p:sp>
        <p:nvSpPr>
          <p:cNvPr id="31" name="Rectangle 30">
            <a:extLst>
              <a:ext uri="{C183D7F6-B498-43B3-948B-1728B52AA6E4}">
                <adec:decorative xmlns:adec="http://schemas.microsoft.com/office/drawing/2017/decorative" val="1"/>
              </a:ext>
            </a:extLst>
          </p:cNvPr>
          <p:cNvSpPr>
            <a:spLocks/>
          </p:cNvSpPr>
          <p:nvPr/>
        </p:nvSpPr>
        <p:spPr bwMode="gray">
          <a:xfrm>
            <a:off x="8382000" y="1527975"/>
            <a:ext cx="762000" cy="72000"/>
          </a:xfrm>
          <a:prstGeom prst="rect">
            <a:avLst/>
          </a:prstGeom>
          <a:gradFill>
            <a:gsLst>
              <a:gs pos="33000">
                <a:srgbClr val="FF6A00"/>
              </a:gs>
              <a:gs pos="0">
                <a:srgbClr val="FFCDD2"/>
              </a:gs>
              <a:gs pos="66000">
                <a:srgbClr val="E31937"/>
              </a:gs>
              <a:gs pos="100000">
                <a:srgbClr val="991F3D"/>
              </a:gs>
            </a:gsLst>
            <a:lin ang="0" scaled="1"/>
          </a:gradFill>
          <a:ln w="9525" algn="ctr">
            <a:noFill/>
            <a:miter lim="800000"/>
            <a:headEnd/>
            <a:tailEnd/>
          </a:ln>
          <a:effectLst/>
        </p:spPr>
        <p:txBody>
          <a:bodyPr lIns="63500" tIns="0" rIns="64800" bIns="0" rtlCol="0" anchor="ctr"/>
          <a:lstStyle/>
          <a:p>
            <a:pPr algn="ctr">
              <a:spcBef>
                <a:spcPct val="0"/>
              </a:spcBef>
              <a:buClrTx/>
              <a:buSzPct val="90000"/>
            </a:pPr>
            <a:endParaRPr lang="en-US" sz="1600" b="1" noProof="0">
              <a:solidFill>
                <a:schemeClr val="bg1"/>
              </a:solidFill>
              <a:cs typeface="Arial" pitchFamily="34" charset="0"/>
            </a:endParaRPr>
          </a:p>
        </p:txBody>
      </p:sp>
      <p:sp>
        <p:nvSpPr>
          <p:cNvPr id="5" name="Text Placeholder 16">
            <a:extLst>
              <a:ext uri="{FF2B5EF4-FFF2-40B4-BE49-F238E27FC236}">
                <a16:creationId xmlns:a16="http://schemas.microsoft.com/office/drawing/2014/main" id="{3F66BB57-CD32-9246-EBE9-D2ACB62844AD}"/>
              </a:ext>
            </a:extLst>
          </p:cNvPr>
          <p:cNvSpPr>
            <a:spLocks noGrp="1"/>
          </p:cNvSpPr>
          <p:nvPr userDrawn="1">
            <p:ph type="body" sz="quarter" idx="10" hasCustomPrompt="1"/>
          </p:nvPr>
        </p:nvSpPr>
        <p:spPr>
          <a:xfrm>
            <a:off x="766764" y="1885950"/>
            <a:ext cx="3048333" cy="2966707"/>
          </a:xfrm>
          <a:prstGeom prst="rect">
            <a:avLst/>
          </a:prstGeom>
        </p:spPr>
        <p:txBody>
          <a:bodyPr lIns="0" tIns="0" rIns="0" bIns="0"/>
          <a:lstStyle>
            <a:lvl1pPr marL="0" indent="0" algn="l">
              <a:buFontTx/>
              <a:buNone/>
              <a:defRPr sz="2000"/>
            </a:lvl1pPr>
            <a:lvl2pPr algn="ctr">
              <a:defRPr/>
            </a:lvl2pPr>
            <a:lvl3pPr algn="ctr">
              <a:defRPr/>
            </a:lvl3pPr>
            <a:lvl4pPr algn="ctr">
              <a:defRPr/>
            </a:lvl4pPr>
            <a:lvl5pPr algn="ctr">
              <a:defRPr/>
            </a:lvl5pPr>
          </a:lstStyle>
          <a:p>
            <a:pPr lvl="0"/>
            <a:r>
              <a:rPr lang="en-US" noProof="0"/>
              <a:t>Insert content or quote</a:t>
            </a:r>
          </a:p>
        </p:txBody>
      </p:sp>
      <p:sp>
        <p:nvSpPr>
          <p:cNvPr id="15" name="Text Placeholder 23"/>
          <p:cNvSpPr>
            <a:spLocks noGrp="1"/>
          </p:cNvSpPr>
          <p:nvPr userDrawn="1">
            <p:ph type="body" sz="quarter" idx="32" hasCustomPrompt="1"/>
          </p:nvPr>
        </p:nvSpPr>
        <p:spPr>
          <a:xfrm>
            <a:off x="768096" y="5188327"/>
            <a:ext cx="3048000" cy="579048"/>
          </a:xfrm>
          <a:prstGeom prst="rect">
            <a:avLst/>
          </a:prstGeom>
        </p:spPr>
        <p:txBody>
          <a:bodyPr lIns="0" tIns="0" rIns="0" bIns="0"/>
          <a:lstStyle>
            <a:lvl1pPr marL="0" indent="0">
              <a:buNone/>
              <a:defRPr sz="1400" b="1" baseline="0"/>
            </a:lvl1pPr>
            <a:lvl2pPr marL="457200" indent="-457200">
              <a:buNone/>
              <a:defRPr sz="1400"/>
            </a:lvl2pPr>
            <a:lvl5pPr>
              <a:defRPr/>
            </a:lvl5pPr>
          </a:lstStyle>
          <a:p>
            <a:pPr lvl="0"/>
            <a:r>
              <a:rPr lang="en-US" noProof="0"/>
              <a:t>Name</a:t>
            </a:r>
          </a:p>
          <a:p>
            <a:pPr lvl="1"/>
            <a:r>
              <a:rPr lang="en-US" noProof="0"/>
              <a:t>Role, Organization</a:t>
            </a:r>
          </a:p>
        </p:txBody>
      </p:sp>
      <p:sp>
        <p:nvSpPr>
          <p:cNvPr id="27" name="Text Placeholder 16">
            <a:extLst>
              <a:ext uri="{FF2B5EF4-FFF2-40B4-BE49-F238E27FC236}">
                <a16:creationId xmlns:a16="http://schemas.microsoft.com/office/drawing/2014/main" id="{3F66BB57-CD32-9246-EBE9-D2ACB62844AD}"/>
              </a:ext>
            </a:extLst>
          </p:cNvPr>
          <p:cNvSpPr>
            <a:spLocks noGrp="1"/>
          </p:cNvSpPr>
          <p:nvPr userDrawn="1">
            <p:ph type="body" sz="quarter" idx="33" hasCustomPrompt="1"/>
          </p:nvPr>
        </p:nvSpPr>
        <p:spPr>
          <a:xfrm>
            <a:off x="4576764" y="1885950"/>
            <a:ext cx="3048333" cy="2966707"/>
          </a:xfrm>
          <a:prstGeom prst="rect">
            <a:avLst/>
          </a:prstGeom>
        </p:spPr>
        <p:txBody>
          <a:bodyPr lIns="0" tIns="0" rIns="0" bIns="0"/>
          <a:lstStyle>
            <a:lvl1pPr marL="0" indent="0" algn="l">
              <a:buFontTx/>
              <a:buNone/>
              <a:defRPr sz="2000"/>
            </a:lvl1pPr>
            <a:lvl2pPr algn="ctr">
              <a:defRPr/>
            </a:lvl2pPr>
            <a:lvl3pPr algn="ctr">
              <a:defRPr/>
            </a:lvl3pPr>
            <a:lvl4pPr algn="ctr">
              <a:defRPr/>
            </a:lvl4pPr>
            <a:lvl5pPr algn="ctr">
              <a:defRPr/>
            </a:lvl5pPr>
          </a:lstStyle>
          <a:p>
            <a:pPr lvl="0"/>
            <a:r>
              <a:rPr lang="en-US" noProof="0"/>
              <a:t>Insert content or quote</a:t>
            </a:r>
          </a:p>
        </p:txBody>
      </p:sp>
      <p:sp>
        <p:nvSpPr>
          <p:cNvPr id="29" name="Text Placeholder 23"/>
          <p:cNvSpPr>
            <a:spLocks noGrp="1"/>
          </p:cNvSpPr>
          <p:nvPr userDrawn="1">
            <p:ph type="body" sz="quarter" idx="34" hasCustomPrompt="1"/>
          </p:nvPr>
        </p:nvSpPr>
        <p:spPr>
          <a:xfrm>
            <a:off x="4572001" y="5188327"/>
            <a:ext cx="3048000" cy="579048"/>
          </a:xfrm>
          <a:prstGeom prst="rect">
            <a:avLst/>
          </a:prstGeom>
        </p:spPr>
        <p:txBody>
          <a:bodyPr lIns="0" tIns="0" rIns="0" bIns="0"/>
          <a:lstStyle>
            <a:lvl1pPr marL="0" indent="0">
              <a:buNone/>
              <a:defRPr sz="1400" b="1" baseline="0"/>
            </a:lvl1pPr>
            <a:lvl2pPr marL="457200" indent="-457200">
              <a:buNone/>
              <a:defRPr sz="1400"/>
            </a:lvl2pPr>
            <a:lvl5pPr>
              <a:defRPr/>
            </a:lvl5pPr>
          </a:lstStyle>
          <a:p>
            <a:pPr lvl="0"/>
            <a:r>
              <a:rPr lang="en-US" noProof="0"/>
              <a:t>Name</a:t>
            </a:r>
          </a:p>
          <a:p>
            <a:pPr lvl="1"/>
            <a:r>
              <a:rPr lang="en-US" noProof="0"/>
              <a:t>Role, Organization</a:t>
            </a:r>
          </a:p>
        </p:txBody>
      </p:sp>
      <p:sp>
        <p:nvSpPr>
          <p:cNvPr id="30" name="Text Placeholder 16">
            <a:extLst>
              <a:ext uri="{FF2B5EF4-FFF2-40B4-BE49-F238E27FC236}">
                <a16:creationId xmlns:a16="http://schemas.microsoft.com/office/drawing/2014/main" id="{3F66BB57-CD32-9246-EBE9-D2ACB62844AD}"/>
              </a:ext>
            </a:extLst>
          </p:cNvPr>
          <p:cNvSpPr>
            <a:spLocks noGrp="1"/>
          </p:cNvSpPr>
          <p:nvPr userDrawn="1">
            <p:ph type="body" sz="quarter" idx="35" hasCustomPrompt="1"/>
          </p:nvPr>
        </p:nvSpPr>
        <p:spPr>
          <a:xfrm>
            <a:off x="8386764" y="1885950"/>
            <a:ext cx="3048333" cy="2966707"/>
          </a:xfrm>
          <a:prstGeom prst="rect">
            <a:avLst/>
          </a:prstGeom>
        </p:spPr>
        <p:txBody>
          <a:bodyPr lIns="0" tIns="0" rIns="0" bIns="0"/>
          <a:lstStyle>
            <a:lvl1pPr marL="0" indent="0" algn="l">
              <a:buFontTx/>
              <a:buNone/>
              <a:defRPr sz="2000"/>
            </a:lvl1pPr>
            <a:lvl2pPr algn="ctr">
              <a:defRPr/>
            </a:lvl2pPr>
            <a:lvl3pPr algn="ctr">
              <a:defRPr/>
            </a:lvl3pPr>
            <a:lvl4pPr algn="ctr">
              <a:defRPr/>
            </a:lvl4pPr>
            <a:lvl5pPr algn="ctr">
              <a:defRPr/>
            </a:lvl5pPr>
          </a:lstStyle>
          <a:p>
            <a:pPr lvl="0"/>
            <a:r>
              <a:rPr lang="en-US" noProof="0"/>
              <a:t>Insert content or quote</a:t>
            </a:r>
          </a:p>
        </p:txBody>
      </p:sp>
      <p:sp>
        <p:nvSpPr>
          <p:cNvPr id="32" name="Text Placeholder 23"/>
          <p:cNvSpPr>
            <a:spLocks noGrp="1"/>
          </p:cNvSpPr>
          <p:nvPr userDrawn="1">
            <p:ph type="body" sz="quarter" idx="36" hasCustomPrompt="1"/>
          </p:nvPr>
        </p:nvSpPr>
        <p:spPr>
          <a:xfrm>
            <a:off x="8382001" y="5188327"/>
            <a:ext cx="3048000" cy="579048"/>
          </a:xfrm>
          <a:prstGeom prst="rect">
            <a:avLst/>
          </a:prstGeom>
        </p:spPr>
        <p:txBody>
          <a:bodyPr lIns="0" tIns="0" rIns="0" bIns="0"/>
          <a:lstStyle>
            <a:lvl1pPr marL="0" indent="0">
              <a:buNone/>
              <a:defRPr sz="1400" b="1" baseline="0"/>
            </a:lvl1pPr>
            <a:lvl2pPr marL="457200" indent="-457200">
              <a:buNone/>
              <a:defRPr sz="1400"/>
            </a:lvl2pPr>
            <a:lvl5pPr>
              <a:defRPr/>
            </a:lvl5pPr>
          </a:lstStyle>
          <a:p>
            <a:pPr lvl="0"/>
            <a:r>
              <a:rPr lang="en-US" noProof="0"/>
              <a:t>Name</a:t>
            </a:r>
          </a:p>
          <a:p>
            <a:pPr lvl="1"/>
            <a:r>
              <a:rPr lang="en-US" noProof="0"/>
              <a:t>Role, Organization</a:t>
            </a:r>
          </a:p>
        </p:txBody>
      </p:sp>
      <p:sp>
        <p:nvSpPr>
          <p:cNvPr id="2" name="Footer Placeholder 1">
            <a:extLst>
              <a:ext uri="{FF2B5EF4-FFF2-40B4-BE49-F238E27FC236}">
                <a16:creationId xmlns:a16="http://schemas.microsoft.com/office/drawing/2014/main" id="{0F49658A-2F6C-F5A8-B9F7-B19CFE7D22DC}"/>
              </a:ext>
              <a:ext uri="{C183D7F6-B498-43B3-948B-1728B52AA6E4}">
                <adec:decorative xmlns:adec="http://schemas.microsoft.com/office/drawing/2017/decorative" val="1"/>
              </a:ext>
            </a:extLst>
          </p:cNvPr>
          <p:cNvSpPr>
            <a:spLocks noGrp="1"/>
          </p:cNvSpPr>
          <p:nvPr userDrawn="1">
            <p:ph type="ftr" sz="quarter" idx="40"/>
          </p:nvPr>
        </p:nvSpPr>
        <p:spPr/>
        <p:txBody>
          <a:bodyPr/>
          <a:lstStyle/>
          <a:p>
            <a:endParaRPr lang="en-US" noProof="0"/>
          </a:p>
        </p:txBody>
      </p:sp>
      <p:sp>
        <p:nvSpPr>
          <p:cNvPr id="10" name="Slide Number Placeholder 9">
            <a:extLst>
              <a:ext uri="{FF2B5EF4-FFF2-40B4-BE49-F238E27FC236}">
                <a16:creationId xmlns:a16="http://schemas.microsoft.com/office/drawing/2014/main" id="{04C76036-CCBD-B710-E69C-84F20C3664F9}"/>
              </a:ext>
              <a:ext uri="{C183D7F6-B498-43B3-948B-1728B52AA6E4}">
                <adec:decorative xmlns:adec="http://schemas.microsoft.com/office/drawing/2017/decorative" val="1"/>
              </a:ext>
            </a:extLst>
          </p:cNvPr>
          <p:cNvSpPr>
            <a:spLocks noGrp="1"/>
          </p:cNvSpPr>
          <p:nvPr userDrawn="1">
            <p:ph type="sldNum" sz="quarter" idx="39"/>
          </p:nvPr>
        </p:nvSpPr>
        <p:spPr/>
        <p:txBody>
          <a:bodyPr/>
          <a:lstStyle/>
          <a:p>
            <a:fld id="{525A3C56-E491-49B2-93F3-63532DF516BC}" type="slidenum">
              <a:rPr lang="en-US" noProof="0" smtClean="0"/>
              <a:pPr/>
              <a:t>‹n°›</a:t>
            </a:fld>
            <a:endParaRPr lang="en-US" noProof="0"/>
          </a:p>
        </p:txBody>
      </p:sp>
    </p:spTree>
    <p:extLst>
      <p:ext uri="{BB962C8B-B14F-4D97-AF65-F5344CB8AC3E}">
        <p14:creationId xmlns:p14="http://schemas.microsoft.com/office/powerpoint/2010/main" val="3043597519"/>
      </p:ext>
    </p:extLst>
  </p:cSld>
  <p:clrMapOvr>
    <a:masterClrMapping/>
  </p:clrMapOvr>
  <p:transition/>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userDrawn="1">
  <p:cSld name="Read Only 5">
    <p:bg>
      <p:bgPr>
        <a:solidFill>
          <a:schemeClr val="tx1"/>
        </a:solidFill>
        <a:effectLst/>
      </p:bgPr>
    </p:bg>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8539E471-216A-F16D-9EED-678F84B8F90D}"/>
              </a:ext>
              <a:ext uri="{C183D7F6-B498-43B3-948B-1728B52AA6E4}">
                <adec:decorative xmlns:adec="http://schemas.microsoft.com/office/drawing/2017/decorative" val="1"/>
              </a:ext>
            </a:extLst>
          </p:cNvPr>
          <p:cNvSpPr>
            <a:spLocks noGrp="1"/>
          </p:cNvSpPr>
          <p:nvPr>
            <p:ph type="ftr" sz="quarter" idx="13"/>
          </p:nvPr>
        </p:nvSpPr>
        <p:spPr/>
        <p:txBody>
          <a:bodyPr/>
          <a:lstStyle/>
          <a:p>
            <a:endParaRPr lang="en-US" noProof="0"/>
          </a:p>
        </p:txBody>
      </p:sp>
      <p:sp>
        <p:nvSpPr>
          <p:cNvPr id="8" name="Slide Number Placeholder 7">
            <a:extLst>
              <a:ext uri="{FF2B5EF4-FFF2-40B4-BE49-F238E27FC236}">
                <a16:creationId xmlns:a16="http://schemas.microsoft.com/office/drawing/2014/main" id="{F005B678-1769-99EA-ECF6-E729115A540D}"/>
              </a:ext>
              <a:ext uri="{C183D7F6-B498-43B3-948B-1728B52AA6E4}">
                <adec:decorative xmlns:adec="http://schemas.microsoft.com/office/drawing/2017/decorative" val="1"/>
              </a:ext>
            </a:extLst>
          </p:cNvPr>
          <p:cNvSpPr>
            <a:spLocks noGrp="1"/>
          </p:cNvSpPr>
          <p:nvPr>
            <p:ph type="sldNum" sz="quarter" idx="12"/>
          </p:nvPr>
        </p:nvSpPr>
        <p:spPr/>
        <p:txBody>
          <a:bodyPr/>
          <a:lstStyle/>
          <a:p>
            <a:fld id="{525A3C56-E491-49B2-93F3-63532DF516BC}" type="slidenum">
              <a:rPr lang="en-US" noProof="0" smtClean="0"/>
              <a:pPr/>
              <a:t>‹n°›</a:t>
            </a:fld>
            <a:endParaRPr lang="en-US" noProof="0"/>
          </a:p>
        </p:txBody>
      </p:sp>
      <p:sp>
        <p:nvSpPr>
          <p:cNvPr id="4" name="TextBox 3">
            <a:extLst>
              <a:ext uri="{FF2B5EF4-FFF2-40B4-BE49-F238E27FC236}">
                <a16:creationId xmlns:a16="http://schemas.microsoft.com/office/drawing/2014/main" id="{BCED8B9F-977E-4292-9524-3F0A97972769}"/>
              </a:ext>
            </a:extLst>
          </p:cNvPr>
          <p:cNvSpPr txBox="1"/>
          <p:nvPr userDrawn="1"/>
        </p:nvSpPr>
        <p:spPr>
          <a:xfrm>
            <a:off x="0" y="0"/>
            <a:ext cx="12192000" cy="6858000"/>
          </a:xfrm>
          <a:prstGeom prst="rect">
            <a:avLst/>
          </a:prstGeom>
          <a:solidFill>
            <a:srgbClr val="333333"/>
          </a:solidFill>
        </p:spPr>
        <p:txBody>
          <a:bodyPr vert="horz" wrap="square" lIns="0" tIns="0" rIns="0" bIns="0" rtlCol="0" anchor="ctr" anchorCtr="0">
            <a:normAutofit/>
          </a:bodyPr>
          <a:lstStyle/>
          <a:p>
            <a:pPr algn="ctr"/>
            <a:r>
              <a:rPr lang="en-US" sz="16600">
                <a:solidFill>
                  <a:schemeClr val="bg1"/>
                </a:solidFill>
              </a:rPr>
              <a:t>Divider layouts</a:t>
            </a:r>
          </a:p>
        </p:txBody>
      </p:sp>
    </p:spTree>
    <p:extLst>
      <p:ext uri="{BB962C8B-B14F-4D97-AF65-F5344CB8AC3E}">
        <p14:creationId xmlns:p14="http://schemas.microsoft.com/office/powerpoint/2010/main" val="3363925689"/>
      </p:ext>
    </p:extLst>
  </p:cSld>
  <p:clrMapOvr>
    <a:masterClrMapping/>
  </p:clrMapOvr>
  <p:transition/>
  <p:extLst>
    <p:ext uri="{DCECCB84-F9BA-43D5-87BE-67443E8EF086}">
      <p15:sldGuideLst xmlns:p15="http://schemas.microsoft.com/office/powerpoint/2012/main"/>
    </p:ext>
  </p:extLst>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p:cSld name="Section header A - background image">
    <p:spTree>
      <p:nvGrpSpPr>
        <p:cNvPr id="1" name=""/>
        <p:cNvGrpSpPr/>
        <p:nvPr/>
      </p:nvGrpSpPr>
      <p:grpSpPr>
        <a:xfrm>
          <a:off x="0" y="0"/>
          <a:ext cx="0" cy="0"/>
          <a:chOff x="0" y="0"/>
          <a:chExt cx="0" cy="0"/>
        </a:xfrm>
      </p:grpSpPr>
      <p:sp>
        <p:nvSpPr>
          <p:cNvPr id="13" name="Title 1">
            <a:extLst>
              <a:ext uri="{FF2B5EF4-FFF2-40B4-BE49-F238E27FC236}">
                <a16:creationId xmlns:a16="http://schemas.microsoft.com/office/drawing/2014/main" id="{1155DEE0-8370-E943-9B2D-42BE4FA5B4B4}"/>
              </a:ext>
            </a:extLst>
          </p:cNvPr>
          <p:cNvSpPr>
            <a:spLocks noGrp="1"/>
          </p:cNvSpPr>
          <p:nvPr>
            <p:ph type="title" hasCustomPrompt="1"/>
          </p:nvPr>
        </p:nvSpPr>
        <p:spPr bwMode="white">
          <a:xfrm>
            <a:off x="6477000" y="2088000"/>
            <a:ext cx="3810000" cy="1551311"/>
          </a:xfrm>
        </p:spPr>
        <p:txBody>
          <a:bodyPr>
            <a:noAutofit/>
          </a:bodyPr>
          <a:lstStyle>
            <a:lvl1pPr>
              <a:lnSpc>
                <a:spcPct val="90000"/>
              </a:lnSpc>
              <a:defRPr sz="4400">
                <a:solidFill>
                  <a:schemeClr val="tx1"/>
                </a:solidFill>
              </a:defRPr>
            </a:lvl1pPr>
          </a:lstStyle>
          <a:p>
            <a:r>
              <a:rPr lang="en-US" noProof="0" dirty="0"/>
              <a:t>Section cover title </a:t>
            </a:r>
          </a:p>
        </p:txBody>
      </p:sp>
      <p:sp>
        <p:nvSpPr>
          <p:cNvPr id="14" name="Text placeholder for subtitle">
            <a:extLst>
              <a:ext uri="{FF2B5EF4-FFF2-40B4-BE49-F238E27FC236}">
                <a16:creationId xmlns:a16="http://schemas.microsoft.com/office/drawing/2014/main" id="{E9522A59-F2EE-EC4A-B6B5-F01CEA5BDA27}"/>
              </a:ext>
            </a:extLst>
          </p:cNvPr>
          <p:cNvSpPr>
            <a:spLocks noGrp="1"/>
          </p:cNvSpPr>
          <p:nvPr>
            <p:ph type="body" sz="quarter" idx="13" hasCustomPrompt="1"/>
          </p:nvPr>
        </p:nvSpPr>
        <p:spPr bwMode="white">
          <a:xfrm>
            <a:off x="6477000" y="4059936"/>
            <a:ext cx="3810000" cy="905256"/>
          </a:xfrm>
          <a:prstGeom prst="rect">
            <a:avLst/>
          </a:prstGeom>
        </p:spPr>
        <p:txBody>
          <a:bodyPr lIns="0" tIns="0" rIns="0" bIns="0">
            <a:noAutofit/>
          </a:bodyPr>
          <a:lstStyle>
            <a:lvl1pPr marL="0" indent="0">
              <a:spcBef>
                <a:spcPts val="0"/>
              </a:spcBef>
              <a:buNone/>
              <a:defRPr sz="2200">
                <a:solidFill>
                  <a:schemeClr val="tx1"/>
                </a:solidFill>
              </a:defRPr>
            </a:lvl1pPr>
            <a:lvl2pPr>
              <a:defRPr>
                <a:solidFill>
                  <a:schemeClr val="bg2"/>
                </a:solidFill>
              </a:defRPr>
            </a:lvl2pPr>
            <a:lvl3pPr>
              <a:defRPr>
                <a:solidFill>
                  <a:schemeClr val="bg2"/>
                </a:solidFill>
              </a:defRPr>
            </a:lvl3pPr>
            <a:lvl4pPr>
              <a:defRPr>
                <a:solidFill>
                  <a:schemeClr val="bg2"/>
                </a:solidFill>
              </a:defRPr>
            </a:lvl4pPr>
            <a:lvl5pPr>
              <a:defRPr>
                <a:solidFill>
                  <a:schemeClr val="bg2"/>
                </a:solidFill>
              </a:defRPr>
            </a:lvl5pPr>
          </a:lstStyle>
          <a:p>
            <a:pPr lvl="0"/>
            <a:r>
              <a:rPr lang="en-US" noProof="0"/>
              <a:t>Click to add subtitle, if required</a:t>
            </a:r>
          </a:p>
        </p:txBody>
      </p:sp>
      <p:sp>
        <p:nvSpPr>
          <p:cNvPr id="11" name="Picture Placeholder 10">
            <a:extLst>
              <a:ext uri="{FF2B5EF4-FFF2-40B4-BE49-F238E27FC236}">
                <a16:creationId xmlns:a16="http://schemas.microsoft.com/office/drawing/2014/main" id="{F1AE6815-8A45-F99C-1904-333632F4440E}"/>
              </a:ext>
              <a:ext uri="{C183D7F6-B498-43B3-948B-1728B52AA6E4}">
                <adec:decorative xmlns:adec="http://schemas.microsoft.com/office/drawing/2017/decorative" val="1"/>
              </a:ext>
            </a:extLst>
          </p:cNvPr>
          <p:cNvSpPr>
            <a:spLocks noGrp="1"/>
          </p:cNvSpPr>
          <p:nvPr>
            <p:ph type="pic" sz="quarter" idx="14" hasCustomPrompt="1"/>
          </p:nvPr>
        </p:nvSpPr>
        <p:spPr>
          <a:xfrm>
            <a:off x="766762" y="765175"/>
            <a:ext cx="10671048" cy="5327650"/>
          </a:xfrm>
          <a:custGeom>
            <a:avLst/>
            <a:gdLst>
              <a:gd name="connsiteX0" fmla="*/ 5329238 w 10671048"/>
              <a:gd name="connsiteY0" fmla="*/ 763587 h 5327650"/>
              <a:gd name="connsiteX1" fmla="*/ 5329238 w 10671048"/>
              <a:gd name="connsiteY1" fmla="*/ 4569222 h 5327650"/>
              <a:gd name="connsiteX2" fmla="*/ 9893133 w 10671048"/>
              <a:gd name="connsiteY2" fmla="*/ 4569222 h 5327650"/>
              <a:gd name="connsiteX3" fmla="*/ 9893133 w 10671048"/>
              <a:gd name="connsiteY3" fmla="*/ 763587 h 5327650"/>
              <a:gd name="connsiteX4" fmla="*/ 0 w 10671048"/>
              <a:gd name="connsiteY4" fmla="*/ 0 h 5327650"/>
              <a:gd name="connsiteX5" fmla="*/ 10671048 w 10671048"/>
              <a:gd name="connsiteY5" fmla="*/ 0 h 5327650"/>
              <a:gd name="connsiteX6" fmla="*/ 10671048 w 10671048"/>
              <a:gd name="connsiteY6" fmla="*/ 5327650 h 5327650"/>
              <a:gd name="connsiteX7" fmla="*/ 0 w 10671048"/>
              <a:gd name="connsiteY7" fmla="*/ 5327650 h 53276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671048" h="5327650">
                <a:moveTo>
                  <a:pt x="5329238" y="763587"/>
                </a:moveTo>
                <a:lnTo>
                  <a:pt x="5329238" y="4569222"/>
                </a:lnTo>
                <a:lnTo>
                  <a:pt x="9893133" y="4569222"/>
                </a:lnTo>
                <a:lnTo>
                  <a:pt x="9893133" y="763587"/>
                </a:lnTo>
                <a:close/>
                <a:moveTo>
                  <a:pt x="0" y="0"/>
                </a:moveTo>
                <a:lnTo>
                  <a:pt x="10671048" y="0"/>
                </a:lnTo>
                <a:lnTo>
                  <a:pt x="10671048" y="5327650"/>
                </a:lnTo>
                <a:lnTo>
                  <a:pt x="0" y="5327650"/>
                </a:lnTo>
                <a:close/>
              </a:path>
            </a:pathLst>
          </a:custGeom>
        </p:spPr>
        <p:txBody>
          <a:bodyPr wrap="square">
            <a:noAutofit/>
          </a:bodyPr>
          <a:lstStyle>
            <a:lvl1pPr marL="0" indent="0">
              <a:buNone/>
              <a:defRPr sz="1800">
                <a:sym typeface="Wingdings" panose="05000000000000000000" pitchFamily="2" charset="2"/>
              </a:defRPr>
            </a:lvl1pPr>
          </a:lstStyle>
          <a:p>
            <a:r>
              <a:rPr lang="en-US" noProof="0" dirty="0"/>
              <a:t>Click icon to add image. Images are available to download from the Brand Source image library  brand.cgi.com</a:t>
            </a:r>
          </a:p>
        </p:txBody>
      </p:sp>
      <p:sp>
        <p:nvSpPr>
          <p:cNvPr id="4" name="TextBox 3">
            <a:extLst>
              <a:ext uri="{FF2B5EF4-FFF2-40B4-BE49-F238E27FC236}">
                <a16:creationId xmlns:a16="http://schemas.microsoft.com/office/drawing/2014/main" id="{AD10A3FE-3C0F-1B27-1805-00E649F94E45}"/>
              </a:ext>
              <a:ext uri="{C183D7F6-B498-43B3-948B-1728B52AA6E4}">
                <adec:decorative xmlns:adec="http://schemas.microsoft.com/office/drawing/2017/decorative" val="1"/>
              </a:ext>
            </a:extLst>
          </p:cNvPr>
          <p:cNvSpPr txBox="1">
            <a:spLocks/>
          </p:cNvSpPr>
          <p:nvPr/>
        </p:nvSpPr>
        <p:spPr>
          <a:xfrm>
            <a:off x="6096000" y="1528762"/>
            <a:ext cx="4572000" cy="117087"/>
          </a:xfrm>
          <a:prstGeom prst="rect">
            <a:avLst/>
          </a:prstGeom>
          <a:gradFill>
            <a:gsLst>
              <a:gs pos="60000">
                <a:srgbClr val="A82465"/>
              </a:gs>
              <a:gs pos="0">
                <a:srgbClr val="E31937"/>
              </a:gs>
              <a:gs pos="100000">
                <a:srgbClr val="5236AB"/>
              </a:gs>
            </a:gsLst>
            <a:lin ang="10800000" scaled="0"/>
          </a:gradFill>
        </p:spPr>
        <p:txBody>
          <a:bodyPr vert="horz" wrap="square" lIns="0" tIns="0" rIns="0" bIns="0" rtlCol="0" anchor="t" anchorCtr="0">
            <a:normAutofit fontScale="47500" lnSpcReduction="20000"/>
          </a:bodyPr>
          <a:lstStyle/>
          <a:p>
            <a:pPr algn="l"/>
            <a:endParaRPr lang="en-US" noProof="0"/>
          </a:p>
        </p:txBody>
      </p:sp>
      <p:sp>
        <p:nvSpPr>
          <p:cNvPr id="2" name="Footer Placeholder 1">
            <a:extLst>
              <a:ext uri="{FF2B5EF4-FFF2-40B4-BE49-F238E27FC236}">
                <a16:creationId xmlns:a16="http://schemas.microsoft.com/office/drawing/2014/main" id="{ED650254-1B0A-F928-CE1E-0FC2FC32A2F3}"/>
              </a:ext>
              <a:ext uri="{C183D7F6-B498-43B3-948B-1728B52AA6E4}">
                <adec:decorative xmlns:adec="http://schemas.microsoft.com/office/drawing/2017/decorative" val="1"/>
              </a:ext>
            </a:extLst>
          </p:cNvPr>
          <p:cNvSpPr>
            <a:spLocks noGrp="1"/>
          </p:cNvSpPr>
          <p:nvPr>
            <p:ph type="ftr" sz="quarter" idx="18"/>
          </p:nvPr>
        </p:nvSpPr>
        <p:spPr/>
        <p:txBody>
          <a:bodyPr/>
          <a:lstStyle/>
          <a:p>
            <a:endParaRPr lang="en-US" noProof="0"/>
          </a:p>
        </p:txBody>
      </p:sp>
      <p:sp>
        <p:nvSpPr>
          <p:cNvPr id="17" name="Slide Number Placeholder 16">
            <a:extLst>
              <a:ext uri="{FF2B5EF4-FFF2-40B4-BE49-F238E27FC236}">
                <a16:creationId xmlns:a16="http://schemas.microsoft.com/office/drawing/2014/main" id="{0A5518B4-A5E0-02ED-0A2C-41BAAE12CE5D}"/>
              </a:ext>
              <a:ext uri="{C183D7F6-B498-43B3-948B-1728B52AA6E4}">
                <adec:decorative xmlns:adec="http://schemas.microsoft.com/office/drawing/2017/decorative" val="1"/>
              </a:ext>
            </a:extLst>
          </p:cNvPr>
          <p:cNvSpPr>
            <a:spLocks noGrp="1"/>
          </p:cNvSpPr>
          <p:nvPr>
            <p:ph type="sldNum" sz="quarter" idx="17"/>
          </p:nvPr>
        </p:nvSpPr>
        <p:spPr/>
        <p:txBody>
          <a:bodyPr/>
          <a:lstStyle/>
          <a:p>
            <a:fld id="{525A3C56-E491-49B2-93F3-63532DF516BC}" type="slidenum">
              <a:rPr lang="en-US" noProof="0" smtClean="0"/>
              <a:pPr/>
              <a:t>‹n°›</a:t>
            </a:fld>
            <a:endParaRPr lang="en-US" noProof="0"/>
          </a:p>
        </p:txBody>
      </p:sp>
    </p:spTree>
    <p:extLst>
      <p:ext uri="{BB962C8B-B14F-4D97-AF65-F5344CB8AC3E}">
        <p14:creationId xmlns:p14="http://schemas.microsoft.com/office/powerpoint/2010/main" val="3731680709"/>
      </p:ext>
    </p:extLst>
  </p:cSld>
  <p:clrMapOvr>
    <a:masterClrMapping/>
  </p:clrMapOvr>
  <p:transition/>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userDrawn="1">
  <p:cSld name="Section header B - background image">
    <p:spTree>
      <p:nvGrpSpPr>
        <p:cNvPr id="1" name=""/>
        <p:cNvGrpSpPr/>
        <p:nvPr/>
      </p:nvGrpSpPr>
      <p:grpSpPr>
        <a:xfrm>
          <a:off x="0" y="0"/>
          <a:ext cx="0" cy="0"/>
          <a:chOff x="0" y="0"/>
          <a:chExt cx="0" cy="0"/>
        </a:xfrm>
      </p:grpSpPr>
      <p:sp>
        <p:nvSpPr>
          <p:cNvPr id="13" name="Title 1">
            <a:extLst>
              <a:ext uri="{FF2B5EF4-FFF2-40B4-BE49-F238E27FC236}">
                <a16:creationId xmlns:a16="http://schemas.microsoft.com/office/drawing/2014/main" id="{1155DEE0-8370-E943-9B2D-42BE4FA5B4B4}"/>
              </a:ext>
            </a:extLst>
          </p:cNvPr>
          <p:cNvSpPr>
            <a:spLocks noGrp="1"/>
          </p:cNvSpPr>
          <p:nvPr>
            <p:ph type="title" hasCustomPrompt="1"/>
          </p:nvPr>
        </p:nvSpPr>
        <p:spPr bwMode="white">
          <a:xfrm>
            <a:off x="1912142" y="2088000"/>
            <a:ext cx="3802858" cy="1551311"/>
          </a:xfrm>
        </p:spPr>
        <p:txBody>
          <a:bodyPr>
            <a:noAutofit/>
          </a:bodyPr>
          <a:lstStyle>
            <a:lvl1pPr>
              <a:lnSpc>
                <a:spcPct val="90000"/>
              </a:lnSpc>
              <a:defRPr sz="4400">
                <a:solidFill>
                  <a:schemeClr val="tx1"/>
                </a:solidFill>
              </a:defRPr>
            </a:lvl1pPr>
          </a:lstStyle>
          <a:p>
            <a:r>
              <a:rPr lang="en-US" noProof="0" dirty="0"/>
              <a:t>Section cover title </a:t>
            </a:r>
          </a:p>
        </p:txBody>
      </p:sp>
      <p:sp>
        <p:nvSpPr>
          <p:cNvPr id="14" name="Text placeholder for subtitle">
            <a:extLst>
              <a:ext uri="{FF2B5EF4-FFF2-40B4-BE49-F238E27FC236}">
                <a16:creationId xmlns:a16="http://schemas.microsoft.com/office/drawing/2014/main" id="{E9522A59-F2EE-EC4A-B6B5-F01CEA5BDA27}"/>
              </a:ext>
            </a:extLst>
          </p:cNvPr>
          <p:cNvSpPr>
            <a:spLocks noGrp="1"/>
          </p:cNvSpPr>
          <p:nvPr>
            <p:ph type="body" sz="quarter" idx="13" hasCustomPrompt="1"/>
          </p:nvPr>
        </p:nvSpPr>
        <p:spPr bwMode="white">
          <a:xfrm>
            <a:off x="1912142" y="4063851"/>
            <a:ext cx="3802857" cy="905257"/>
          </a:xfrm>
          <a:prstGeom prst="rect">
            <a:avLst/>
          </a:prstGeom>
        </p:spPr>
        <p:txBody>
          <a:bodyPr lIns="0" tIns="0" rIns="0" bIns="0">
            <a:noAutofit/>
          </a:bodyPr>
          <a:lstStyle>
            <a:lvl1pPr marL="0" indent="0">
              <a:spcBef>
                <a:spcPts val="0"/>
              </a:spcBef>
              <a:buNone/>
              <a:defRPr sz="2200">
                <a:solidFill>
                  <a:schemeClr val="tx1"/>
                </a:solidFill>
              </a:defRPr>
            </a:lvl1pPr>
            <a:lvl2pPr>
              <a:defRPr>
                <a:solidFill>
                  <a:schemeClr val="bg2"/>
                </a:solidFill>
              </a:defRPr>
            </a:lvl2pPr>
            <a:lvl3pPr>
              <a:defRPr>
                <a:solidFill>
                  <a:schemeClr val="bg2"/>
                </a:solidFill>
              </a:defRPr>
            </a:lvl3pPr>
            <a:lvl4pPr>
              <a:defRPr>
                <a:solidFill>
                  <a:schemeClr val="bg2"/>
                </a:solidFill>
              </a:defRPr>
            </a:lvl4pPr>
            <a:lvl5pPr>
              <a:defRPr>
                <a:solidFill>
                  <a:schemeClr val="bg2"/>
                </a:solidFill>
              </a:defRPr>
            </a:lvl5pPr>
          </a:lstStyle>
          <a:p>
            <a:pPr lvl="0"/>
            <a:r>
              <a:rPr lang="en-US" noProof="0"/>
              <a:t>Click to add subtitle, if required</a:t>
            </a:r>
          </a:p>
        </p:txBody>
      </p:sp>
      <p:sp>
        <p:nvSpPr>
          <p:cNvPr id="11" name="Picture Placeholder 10">
            <a:extLst>
              <a:ext uri="{FF2B5EF4-FFF2-40B4-BE49-F238E27FC236}">
                <a16:creationId xmlns:a16="http://schemas.microsoft.com/office/drawing/2014/main" id="{11EC659F-4DD1-D9DE-261B-10246EEE847C}"/>
              </a:ext>
              <a:ext uri="{C183D7F6-B498-43B3-948B-1728B52AA6E4}">
                <adec:decorative xmlns:adec="http://schemas.microsoft.com/office/drawing/2017/decorative" val="1"/>
              </a:ext>
            </a:extLst>
          </p:cNvPr>
          <p:cNvSpPr>
            <a:spLocks noGrp="1"/>
          </p:cNvSpPr>
          <p:nvPr>
            <p:ph type="pic" sz="quarter" idx="14" hasCustomPrompt="1"/>
          </p:nvPr>
        </p:nvSpPr>
        <p:spPr>
          <a:xfrm>
            <a:off x="762027" y="765175"/>
            <a:ext cx="10671048" cy="5327650"/>
          </a:xfrm>
          <a:custGeom>
            <a:avLst/>
            <a:gdLst>
              <a:gd name="connsiteX0" fmla="*/ 769115 w 10671048"/>
              <a:gd name="connsiteY0" fmla="*/ 761419 h 5327650"/>
              <a:gd name="connsiteX1" fmla="*/ 769115 w 10671048"/>
              <a:gd name="connsiteY1" fmla="*/ 4562873 h 5327650"/>
              <a:gd name="connsiteX2" fmla="*/ 5333972 w 10671048"/>
              <a:gd name="connsiteY2" fmla="*/ 4562873 h 5327650"/>
              <a:gd name="connsiteX3" fmla="*/ 5333972 w 10671048"/>
              <a:gd name="connsiteY3" fmla="*/ 761419 h 5327650"/>
              <a:gd name="connsiteX4" fmla="*/ 0 w 10671048"/>
              <a:gd name="connsiteY4" fmla="*/ 0 h 5327650"/>
              <a:gd name="connsiteX5" fmla="*/ 10671048 w 10671048"/>
              <a:gd name="connsiteY5" fmla="*/ 0 h 5327650"/>
              <a:gd name="connsiteX6" fmla="*/ 10671048 w 10671048"/>
              <a:gd name="connsiteY6" fmla="*/ 5327650 h 5327650"/>
              <a:gd name="connsiteX7" fmla="*/ 0 w 10671048"/>
              <a:gd name="connsiteY7" fmla="*/ 5327650 h 53276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671048" h="5327650">
                <a:moveTo>
                  <a:pt x="769115" y="761419"/>
                </a:moveTo>
                <a:lnTo>
                  <a:pt x="769115" y="4562873"/>
                </a:lnTo>
                <a:lnTo>
                  <a:pt x="5333972" y="4562873"/>
                </a:lnTo>
                <a:lnTo>
                  <a:pt x="5333972" y="761419"/>
                </a:lnTo>
                <a:close/>
                <a:moveTo>
                  <a:pt x="0" y="0"/>
                </a:moveTo>
                <a:lnTo>
                  <a:pt x="10671048" y="0"/>
                </a:lnTo>
                <a:lnTo>
                  <a:pt x="10671048" y="5327650"/>
                </a:lnTo>
                <a:lnTo>
                  <a:pt x="0" y="5327650"/>
                </a:lnTo>
                <a:close/>
              </a:path>
            </a:pathLst>
          </a:custGeom>
        </p:spPr>
        <p:txBody>
          <a:bodyPr wrap="square">
            <a:noAutofit/>
          </a:bodyPr>
          <a:lstStyle>
            <a:lvl1pPr marL="0" indent="0">
              <a:buFont typeface="Arial" panose="020B0604020202020204" pitchFamily="34" charset="0"/>
              <a:buNone/>
              <a:defRPr sz="1800">
                <a:sym typeface="Wingdings" panose="05000000000000000000" pitchFamily="2" charset="2"/>
              </a:defRPr>
            </a:lvl1pPr>
          </a:lstStyle>
          <a:p>
            <a:r>
              <a:rPr lang="en-US" noProof="0" dirty="0"/>
              <a:t>Click icon to add image. Images are available to download from the Brand Source image library  brand.cgi.com</a:t>
            </a:r>
          </a:p>
        </p:txBody>
      </p:sp>
      <p:sp>
        <p:nvSpPr>
          <p:cNvPr id="4" name="TextBox 3">
            <a:extLst>
              <a:ext uri="{FF2B5EF4-FFF2-40B4-BE49-F238E27FC236}">
                <a16:creationId xmlns:a16="http://schemas.microsoft.com/office/drawing/2014/main" id="{AD10A3FE-3C0F-1B27-1805-00E649F94E45}"/>
              </a:ext>
              <a:ext uri="{C183D7F6-B498-43B3-948B-1728B52AA6E4}">
                <adec:decorative xmlns:adec="http://schemas.microsoft.com/office/drawing/2017/decorative" val="1"/>
              </a:ext>
            </a:extLst>
          </p:cNvPr>
          <p:cNvSpPr txBox="1">
            <a:spLocks/>
          </p:cNvSpPr>
          <p:nvPr/>
        </p:nvSpPr>
        <p:spPr>
          <a:xfrm>
            <a:off x="1531143" y="1526593"/>
            <a:ext cx="4564857" cy="117087"/>
          </a:xfrm>
          <a:prstGeom prst="rect">
            <a:avLst/>
          </a:prstGeom>
          <a:gradFill>
            <a:gsLst>
              <a:gs pos="0">
                <a:srgbClr val="FFCDD2"/>
              </a:gs>
              <a:gs pos="33000">
                <a:srgbClr val="FF6A00"/>
              </a:gs>
              <a:gs pos="66000">
                <a:srgbClr val="E31937"/>
              </a:gs>
              <a:gs pos="100000">
                <a:srgbClr val="991F3D"/>
              </a:gs>
            </a:gsLst>
            <a:lin ang="10800000" scaled="0"/>
          </a:gradFill>
        </p:spPr>
        <p:txBody>
          <a:bodyPr vert="horz" wrap="square" lIns="0" tIns="0" rIns="0" bIns="0" rtlCol="0" anchor="t" anchorCtr="0">
            <a:normAutofit fontScale="47500" lnSpcReduction="20000"/>
          </a:bodyPr>
          <a:lstStyle/>
          <a:p>
            <a:pPr algn="l"/>
            <a:endParaRPr lang="en-US" noProof="0"/>
          </a:p>
        </p:txBody>
      </p:sp>
      <p:sp>
        <p:nvSpPr>
          <p:cNvPr id="2" name="Footer Placeholder 1">
            <a:extLst>
              <a:ext uri="{FF2B5EF4-FFF2-40B4-BE49-F238E27FC236}">
                <a16:creationId xmlns:a16="http://schemas.microsoft.com/office/drawing/2014/main" id="{0C83EDC1-A4B2-4587-8881-13D92EBF26F1}"/>
              </a:ext>
              <a:ext uri="{C183D7F6-B498-43B3-948B-1728B52AA6E4}">
                <adec:decorative xmlns:adec="http://schemas.microsoft.com/office/drawing/2017/decorative" val="1"/>
              </a:ext>
            </a:extLst>
          </p:cNvPr>
          <p:cNvSpPr>
            <a:spLocks noGrp="1"/>
          </p:cNvSpPr>
          <p:nvPr>
            <p:ph type="ftr" sz="quarter" idx="18"/>
          </p:nvPr>
        </p:nvSpPr>
        <p:spPr/>
        <p:txBody>
          <a:bodyPr/>
          <a:lstStyle/>
          <a:p>
            <a:endParaRPr lang="en-US" noProof="0"/>
          </a:p>
        </p:txBody>
      </p:sp>
      <p:sp>
        <p:nvSpPr>
          <p:cNvPr id="8" name="Slide Number Placeholder 7">
            <a:extLst>
              <a:ext uri="{FF2B5EF4-FFF2-40B4-BE49-F238E27FC236}">
                <a16:creationId xmlns:a16="http://schemas.microsoft.com/office/drawing/2014/main" id="{3BA559EC-71D7-D38C-E651-02ABB03A47D6}"/>
              </a:ext>
              <a:ext uri="{C183D7F6-B498-43B3-948B-1728B52AA6E4}">
                <adec:decorative xmlns:adec="http://schemas.microsoft.com/office/drawing/2017/decorative" val="1"/>
              </a:ext>
            </a:extLst>
          </p:cNvPr>
          <p:cNvSpPr>
            <a:spLocks noGrp="1"/>
          </p:cNvSpPr>
          <p:nvPr>
            <p:ph type="sldNum" sz="quarter" idx="17"/>
          </p:nvPr>
        </p:nvSpPr>
        <p:spPr/>
        <p:txBody>
          <a:bodyPr/>
          <a:lstStyle/>
          <a:p>
            <a:fld id="{525A3C56-E491-49B2-93F3-63532DF516BC}" type="slidenum">
              <a:rPr lang="en-US" noProof="0" smtClean="0"/>
              <a:pPr/>
              <a:t>‹n°›</a:t>
            </a:fld>
            <a:endParaRPr lang="en-US" noProof="0"/>
          </a:p>
        </p:txBody>
      </p:sp>
    </p:spTree>
    <p:extLst>
      <p:ext uri="{BB962C8B-B14F-4D97-AF65-F5344CB8AC3E}">
        <p14:creationId xmlns:p14="http://schemas.microsoft.com/office/powerpoint/2010/main" val="689381014"/>
      </p:ext>
    </p:extLst>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p:cSld name="Section header A">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1" name="Title 1">
            <a:extLst>
              <a:ext uri="{FF2B5EF4-FFF2-40B4-BE49-F238E27FC236}">
                <a16:creationId xmlns:a16="http://schemas.microsoft.com/office/drawing/2014/main" id="{8C605EF0-E4DC-2A4A-909F-D231546F9524}"/>
              </a:ext>
            </a:extLst>
          </p:cNvPr>
          <p:cNvSpPr>
            <a:spLocks noGrp="1"/>
          </p:cNvSpPr>
          <p:nvPr>
            <p:ph type="title" hasCustomPrompt="1"/>
          </p:nvPr>
        </p:nvSpPr>
        <p:spPr bwMode="white">
          <a:xfrm>
            <a:off x="767849" y="635964"/>
            <a:ext cx="6090151" cy="2226506"/>
          </a:xfrm>
        </p:spPr>
        <p:txBody>
          <a:bodyPr>
            <a:noAutofit/>
          </a:bodyPr>
          <a:lstStyle>
            <a:lvl1pPr>
              <a:defRPr sz="4800">
                <a:solidFill>
                  <a:schemeClr val="bg1"/>
                </a:solidFill>
              </a:defRPr>
            </a:lvl1pPr>
          </a:lstStyle>
          <a:p>
            <a:r>
              <a:rPr lang="en-US" noProof="0"/>
              <a:t>Section divider slide – click to add title </a:t>
            </a:r>
          </a:p>
        </p:txBody>
      </p:sp>
      <p:sp>
        <p:nvSpPr>
          <p:cNvPr id="13" name="Subtitle 2"/>
          <p:cNvSpPr>
            <a:spLocks noGrp="1"/>
          </p:cNvSpPr>
          <p:nvPr>
            <p:ph type="subTitle" idx="1" hasCustomPrompt="1"/>
          </p:nvPr>
        </p:nvSpPr>
        <p:spPr bwMode="white">
          <a:xfrm>
            <a:off x="775705" y="3119636"/>
            <a:ext cx="6082295" cy="2051078"/>
          </a:xfrm>
          <a:prstGeom prst="rect">
            <a:avLst/>
          </a:prstGeom>
        </p:spPr>
        <p:txBody>
          <a:bodyPr lIns="0" tIns="0" rIns="0" bIns="0" anchor="t" anchorCtr="0">
            <a:noAutofit/>
          </a:bodyPr>
          <a:lstStyle>
            <a:lvl1pPr marL="0" indent="0" algn="l">
              <a:spcBef>
                <a:spcPct val="0"/>
              </a:spcBef>
              <a:buNone/>
              <a:defRPr sz="2400" b="1">
                <a:solidFill>
                  <a:schemeClr val="bg1"/>
                </a:solidFill>
                <a:latin typeface="+mn-lt"/>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noProof="0"/>
              <a:t>Click to add subtitle, if required</a:t>
            </a:r>
          </a:p>
        </p:txBody>
      </p:sp>
      <p:sp>
        <p:nvSpPr>
          <p:cNvPr id="2" name="Footer Placeholder 1">
            <a:extLst>
              <a:ext uri="{FF2B5EF4-FFF2-40B4-BE49-F238E27FC236}">
                <a16:creationId xmlns:a16="http://schemas.microsoft.com/office/drawing/2014/main" id="{D2588DA8-BB1F-017C-4B48-DD35E9D72041}"/>
              </a:ext>
              <a:ext uri="{C183D7F6-B498-43B3-948B-1728B52AA6E4}">
                <adec:decorative xmlns:adec="http://schemas.microsoft.com/office/drawing/2017/decorative" val="1"/>
              </a:ext>
            </a:extLst>
          </p:cNvPr>
          <p:cNvSpPr>
            <a:spLocks noGrp="1"/>
          </p:cNvSpPr>
          <p:nvPr>
            <p:ph type="ftr" sz="quarter" idx="13"/>
          </p:nvPr>
        </p:nvSpPr>
        <p:spPr/>
        <p:txBody>
          <a:bodyPr/>
          <a:lstStyle/>
          <a:p>
            <a:endParaRPr lang="en-US" noProof="0"/>
          </a:p>
        </p:txBody>
      </p:sp>
      <p:sp>
        <p:nvSpPr>
          <p:cNvPr id="6" name="Slide Number Placeholder 5">
            <a:extLst>
              <a:ext uri="{FF2B5EF4-FFF2-40B4-BE49-F238E27FC236}">
                <a16:creationId xmlns:a16="http://schemas.microsoft.com/office/drawing/2014/main" id="{059168B5-3C81-D649-A62C-3E51DDE9147E}"/>
              </a:ext>
              <a:ext uri="{C183D7F6-B498-43B3-948B-1728B52AA6E4}">
                <adec:decorative xmlns:adec="http://schemas.microsoft.com/office/drawing/2017/decorative" val="1"/>
              </a:ext>
            </a:extLst>
          </p:cNvPr>
          <p:cNvSpPr>
            <a:spLocks noGrp="1"/>
          </p:cNvSpPr>
          <p:nvPr>
            <p:ph type="sldNum" sz="quarter" idx="12"/>
          </p:nvPr>
        </p:nvSpPr>
        <p:spPr/>
        <p:txBody>
          <a:bodyPr/>
          <a:lstStyle/>
          <a:p>
            <a:fld id="{525A3C56-E491-49B2-93F3-63532DF516BC}" type="slidenum">
              <a:rPr lang="en-US" noProof="0" smtClean="0"/>
              <a:pPr/>
              <a:t>‹n°›</a:t>
            </a:fld>
            <a:endParaRPr lang="en-US" noProof="0"/>
          </a:p>
        </p:txBody>
      </p:sp>
    </p:spTree>
    <p:extLst>
      <p:ext uri="{BB962C8B-B14F-4D97-AF65-F5344CB8AC3E}">
        <p14:creationId xmlns:p14="http://schemas.microsoft.com/office/powerpoint/2010/main" val="426164710"/>
      </p:ext>
    </p:extLst>
  </p:cSld>
  <p:clrMapOvr>
    <a:masterClrMapping/>
  </p:clrMapOvr>
  <p:transition/>
  <p:extLst>
    <p:ext uri="{DCECCB84-F9BA-43D5-87BE-67443E8EF086}">
      <p15:sldGuideLst xmlns:p15="http://schemas.microsoft.com/office/powerpoint/2012/main"/>
    </p:ext>
  </p:extLst>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p:cSld name="Section header B">
    <p:bg>
      <p:bgPr>
        <a:blipFill dpi="0" rotWithShape="1">
          <a:blip r:embed="rId2" cstate="screen">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11" name="Title 1">
            <a:extLst>
              <a:ext uri="{FF2B5EF4-FFF2-40B4-BE49-F238E27FC236}">
                <a16:creationId xmlns:a16="http://schemas.microsoft.com/office/drawing/2014/main" id="{8C605EF0-E4DC-2A4A-909F-D231546F9524}"/>
              </a:ext>
            </a:extLst>
          </p:cNvPr>
          <p:cNvSpPr>
            <a:spLocks noGrp="1"/>
          </p:cNvSpPr>
          <p:nvPr>
            <p:ph type="title" hasCustomPrompt="1"/>
          </p:nvPr>
        </p:nvSpPr>
        <p:spPr bwMode="white">
          <a:xfrm>
            <a:off x="767849" y="635964"/>
            <a:ext cx="6090151" cy="2226506"/>
          </a:xfrm>
        </p:spPr>
        <p:txBody>
          <a:bodyPr>
            <a:noAutofit/>
          </a:bodyPr>
          <a:lstStyle>
            <a:lvl1pPr>
              <a:defRPr sz="4800">
                <a:solidFill>
                  <a:schemeClr val="bg1"/>
                </a:solidFill>
              </a:defRPr>
            </a:lvl1pPr>
          </a:lstStyle>
          <a:p>
            <a:r>
              <a:rPr lang="en-US" noProof="0"/>
              <a:t>Section divider slide – click to add title</a:t>
            </a:r>
          </a:p>
        </p:txBody>
      </p:sp>
      <p:sp>
        <p:nvSpPr>
          <p:cNvPr id="13" name="Subtitle 2"/>
          <p:cNvSpPr>
            <a:spLocks noGrp="1"/>
          </p:cNvSpPr>
          <p:nvPr>
            <p:ph type="subTitle" idx="1" hasCustomPrompt="1"/>
          </p:nvPr>
        </p:nvSpPr>
        <p:spPr bwMode="white">
          <a:xfrm>
            <a:off x="775705" y="3119636"/>
            <a:ext cx="6082295" cy="2051078"/>
          </a:xfrm>
          <a:prstGeom prst="rect">
            <a:avLst/>
          </a:prstGeom>
        </p:spPr>
        <p:txBody>
          <a:bodyPr lIns="0" tIns="0" rIns="0" bIns="0" anchor="t" anchorCtr="0">
            <a:noAutofit/>
          </a:bodyPr>
          <a:lstStyle>
            <a:lvl1pPr marL="0" indent="0" algn="l">
              <a:spcBef>
                <a:spcPct val="0"/>
              </a:spcBef>
              <a:buNone/>
              <a:defRPr sz="2400" b="1">
                <a:solidFill>
                  <a:schemeClr val="bg1"/>
                </a:solidFill>
                <a:latin typeface="+mn-lt"/>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noProof="0"/>
              <a:t>Click to add subtitle, if required</a:t>
            </a:r>
          </a:p>
        </p:txBody>
      </p:sp>
      <p:sp>
        <p:nvSpPr>
          <p:cNvPr id="2" name="Footer Placeholder 1">
            <a:extLst>
              <a:ext uri="{FF2B5EF4-FFF2-40B4-BE49-F238E27FC236}">
                <a16:creationId xmlns:a16="http://schemas.microsoft.com/office/drawing/2014/main" id="{75106692-C87C-3807-E526-517D6A1F536D}"/>
              </a:ext>
              <a:ext uri="{C183D7F6-B498-43B3-948B-1728B52AA6E4}">
                <adec:decorative xmlns:adec="http://schemas.microsoft.com/office/drawing/2017/decorative" val="1"/>
              </a:ext>
            </a:extLst>
          </p:cNvPr>
          <p:cNvSpPr>
            <a:spLocks noGrp="1"/>
          </p:cNvSpPr>
          <p:nvPr>
            <p:ph type="ftr" sz="quarter" idx="13"/>
          </p:nvPr>
        </p:nvSpPr>
        <p:spPr/>
        <p:txBody>
          <a:bodyPr/>
          <a:lstStyle/>
          <a:p>
            <a:endParaRPr lang="en-US" noProof="0"/>
          </a:p>
        </p:txBody>
      </p:sp>
      <p:sp>
        <p:nvSpPr>
          <p:cNvPr id="6" name="Slide Number Placeholder 5">
            <a:extLst>
              <a:ext uri="{FF2B5EF4-FFF2-40B4-BE49-F238E27FC236}">
                <a16:creationId xmlns:a16="http://schemas.microsoft.com/office/drawing/2014/main" id="{6D464952-1AE7-42B0-8B85-9881A9CDCA45}"/>
              </a:ext>
              <a:ext uri="{C183D7F6-B498-43B3-948B-1728B52AA6E4}">
                <adec:decorative xmlns:adec="http://schemas.microsoft.com/office/drawing/2017/decorative" val="1"/>
              </a:ext>
            </a:extLst>
          </p:cNvPr>
          <p:cNvSpPr>
            <a:spLocks noGrp="1"/>
          </p:cNvSpPr>
          <p:nvPr>
            <p:ph type="sldNum" sz="quarter" idx="12"/>
          </p:nvPr>
        </p:nvSpPr>
        <p:spPr/>
        <p:txBody>
          <a:bodyPr/>
          <a:lstStyle/>
          <a:p>
            <a:fld id="{525A3C56-E491-49B2-93F3-63532DF516BC}" type="slidenum">
              <a:rPr lang="en-US" noProof="0" smtClean="0"/>
              <a:pPr/>
              <a:t>‹n°›</a:t>
            </a:fld>
            <a:endParaRPr lang="en-US" noProof="0"/>
          </a:p>
        </p:txBody>
      </p:sp>
    </p:spTree>
    <p:extLst>
      <p:ext uri="{BB962C8B-B14F-4D97-AF65-F5344CB8AC3E}">
        <p14:creationId xmlns:p14="http://schemas.microsoft.com/office/powerpoint/2010/main" val="2300525240"/>
      </p:ext>
    </p:extLst>
  </p:cSld>
  <p:clrMapOvr>
    <a:masterClrMapping/>
  </p:clrMapOvr>
  <p:transition/>
  <p:extLst>
    <p:ext uri="{DCECCB84-F9BA-43D5-87BE-67443E8EF086}">
      <p15:sldGuideLst xmlns:p15="http://schemas.microsoft.com/office/powerpoint/2012/main"/>
    </p:ext>
  </p:extLst>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p:cSld name="Section header A - Cornerston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1" name="Title 1">
            <a:extLst>
              <a:ext uri="{FF2B5EF4-FFF2-40B4-BE49-F238E27FC236}">
                <a16:creationId xmlns:a16="http://schemas.microsoft.com/office/drawing/2014/main" id="{8C605EF0-E4DC-2A4A-909F-D231546F9524}"/>
              </a:ext>
            </a:extLst>
          </p:cNvPr>
          <p:cNvSpPr>
            <a:spLocks noGrp="1"/>
          </p:cNvSpPr>
          <p:nvPr>
            <p:ph type="title" hasCustomPrompt="1"/>
          </p:nvPr>
        </p:nvSpPr>
        <p:spPr bwMode="white">
          <a:xfrm>
            <a:off x="767849" y="635964"/>
            <a:ext cx="6090151" cy="2226506"/>
          </a:xfrm>
        </p:spPr>
        <p:txBody>
          <a:bodyPr>
            <a:noAutofit/>
          </a:bodyPr>
          <a:lstStyle>
            <a:lvl1pPr>
              <a:defRPr sz="4800">
                <a:solidFill>
                  <a:schemeClr val="bg1"/>
                </a:solidFill>
              </a:defRPr>
            </a:lvl1pPr>
          </a:lstStyle>
          <a:p>
            <a:r>
              <a:rPr lang="en-US" noProof="0"/>
              <a:t>Section divider slide – click to add title</a:t>
            </a:r>
          </a:p>
        </p:txBody>
      </p:sp>
      <p:sp>
        <p:nvSpPr>
          <p:cNvPr id="13" name="Subtitle 2"/>
          <p:cNvSpPr>
            <a:spLocks noGrp="1"/>
          </p:cNvSpPr>
          <p:nvPr>
            <p:ph type="subTitle" idx="1" hasCustomPrompt="1"/>
          </p:nvPr>
        </p:nvSpPr>
        <p:spPr bwMode="white">
          <a:xfrm>
            <a:off x="775705" y="3119636"/>
            <a:ext cx="6082295" cy="2051078"/>
          </a:xfrm>
          <a:prstGeom prst="rect">
            <a:avLst/>
          </a:prstGeom>
        </p:spPr>
        <p:txBody>
          <a:bodyPr lIns="0" tIns="0" rIns="0" bIns="0" anchor="t" anchorCtr="0">
            <a:noAutofit/>
          </a:bodyPr>
          <a:lstStyle>
            <a:lvl1pPr marL="0" indent="0" algn="l">
              <a:spcBef>
                <a:spcPct val="0"/>
              </a:spcBef>
              <a:buNone/>
              <a:defRPr sz="2400" b="1">
                <a:solidFill>
                  <a:schemeClr val="bg1"/>
                </a:solidFill>
                <a:latin typeface="+mn-lt"/>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noProof="0"/>
              <a:t>Click to add subtitle, if required</a:t>
            </a:r>
          </a:p>
        </p:txBody>
      </p:sp>
      <p:pic>
        <p:nvPicPr>
          <p:cNvPr id="25" name="Picture 24">
            <a:extLst>
              <a:ext uri="{FF2B5EF4-FFF2-40B4-BE49-F238E27FC236}">
                <a16:creationId xmlns:a16="http://schemas.microsoft.com/office/drawing/2014/main" id="{85DC4374-E81E-9AC6-B5B6-928E2E87F2F2}"/>
              </a:ext>
              <a:ext uri="{C183D7F6-B498-43B3-948B-1728B52AA6E4}">
                <adec:decorative xmlns:adec="http://schemas.microsoft.com/office/drawing/2017/decorative" val="1"/>
              </a:ext>
            </a:extLst>
          </p:cNvPr>
          <p:cNvPicPr>
            <a:picLocks noChangeAspect="1"/>
          </p:cNvPicPr>
          <p:nvPr userDrawn="1"/>
        </p:nvPicPr>
        <p:blipFill rotWithShape="1">
          <a:blip r:embed="rId3" cstate="screen">
            <a:extLst>
              <a:ext uri="{28A0092B-C50C-407E-A947-70E740481C1C}">
                <a14:useLocalDpi xmlns:a14="http://schemas.microsoft.com/office/drawing/2010/main"/>
              </a:ext>
            </a:extLst>
          </a:blip>
          <a:srcRect b="14857"/>
          <a:stretch/>
        </p:blipFill>
        <p:spPr>
          <a:xfrm>
            <a:off x="5943600" y="0"/>
            <a:ext cx="6248400" cy="5977126"/>
          </a:xfrm>
          <a:prstGeom prst="rect">
            <a:avLst/>
          </a:prstGeom>
        </p:spPr>
      </p:pic>
      <p:sp>
        <p:nvSpPr>
          <p:cNvPr id="2" name="Footer Placeholder 1">
            <a:extLst>
              <a:ext uri="{FF2B5EF4-FFF2-40B4-BE49-F238E27FC236}">
                <a16:creationId xmlns:a16="http://schemas.microsoft.com/office/drawing/2014/main" id="{AC493637-F6CE-4459-CCA3-59DD38DA66EE}"/>
              </a:ext>
              <a:ext uri="{C183D7F6-B498-43B3-948B-1728B52AA6E4}">
                <adec:decorative xmlns:adec="http://schemas.microsoft.com/office/drawing/2017/decorative" val="1"/>
              </a:ext>
            </a:extLst>
          </p:cNvPr>
          <p:cNvSpPr>
            <a:spLocks noGrp="1"/>
          </p:cNvSpPr>
          <p:nvPr>
            <p:ph type="ftr" sz="quarter" idx="13"/>
          </p:nvPr>
        </p:nvSpPr>
        <p:spPr/>
        <p:txBody>
          <a:bodyPr/>
          <a:lstStyle/>
          <a:p>
            <a:endParaRPr lang="en-US" noProof="0"/>
          </a:p>
        </p:txBody>
      </p:sp>
      <p:sp>
        <p:nvSpPr>
          <p:cNvPr id="7" name="Slide Number Placeholder 6">
            <a:extLst>
              <a:ext uri="{FF2B5EF4-FFF2-40B4-BE49-F238E27FC236}">
                <a16:creationId xmlns:a16="http://schemas.microsoft.com/office/drawing/2014/main" id="{DD5E60A9-0732-5033-81CC-B1E4E20B600A}"/>
              </a:ext>
              <a:ext uri="{C183D7F6-B498-43B3-948B-1728B52AA6E4}">
                <adec:decorative xmlns:adec="http://schemas.microsoft.com/office/drawing/2017/decorative" val="1"/>
              </a:ext>
            </a:extLst>
          </p:cNvPr>
          <p:cNvSpPr>
            <a:spLocks noGrp="1"/>
          </p:cNvSpPr>
          <p:nvPr>
            <p:ph type="sldNum" sz="quarter" idx="12"/>
          </p:nvPr>
        </p:nvSpPr>
        <p:spPr/>
        <p:txBody>
          <a:bodyPr/>
          <a:lstStyle/>
          <a:p>
            <a:fld id="{525A3C56-E491-49B2-93F3-63532DF516BC}" type="slidenum">
              <a:rPr lang="en-US" noProof="0" smtClean="0"/>
              <a:pPr/>
              <a:t>‹n°›</a:t>
            </a:fld>
            <a:endParaRPr lang="en-US" noProof="0"/>
          </a:p>
        </p:txBody>
      </p:sp>
    </p:spTree>
    <p:extLst>
      <p:ext uri="{BB962C8B-B14F-4D97-AF65-F5344CB8AC3E}">
        <p14:creationId xmlns:p14="http://schemas.microsoft.com/office/powerpoint/2010/main" val="99807827"/>
      </p:ext>
    </p:extLst>
  </p:cSld>
  <p:clrMapOvr>
    <a:masterClrMapping/>
  </p:clrMapOvr>
  <p:transition/>
  <p:extLst>
    <p:ext uri="{DCECCB84-F9BA-43D5-87BE-67443E8EF086}">
      <p15:sldGuideLst xmlns:p15="http://schemas.microsoft.com/office/powerpoint/2012/main"/>
    </p:ext>
  </p:extLst>
</p:sldLayout>
</file>

<file path=ppt/slideLayouts/slideLayout74.xml><?xml version="1.0" encoding="utf-8"?>
<p:sldLayout xmlns:a="http://schemas.openxmlformats.org/drawingml/2006/main" xmlns:r="http://schemas.openxmlformats.org/officeDocument/2006/relationships" xmlns:p="http://schemas.openxmlformats.org/presentationml/2006/main" preserve="1">
  <p:cSld name="Section header B - Cornerston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1" name="Title 1">
            <a:extLst>
              <a:ext uri="{FF2B5EF4-FFF2-40B4-BE49-F238E27FC236}">
                <a16:creationId xmlns:a16="http://schemas.microsoft.com/office/drawing/2014/main" id="{8C605EF0-E4DC-2A4A-909F-D231546F9524}"/>
              </a:ext>
            </a:extLst>
          </p:cNvPr>
          <p:cNvSpPr>
            <a:spLocks noGrp="1"/>
          </p:cNvSpPr>
          <p:nvPr>
            <p:ph type="title" hasCustomPrompt="1"/>
          </p:nvPr>
        </p:nvSpPr>
        <p:spPr bwMode="white">
          <a:xfrm>
            <a:off x="767849" y="635964"/>
            <a:ext cx="6090151" cy="2226506"/>
          </a:xfrm>
        </p:spPr>
        <p:txBody>
          <a:bodyPr>
            <a:noAutofit/>
          </a:bodyPr>
          <a:lstStyle>
            <a:lvl1pPr>
              <a:defRPr sz="4800">
                <a:solidFill>
                  <a:schemeClr val="bg1"/>
                </a:solidFill>
              </a:defRPr>
            </a:lvl1pPr>
          </a:lstStyle>
          <a:p>
            <a:r>
              <a:rPr lang="en-US" noProof="0"/>
              <a:t>Section divider slide – click to add title</a:t>
            </a:r>
          </a:p>
        </p:txBody>
      </p:sp>
      <p:sp>
        <p:nvSpPr>
          <p:cNvPr id="13" name="Subtitle 2"/>
          <p:cNvSpPr>
            <a:spLocks noGrp="1"/>
          </p:cNvSpPr>
          <p:nvPr>
            <p:ph type="subTitle" idx="1" hasCustomPrompt="1"/>
          </p:nvPr>
        </p:nvSpPr>
        <p:spPr bwMode="white">
          <a:xfrm>
            <a:off x="775705" y="3119636"/>
            <a:ext cx="6082295" cy="2051078"/>
          </a:xfrm>
          <a:prstGeom prst="rect">
            <a:avLst/>
          </a:prstGeom>
        </p:spPr>
        <p:txBody>
          <a:bodyPr lIns="0" tIns="0" rIns="0" bIns="0" anchor="t" anchorCtr="0">
            <a:noAutofit/>
          </a:bodyPr>
          <a:lstStyle>
            <a:lvl1pPr marL="0" indent="0" algn="l">
              <a:spcBef>
                <a:spcPct val="0"/>
              </a:spcBef>
              <a:buNone/>
              <a:defRPr sz="2400" b="1">
                <a:solidFill>
                  <a:schemeClr val="bg1"/>
                </a:solidFill>
                <a:latin typeface="+mn-lt"/>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noProof="0"/>
              <a:t>Click to add subtitle, if required</a:t>
            </a:r>
          </a:p>
        </p:txBody>
      </p:sp>
      <p:pic>
        <p:nvPicPr>
          <p:cNvPr id="3" name="Picture 2">
            <a:extLst>
              <a:ext uri="{C183D7F6-B498-43B3-948B-1728B52AA6E4}">
                <adec:decorative xmlns:adec="http://schemas.microsoft.com/office/drawing/2017/decorative" val="1"/>
              </a:ext>
            </a:extLst>
          </p:cNvPr>
          <p:cNvPicPr>
            <a:picLocks noChangeAspect="1"/>
          </p:cNvPicPr>
          <p:nvPr/>
        </p:nvPicPr>
        <p:blipFill rotWithShape="1">
          <a:blip r:embed="rId3" cstate="screen">
            <a:extLst>
              <a:ext uri="{28A0092B-C50C-407E-A947-70E740481C1C}">
                <a14:useLocalDpi xmlns:a14="http://schemas.microsoft.com/office/drawing/2010/main"/>
              </a:ext>
            </a:extLst>
          </a:blip>
          <a:srcRect b="14857"/>
          <a:stretch/>
        </p:blipFill>
        <p:spPr>
          <a:xfrm>
            <a:off x="5943600" y="0"/>
            <a:ext cx="6248400" cy="5977126"/>
          </a:xfrm>
          <a:prstGeom prst="rect">
            <a:avLst/>
          </a:prstGeom>
        </p:spPr>
      </p:pic>
      <p:sp>
        <p:nvSpPr>
          <p:cNvPr id="2" name="Footer Placeholder 1">
            <a:extLst>
              <a:ext uri="{FF2B5EF4-FFF2-40B4-BE49-F238E27FC236}">
                <a16:creationId xmlns:a16="http://schemas.microsoft.com/office/drawing/2014/main" id="{8539E471-216A-F16D-9EED-678F84B8F90D}"/>
              </a:ext>
              <a:ext uri="{C183D7F6-B498-43B3-948B-1728B52AA6E4}">
                <adec:decorative xmlns:adec="http://schemas.microsoft.com/office/drawing/2017/decorative" val="1"/>
              </a:ext>
            </a:extLst>
          </p:cNvPr>
          <p:cNvSpPr>
            <a:spLocks noGrp="1"/>
          </p:cNvSpPr>
          <p:nvPr>
            <p:ph type="ftr" sz="quarter" idx="13"/>
          </p:nvPr>
        </p:nvSpPr>
        <p:spPr/>
        <p:txBody>
          <a:bodyPr/>
          <a:lstStyle/>
          <a:p>
            <a:endParaRPr lang="en-US" noProof="0"/>
          </a:p>
        </p:txBody>
      </p:sp>
      <p:sp>
        <p:nvSpPr>
          <p:cNvPr id="8" name="Slide Number Placeholder 7">
            <a:extLst>
              <a:ext uri="{FF2B5EF4-FFF2-40B4-BE49-F238E27FC236}">
                <a16:creationId xmlns:a16="http://schemas.microsoft.com/office/drawing/2014/main" id="{F005B678-1769-99EA-ECF6-E729115A540D}"/>
              </a:ext>
              <a:ext uri="{C183D7F6-B498-43B3-948B-1728B52AA6E4}">
                <adec:decorative xmlns:adec="http://schemas.microsoft.com/office/drawing/2017/decorative" val="1"/>
              </a:ext>
            </a:extLst>
          </p:cNvPr>
          <p:cNvSpPr>
            <a:spLocks noGrp="1"/>
          </p:cNvSpPr>
          <p:nvPr>
            <p:ph type="sldNum" sz="quarter" idx="12"/>
          </p:nvPr>
        </p:nvSpPr>
        <p:spPr/>
        <p:txBody>
          <a:bodyPr/>
          <a:lstStyle/>
          <a:p>
            <a:fld id="{525A3C56-E491-49B2-93F3-63532DF516BC}" type="slidenum">
              <a:rPr lang="en-US" noProof="0" smtClean="0"/>
              <a:pPr/>
              <a:t>‹n°›</a:t>
            </a:fld>
            <a:endParaRPr lang="en-US" noProof="0"/>
          </a:p>
        </p:txBody>
      </p:sp>
    </p:spTree>
    <p:extLst>
      <p:ext uri="{BB962C8B-B14F-4D97-AF65-F5344CB8AC3E}">
        <p14:creationId xmlns:p14="http://schemas.microsoft.com/office/powerpoint/2010/main" val="2268960216"/>
      </p:ext>
    </p:extLst>
  </p:cSld>
  <p:clrMapOvr>
    <a:masterClrMapping/>
  </p:clrMapOvr>
  <p:transition/>
  <p:extLst>
    <p:ext uri="{DCECCB84-F9BA-43D5-87BE-67443E8EF086}">
      <p15:sldGuideLst xmlns:p15="http://schemas.microsoft.com/office/powerpoint/2012/main"/>
    </p:ext>
  </p:extLst>
</p:sldLayout>
</file>

<file path=ppt/slideLayouts/slideLayout75.xml><?xml version="1.0" encoding="utf-8"?>
<p:sldLayout xmlns:a="http://schemas.openxmlformats.org/drawingml/2006/main" xmlns:r="http://schemas.openxmlformats.org/officeDocument/2006/relationships" xmlns:p="http://schemas.openxmlformats.org/presentationml/2006/main" preserve="1">
  <p:cSld name="Section header gray - Cornerstone">
    <p:bg>
      <p:bgPr>
        <a:blipFill dpi="0" rotWithShape="1">
          <a:blip r:embed="rId2" cstate="screen">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262DDCE2-9F0E-46D3-455B-D0CFFE77DED9}"/>
              </a:ext>
              <a:ext uri="{C183D7F6-B498-43B3-948B-1728B52AA6E4}">
                <adec:decorative xmlns:adec="http://schemas.microsoft.com/office/drawing/2017/decorative" val="1"/>
              </a:ext>
            </a:extLst>
          </p:cNvPr>
          <p:cNvPicPr>
            <a:picLocks noChangeAspect="1"/>
          </p:cNvPicPr>
          <p:nvPr userDrawn="1"/>
        </p:nvPicPr>
        <p:blipFill rotWithShape="1">
          <a:blip r:embed="rId3" cstate="screen">
            <a:extLst>
              <a:ext uri="{28A0092B-C50C-407E-A947-70E740481C1C}">
                <a14:useLocalDpi xmlns:a14="http://schemas.microsoft.com/office/drawing/2010/main"/>
              </a:ext>
            </a:extLst>
          </a:blip>
          <a:srcRect b="14286"/>
          <a:stretch/>
        </p:blipFill>
        <p:spPr>
          <a:xfrm>
            <a:off x="5943600" y="1"/>
            <a:ext cx="6248400" cy="6017241"/>
          </a:xfrm>
          <a:prstGeom prst="rect">
            <a:avLst/>
          </a:prstGeom>
        </p:spPr>
      </p:pic>
      <p:sp>
        <p:nvSpPr>
          <p:cNvPr id="2" name="Footer Placeholder 1">
            <a:extLst>
              <a:ext uri="{FF2B5EF4-FFF2-40B4-BE49-F238E27FC236}">
                <a16:creationId xmlns:a16="http://schemas.microsoft.com/office/drawing/2014/main" id="{055C288E-42E3-955B-BE6D-43C5EAF9E39D}"/>
              </a:ext>
              <a:ext uri="{C183D7F6-B498-43B3-948B-1728B52AA6E4}">
                <adec:decorative xmlns:adec="http://schemas.microsoft.com/office/drawing/2017/decorative" val="1"/>
              </a:ext>
            </a:extLst>
          </p:cNvPr>
          <p:cNvSpPr>
            <a:spLocks noGrp="1"/>
          </p:cNvSpPr>
          <p:nvPr>
            <p:ph type="ftr" sz="quarter" idx="13"/>
          </p:nvPr>
        </p:nvSpPr>
        <p:spPr/>
        <p:txBody>
          <a:bodyPr/>
          <a:lstStyle/>
          <a:p>
            <a:endParaRPr lang="en-US" noProof="0"/>
          </a:p>
        </p:txBody>
      </p:sp>
      <p:sp>
        <p:nvSpPr>
          <p:cNvPr id="7" name="Slide Number Placeholder 6">
            <a:extLst>
              <a:ext uri="{FF2B5EF4-FFF2-40B4-BE49-F238E27FC236}">
                <a16:creationId xmlns:a16="http://schemas.microsoft.com/office/drawing/2014/main" id="{10B65D35-FD44-3A23-5085-583B5C51FD60}"/>
              </a:ext>
              <a:ext uri="{C183D7F6-B498-43B3-948B-1728B52AA6E4}">
                <adec:decorative xmlns:adec="http://schemas.microsoft.com/office/drawing/2017/decorative" val="1"/>
              </a:ext>
            </a:extLst>
          </p:cNvPr>
          <p:cNvSpPr>
            <a:spLocks noGrp="1"/>
          </p:cNvSpPr>
          <p:nvPr>
            <p:ph type="sldNum" sz="quarter" idx="12"/>
          </p:nvPr>
        </p:nvSpPr>
        <p:spPr/>
        <p:txBody>
          <a:bodyPr/>
          <a:lstStyle/>
          <a:p>
            <a:fld id="{525A3C56-E491-49B2-93F3-63532DF516BC}" type="slidenum">
              <a:rPr lang="en-US" noProof="0" smtClean="0"/>
              <a:pPr/>
              <a:t>‹n°›</a:t>
            </a:fld>
            <a:endParaRPr lang="en-US" noProof="0"/>
          </a:p>
        </p:txBody>
      </p:sp>
      <p:sp>
        <p:nvSpPr>
          <p:cNvPr id="11" name="Title 1">
            <a:extLst>
              <a:ext uri="{FF2B5EF4-FFF2-40B4-BE49-F238E27FC236}">
                <a16:creationId xmlns:a16="http://schemas.microsoft.com/office/drawing/2014/main" id="{8C605EF0-E4DC-2A4A-909F-D231546F9524}"/>
              </a:ext>
            </a:extLst>
          </p:cNvPr>
          <p:cNvSpPr>
            <a:spLocks noGrp="1"/>
          </p:cNvSpPr>
          <p:nvPr>
            <p:ph type="title" hasCustomPrompt="1"/>
          </p:nvPr>
        </p:nvSpPr>
        <p:spPr bwMode="white">
          <a:xfrm>
            <a:off x="767849" y="635964"/>
            <a:ext cx="6090151" cy="2226506"/>
          </a:xfrm>
        </p:spPr>
        <p:txBody>
          <a:bodyPr>
            <a:noAutofit/>
          </a:bodyPr>
          <a:lstStyle>
            <a:lvl1pPr>
              <a:defRPr sz="4800">
                <a:solidFill>
                  <a:schemeClr val="tx1"/>
                </a:solidFill>
              </a:defRPr>
            </a:lvl1pPr>
          </a:lstStyle>
          <a:p>
            <a:r>
              <a:rPr lang="en-US" noProof="0"/>
              <a:t>Section divider slide – click to add title</a:t>
            </a:r>
          </a:p>
        </p:txBody>
      </p:sp>
      <p:sp>
        <p:nvSpPr>
          <p:cNvPr id="13" name="Subtitle 2"/>
          <p:cNvSpPr>
            <a:spLocks noGrp="1"/>
          </p:cNvSpPr>
          <p:nvPr>
            <p:ph type="subTitle" idx="1" hasCustomPrompt="1"/>
          </p:nvPr>
        </p:nvSpPr>
        <p:spPr bwMode="white">
          <a:xfrm>
            <a:off x="775705" y="3119636"/>
            <a:ext cx="6082295" cy="2051078"/>
          </a:xfrm>
          <a:prstGeom prst="rect">
            <a:avLst/>
          </a:prstGeom>
        </p:spPr>
        <p:txBody>
          <a:bodyPr lIns="0" tIns="0" rIns="0" bIns="0" anchor="t" anchorCtr="0">
            <a:noAutofit/>
          </a:bodyPr>
          <a:lstStyle>
            <a:lvl1pPr marL="0" indent="0" algn="l">
              <a:spcBef>
                <a:spcPct val="0"/>
              </a:spcBef>
              <a:buNone/>
              <a:defRPr sz="2400" b="1">
                <a:solidFill>
                  <a:schemeClr val="tx1"/>
                </a:solidFill>
                <a:latin typeface="+mn-lt"/>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noProof="0"/>
              <a:t>Click to add subtitle, if required</a:t>
            </a:r>
          </a:p>
        </p:txBody>
      </p:sp>
    </p:spTree>
    <p:extLst>
      <p:ext uri="{BB962C8B-B14F-4D97-AF65-F5344CB8AC3E}">
        <p14:creationId xmlns:p14="http://schemas.microsoft.com/office/powerpoint/2010/main" val="3691103152"/>
      </p:ext>
    </p:extLst>
  </p:cSld>
  <p:clrMapOvr>
    <a:masterClrMapping/>
  </p:clrMapOvr>
  <p:transition/>
  <p:extLst>
    <p:ext uri="{DCECCB84-F9BA-43D5-87BE-67443E8EF086}">
      <p15:sldGuideLst xmlns:p15="http://schemas.microsoft.com/office/powerpoint/2012/main"/>
    </p:ext>
  </p:extLst>
</p:sldLayout>
</file>

<file path=ppt/slideLayouts/slideLayout76.xml><?xml version="1.0" encoding="utf-8"?>
<p:sldLayout xmlns:a="http://schemas.openxmlformats.org/drawingml/2006/main" xmlns:r="http://schemas.openxmlformats.org/officeDocument/2006/relationships" xmlns:p="http://schemas.openxmlformats.org/presentationml/2006/main" preserve="1">
  <p:cSld name="Section header white - Cornerstone">
    <p:bg>
      <p:bgPr>
        <a:solidFill>
          <a:schemeClr val="bg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65088167-3D6D-5E6C-DA5E-C3277ED46067}"/>
              </a:ext>
              <a:ext uri="{C183D7F6-B498-43B3-948B-1728B52AA6E4}">
                <adec:decorative xmlns:adec="http://schemas.microsoft.com/office/drawing/2017/decorative" val="1"/>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b="14286"/>
          <a:stretch/>
        </p:blipFill>
        <p:spPr>
          <a:xfrm>
            <a:off x="5943516" y="0"/>
            <a:ext cx="6248400" cy="6017407"/>
          </a:xfrm>
          <a:prstGeom prst="rect">
            <a:avLst/>
          </a:prstGeom>
        </p:spPr>
      </p:pic>
      <p:sp>
        <p:nvSpPr>
          <p:cNvPr id="2" name="Footer Placeholder 1">
            <a:extLst>
              <a:ext uri="{FF2B5EF4-FFF2-40B4-BE49-F238E27FC236}">
                <a16:creationId xmlns:a16="http://schemas.microsoft.com/office/drawing/2014/main" id="{9542A8DC-D6A9-AE1E-4B2D-94EA32AFA271}"/>
              </a:ext>
              <a:ext uri="{C183D7F6-B498-43B3-948B-1728B52AA6E4}">
                <adec:decorative xmlns:adec="http://schemas.microsoft.com/office/drawing/2017/decorative" val="1"/>
              </a:ext>
            </a:extLst>
          </p:cNvPr>
          <p:cNvSpPr>
            <a:spLocks noGrp="1"/>
          </p:cNvSpPr>
          <p:nvPr>
            <p:ph type="ftr" sz="quarter" idx="13"/>
          </p:nvPr>
        </p:nvSpPr>
        <p:spPr/>
        <p:txBody>
          <a:bodyPr/>
          <a:lstStyle/>
          <a:p>
            <a:endParaRPr lang="en-US" noProof="0"/>
          </a:p>
        </p:txBody>
      </p:sp>
      <p:sp>
        <p:nvSpPr>
          <p:cNvPr id="8" name="Slide Number Placeholder 7">
            <a:extLst>
              <a:ext uri="{FF2B5EF4-FFF2-40B4-BE49-F238E27FC236}">
                <a16:creationId xmlns:a16="http://schemas.microsoft.com/office/drawing/2014/main" id="{31BB1A83-0CD4-B8FB-3185-33E9395D09FB}"/>
              </a:ext>
              <a:ext uri="{C183D7F6-B498-43B3-948B-1728B52AA6E4}">
                <adec:decorative xmlns:adec="http://schemas.microsoft.com/office/drawing/2017/decorative" val="1"/>
              </a:ext>
            </a:extLst>
          </p:cNvPr>
          <p:cNvSpPr>
            <a:spLocks noGrp="1"/>
          </p:cNvSpPr>
          <p:nvPr>
            <p:ph type="sldNum" sz="quarter" idx="12"/>
          </p:nvPr>
        </p:nvSpPr>
        <p:spPr/>
        <p:txBody>
          <a:bodyPr/>
          <a:lstStyle/>
          <a:p>
            <a:fld id="{525A3C56-E491-49B2-93F3-63532DF516BC}" type="slidenum">
              <a:rPr lang="en-US" noProof="0" smtClean="0"/>
              <a:pPr/>
              <a:t>‹n°›</a:t>
            </a:fld>
            <a:endParaRPr lang="en-US" noProof="0"/>
          </a:p>
        </p:txBody>
      </p:sp>
      <p:sp>
        <p:nvSpPr>
          <p:cNvPr id="11" name="Title 1">
            <a:extLst>
              <a:ext uri="{FF2B5EF4-FFF2-40B4-BE49-F238E27FC236}">
                <a16:creationId xmlns:a16="http://schemas.microsoft.com/office/drawing/2014/main" id="{8C605EF0-E4DC-2A4A-909F-D231546F9524}"/>
              </a:ext>
            </a:extLst>
          </p:cNvPr>
          <p:cNvSpPr>
            <a:spLocks noGrp="1"/>
          </p:cNvSpPr>
          <p:nvPr userDrawn="1">
            <p:ph type="title" hasCustomPrompt="1"/>
          </p:nvPr>
        </p:nvSpPr>
        <p:spPr bwMode="white">
          <a:xfrm>
            <a:off x="767849" y="635964"/>
            <a:ext cx="6090151" cy="2226506"/>
          </a:xfrm>
        </p:spPr>
        <p:txBody>
          <a:bodyPr>
            <a:noAutofit/>
          </a:bodyPr>
          <a:lstStyle>
            <a:lvl1pPr>
              <a:defRPr sz="4800">
                <a:solidFill>
                  <a:schemeClr val="tx1"/>
                </a:solidFill>
              </a:defRPr>
            </a:lvl1pPr>
          </a:lstStyle>
          <a:p>
            <a:r>
              <a:rPr lang="en-US" noProof="0"/>
              <a:t>Section divider slide – click to add title</a:t>
            </a:r>
          </a:p>
        </p:txBody>
      </p:sp>
      <p:sp>
        <p:nvSpPr>
          <p:cNvPr id="13" name="Subtitle 2"/>
          <p:cNvSpPr>
            <a:spLocks noGrp="1"/>
          </p:cNvSpPr>
          <p:nvPr userDrawn="1">
            <p:ph type="subTitle" idx="1" hasCustomPrompt="1"/>
          </p:nvPr>
        </p:nvSpPr>
        <p:spPr bwMode="white">
          <a:xfrm>
            <a:off x="775705" y="3119636"/>
            <a:ext cx="6082295" cy="2051078"/>
          </a:xfrm>
          <a:prstGeom prst="rect">
            <a:avLst/>
          </a:prstGeom>
        </p:spPr>
        <p:txBody>
          <a:bodyPr lIns="0" tIns="0" rIns="0" bIns="0" anchor="t" anchorCtr="0">
            <a:noAutofit/>
          </a:bodyPr>
          <a:lstStyle>
            <a:lvl1pPr marL="0" indent="0" algn="l">
              <a:spcBef>
                <a:spcPct val="0"/>
              </a:spcBef>
              <a:buNone/>
              <a:defRPr sz="2400" b="1">
                <a:solidFill>
                  <a:schemeClr val="tx1"/>
                </a:solidFill>
                <a:latin typeface="+mn-lt"/>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noProof="0"/>
              <a:t>Click to add subtitle, if required</a:t>
            </a:r>
          </a:p>
        </p:txBody>
      </p:sp>
    </p:spTree>
    <p:extLst>
      <p:ext uri="{BB962C8B-B14F-4D97-AF65-F5344CB8AC3E}">
        <p14:creationId xmlns:p14="http://schemas.microsoft.com/office/powerpoint/2010/main" val="428093006"/>
      </p:ext>
    </p:extLst>
  </p:cSld>
  <p:clrMapOvr>
    <a:masterClrMapping/>
  </p:clrMapOvr>
  <p:transition/>
  <p:extLst>
    <p:ext uri="{DCECCB84-F9BA-43D5-87BE-67443E8EF086}">
      <p15:sldGuideLst xmlns:p15="http://schemas.microsoft.com/office/powerpoint/2012/main"/>
    </p:ext>
  </p:extLst>
</p:sldLayout>
</file>

<file path=ppt/slideLayouts/slideLayout77.xml><?xml version="1.0" encoding="utf-8"?>
<p:sldLayout xmlns:a="http://schemas.openxmlformats.org/drawingml/2006/main" xmlns:r="http://schemas.openxmlformats.org/officeDocument/2006/relationships" xmlns:p="http://schemas.openxmlformats.org/presentationml/2006/main" preserve="1" userDrawn="1">
  <p:cSld name="Read Only 6">
    <p:bg>
      <p:bgPr>
        <a:solidFill>
          <a:schemeClr val="tx1"/>
        </a:solidFill>
        <a:effectLst/>
      </p:bgPr>
    </p:bg>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8539E471-216A-F16D-9EED-678F84B8F90D}"/>
              </a:ext>
              <a:ext uri="{C183D7F6-B498-43B3-948B-1728B52AA6E4}">
                <adec:decorative xmlns:adec="http://schemas.microsoft.com/office/drawing/2017/decorative" val="1"/>
              </a:ext>
            </a:extLst>
          </p:cNvPr>
          <p:cNvSpPr>
            <a:spLocks noGrp="1"/>
          </p:cNvSpPr>
          <p:nvPr>
            <p:ph type="ftr" sz="quarter" idx="13"/>
          </p:nvPr>
        </p:nvSpPr>
        <p:spPr/>
        <p:txBody>
          <a:bodyPr/>
          <a:lstStyle/>
          <a:p>
            <a:endParaRPr lang="en-US" noProof="0"/>
          </a:p>
        </p:txBody>
      </p:sp>
      <p:sp>
        <p:nvSpPr>
          <p:cNvPr id="8" name="Slide Number Placeholder 7">
            <a:extLst>
              <a:ext uri="{FF2B5EF4-FFF2-40B4-BE49-F238E27FC236}">
                <a16:creationId xmlns:a16="http://schemas.microsoft.com/office/drawing/2014/main" id="{F005B678-1769-99EA-ECF6-E729115A540D}"/>
              </a:ext>
              <a:ext uri="{C183D7F6-B498-43B3-948B-1728B52AA6E4}">
                <adec:decorative xmlns:adec="http://schemas.microsoft.com/office/drawing/2017/decorative" val="1"/>
              </a:ext>
            </a:extLst>
          </p:cNvPr>
          <p:cNvSpPr>
            <a:spLocks noGrp="1"/>
          </p:cNvSpPr>
          <p:nvPr>
            <p:ph type="sldNum" sz="quarter" idx="12"/>
          </p:nvPr>
        </p:nvSpPr>
        <p:spPr/>
        <p:txBody>
          <a:bodyPr/>
          <a:lstStyle/>
          <a:p>
            <a:fld id="{525A3C56-E491-49B2-93F3-63532DF516BC}" type="slidenum">
              <a:rPr lang="en-US" noProof="0" smtClean="0"/>
              <a:pPr/>
              <a:t>‹n°›</a:t>
            </a:fld>
            <a:endParaRPr lang="en-US" noProof="0"/>
          </a:p>
        </p:txBody>
      </p:sp>
      <p:sp>
        <p:nvSpPr>
          <p:cNvPr id="4" name="TextBox 3">
            <a:extLst>
              <a:ext uri="{FF2B5EF4-FFF2-40B4-BE49-F238E27FC236}">
                <a16:creationId xmlns:a16="http://schemas.microsoft.com/office/drawing/2014/main" id="{BCED8B9F-977E-4292-9524-3F0A97972769}"/>
              </a:ext>
            </a:extLst>
          </p:cNvPr>
          <p:cNvSpPr txBox="1"/>
          <p:nvPr userDrawn="1"/>
        </p:nvSpPr>
        <p:spPr>
          <a:xfrm>
            <a:off x="0" y="0"/>
            <a:ext cx="12192000" cy="6858000"/>
          </a:xfrm>
          <a:prstGeom prst="rect">
            <a:avLst/>
          </a:prstGeom>
          <a:solidFill>
            <a:srgbClr val="333333"/>
          </a:solidFill>
        </p:spPr>
        <p:txBody>
          <a:bodyPr vert="horz" wrap="square" lIns="0" tIns="0" rIns="0" bIns="0" rtlCol="0" anchor="ctr" anchorCtr="0">
            <a:normAutofit/>
          </a:bodyPr>
          <a:lstStyle/>
          <a:p>
            <a:pPr algn="ctr"/>
            <a:r>
              <a:rPr lang="en-US" sz="16600" noProof="0">
                <a:solidFill>
                  <a:schemeClr val="bg1"/>
                </a:solidFill>
              </a:rPr>
              <a:t>Closing layouts</a:t>
            </a:r>
            <a:endParaRPr lang="en-US" sz="16600">
              <a:solidFill>
                <a:schemeClr val="bg1"/>
              </a:solidFill>
            </a:endParaRPr>
          </a:p>
        </p:txBody>
      </p:sp>
    </p:spTree>
    <p:extLst>
      <p:ext uri="{BB962C8B-B14F-4D97-AF65-F5344CB8AC3E}">
        <p14:creationId xmlns:p14="http://schemas.microsoft.com/office/powerpoint/2010/main" val="678054219"/>
      </p:ext>
    </p:extLst>
  </p:cSld>
  <p:clrMapOvr>
    <a:masterClrMapping/>
  </p:clrMapOvr>
  <p:transition/>
  <p:extLst>
    <p:ext uri="{DCECCB84-F9BA-43D5-87BE-67443E8EF086}">
      <p15:sldGuideLst xmlns:p15="http://schemas.microsoft.com/office/powerpoint/2012/main"/>
    </p:ext>
  </p:extLst>
</p:sldLayout>
</file>

<file path=ppt/slideLayouts/slideLayout78.xml><?xml version="1.0" encoding="utf-8"?>
<p:sldLayout xmlns:a="http://schemas.openxmlformats.org/drawingml/2006/main" xmlns:r="http://schemas.openxmlformats.org/officeDocument/2006/relationships" xmlns:p="http://schemas.openxmlformats.org/presentationml/2006/main" preserve="1" userDrawn="1">
  <p:cSld name="Closing slide A – Cornerstone bkg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3" name="Title 12">
            <a:extLst>
              <a:ext uri="{FF2B5EF4-FFF2-40B4-BE49-F238E27FC236}">
                <a16:creationId xmlns:a16="http://schemas.microsoft.com/office/drawing/2014/main" id="{116B254F-7AF8-F46D-A858-71F2ECB98139}"/>
              </a:ext>
            </a:extLst>
          </p:cNvPr>
          <p:cNvSpPr>
            <a:spLocks noGrp="1"/>
          </p:cNvSpPr>
          <p:nvPr>
            <p:ph type="title" hasCustomPrompt="1"/>
          </p:nvPr>
        </p:nvSpPr>
        <p:spPr>
          <a:xfrm>
            <a:off x="1524000" y="1892808"/>
            <a:ext cx="9144000" cy="576072"/>
          </a:xfrm>
        </p:spPr>
        <p:txBody>
          <a:bodyPr anchor="ctr" anchorCtr="0">
            <a:normAutofit/>
          </a:bodyPr>
          <a:lstStyle>
            <a:lvl1pPr algn="ctr">
              <a:defRPr sz="2400" b="1">
                <a:solidFill>
                  <a:sysClr val="windowText" lastClr="000000"/>
                </a:solidFill>
              </a:defRPr>
            </a:lvl1pPr>
          </a:lstStyle>
          <a:p>
            <a:r>
              <a:rPr lang="en-US" noProof="0"/>
              <a:t>Click to add text</a:t>
            </a:r>
          </a:p>
        </p:txBody>
      </p:sp>
      <p:sp>
        <p:nvSpPr>
          <p:cNvPr id="9" name="Rectangle 8">
            <a:extLst>
              <a:ext uri="{C183D7F6-B498-43B3-948B-1728B52AA6E4}">
                <adec:decorative xmlns:adec="http://schemas.microsoft.com/office/drawing/2017/decorative" val="1"/>
              </a:ext>
            </a:extLst>
          </p:cNvPr>
          <p:cNvSpPr/>
          <p:nvPr/>
        </p:nvSpPr>
        <p:spPr bwMode="gray">
          <a:xfrm>
            <a:off x="5714999" y="1527975"/>
            <a:ext cx="762000" cy="72000"/>
          </a:xfrm>
          <a:prstGeom prst="rect">
            <a:avLst/>
          </a:prstGeom>
          <a:gradFill>
            <a:gsLst>
              <a:gs pos="0">
                <a:srgbClr val="E31937"/>
              </a:gs>
              <a:gs pos="60000">
                <a:srgbClr val="A82465"/>
              </a:gs>
              <a:gs pos="100000">
                <a:srgbClr val="5236AB"/>
              </a:gs>
            </a:gsLst>
            <a:lin ang="0" scaled="1"/>
          </a:gradFill>
          <a:ln w="9525" algn="ctr">
            <a:noFill/>
            <a:miter lim="800000"/>
            <a:headEnd/>
            <a:tailEnd/>
          </a:ln>
          <a:effectLst/>
        </p:spPr>
        <p:txBody>
          <a:bodyPr lIns="63500" tIns="0" rIns="64800" bIns="0" rtlCol="0" anchor="ctr"/>
          <a:lstStyle/>
          <a:p>
            <a:pPr algn="ctr">
              <a:spcBef>
                <a:spcPct val="0"/>
              </a:spcBef>
              <a:buClrTx/>
              <a:buSzPct val="90000"/>
            </a:pPr>
            <a:endParaRPr lang="en-US" sz="1600" b="1" noProof="0">
              <a:solidFill>
                <a:schemeClr val="bg1"/>
              </a:solidFill>
              <a:cs typeface="Arial" pitchFamily="34" charset="0"/>
            </a:endParaRPr>
          </a:p>
        </p:txBody>
      </p:sp>
      <p:sp>
        <p:nvSpPr>
          <p:cNvPr id="5" name="Text Placeholder 16">
            <a:extLst>
              <a:ext uri="{FF2B5EF4-FFF2-40B4-BE49-F238E27FC236}">
                <a16:creationId xmlns:a16="http://schemas.microsoft.com/office/drawing/2014/main" id="{3F66BB57-CD32-9246-EBE9-D2ACB62844AD}"/>
              </a:ext>
            </a:extLst>
          </p:cNvPr>
          <p:cNvSpPr>
            <a:spLocks noGrp="1"/>
          </p:cNvSpPr>
          <p:nvPr>
            <p:ph type="body" sz="quarter" idx="10" hasCustomPrompt="1"/>
          </p:nvPr>
        </p:nvSpPr>
        <p:spPr>
          <a:xfrm>
            <a:off x="1524000" y="2559050"/>
            <a:ext cx="9144000" cy="3024000"/>
          </a:xfrm>
          <a:prstGeom prst="rect">
            <a:avLst/>
          </a:prstGeom>
        </p:spPr>
        <p:txBody>
          <a:bodyPr lIns="0" tIns="0" rIns="0" bIns="0"/>
          <a:lstStyle>
            <a:lvl1pPr marL="0" indent="0" algn="ctr">
              <a:buFontTx/>
              <a:buNone/>
              <a:defRPr sz="2000"/>
            </a:lvl1pPr>
            <a:lvl2pPr algn="ctr">
              <a:defRPr/>
            </a:lvl2pPr>
            <a:lvl3pPr algn="ctr">
              <a:defRPr/>
            </a:lvl3pPr>
            <a:lvl4pPr algn="ctr">
              <a:defRPr/>
            </a:lvl4pPr>
            <a:lvl5pPr algn="ctr">
              <a:defRPr/>
            </a:lvl5pPr>
          </a:lstStyle>
          <a:p>
            <a:pPr lvl="0"/>
            <a:r>
              <a:rPr lang="en-US" noProof="0"/>
              <a:t>Insert content or thank you message. Resize text as needed.</a:t>
            </a:r>
          </a:p>
        </p:txBody>
      </p:sp>
      <p:sp>
        <p:nvSpPr>
          <p:cNvPr id="2" name="Footer Placeholder 1">
            <a:extLst>
              <a:ext uri="{FF2B5EF4-FFF2-40B4-BE49-F238E27FC236}">
                <a16:creationId xmlns:a16="http://schemas.microsoft.com/office/drawing/2014/main" id="{7FD0C541-2265-F894-DDB6-03F495E227E6}"/>
              </a:ext>
              <a:ext uri="{C183D7F6-B498-43B3-948B-1728B52AA6E4}">
                <adec:decorative xmlns:adec="http://schemas.microsoft.com/office/drawing/2017/decorative" val="1"/>
              </a:ext>
            </a:extLst>
          </p:cNvPr>
          <p:cNvSpPr>
            <a:spLocks noGrp="1"/>
          </p:cNvSpPr>
          <p:nvPr>
            <p:ph type="ftr" sz="quarter" idx="40"/>
          </p:nvPr>
        </p:nvSpPr>
        <p:spPr/>
        <p:txBody>
          <a:bodyPr/>
          <a:lstStyle/>
          <a:p>
            <a:endParaRPr lang="en-US" noProof="0"/>
          </a:p>
        </p:txBody>
      </p:sp>
      <p:sp>
        <p:nvSpPr>
          <p:cNvPr id="7" name="Slide Number Placeholder 6">
            <a:extLst>
              <a:ext uri="{FF2B5EF4-FFF2-40B4-BE49-F238E27FC236}">
                <a16:creationId xmlns:a16="http://schemas.microsoft.com/office/drawing/2014/main" id="{0A5A640E-6C5B-7F2E-95FA-63A881976C23}"/>
              </a:ext>
              <a:ext uri="{C183D7F6-B498-43B3-948B-1728B52AA6E4}">
                <adec:decorative xmlns:adec="http://schemas.microsoft.com/office/drawing/2017/decorative" val="1"/>
              </a:ext>
            </a:extLst>
          </p:cNvPr>
          <p:cNvSpPr>
            <a:spLocks noGrp="1"/>
          </p:cNvSpPr>
          <p:nvPr>
            <p:ph type="sldNum" sz="quarter" idx="39"/>
          </p:nvPr>
        </p:nvSpPr>
        <p:spPr/>
        <p:txBody>
          <a:bodyPr/>
          <a:lstStyle/>
          <a:p>
            <a:fld id="{525A3C56-E491-49B2-93F3-63532DF516BC}" type="slidenum">
              <a:rPr lang="en-US" noProof="0" smtClean="0"/>
              <a:pPr/>
              <a:t>‹n°›</a:t>
            </a:fld>
            <a:endParaRPr lang="en-US" noProof="0"/>
          </a:p>
        </p:txBody>
      </p:sp>
    </p:spTree>
    <p:extLst>
      <p:ext uri="{BB962C8B-B14F-4D97-AF65-F5344CB8AC3E}">
        <p14:creationId xmlns:p14="http://schemas.microsoft.com/office/powerpoint/2010/main" val="1931484636"/>
      </p:ext>
    </p:extLst>
  </p:cSld>
  <p:clrMapOvr>
    <a:masterClrMapping/>
  </p:clrMapOvr>
  <p:transition/>
</p:sldLayout>
</file>

<file path=ppt/slideLayouts/slideLayout79.xml><?xml version="1.0" encoding="utf-8"?>
<p:sldLayout xmlns:a="http://schemas.openxmlformats.org/drawingml/2006/main" xmlns:r="http://schemas.openxmlformats.org/officeDocument/2006/relationships" xmlns:p="http://schemas.openxmlformats.org/presentationml/2006/main" preserve="1" userDrawn="1">
  <p:cSld name="Closing slide B – Cornerstone bkg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3" name="Title 12">
            <a:extLst>
              <a:ext uri="{FF2B5EF4-FFF2-40B4-BE49-F238E27FC236}">
                <a16:creationId xmlns:a16="http://schemas.microsoft.com/office/drawing/2014/main" id="{116B254F-7AF8-F46D-A858-71F2ECB98139}"/>
              </a:ext>
            </a:extLst>
          </p:cNvPr>
          <p:cNvSpPr>
            <a:spLocks noGrp="1"/>
          </p:cNvSpPr>
          <p:nvPr>
            <p:ph type="title" hasCustomPrompt="1"/>
          </p:nvPr>
        </p:nvSpPr>
        <p:spPr>
          <a:xfrm>
            <a:off x="1524000" y="1892808"/>
            <a:ext cx="9144000" cy="576072"/>
          </a:xfrm>
        </p:spPr>
        <p:txBody>
          <a:bodyPr anchor="ctr" anchorCtr="0">
            <a:normAutofit/>
          </a:bodyPr>
          <a:lstStyle>
            <a:lvl1pPr algn="ctr">
              <a:defRPr sz="2400" b="1">
                <a:solidFill>
                  <a:sysClr val="windowText" lastClr="000000"/>
                </a:solidFill>
              </a:defRPr>
            </a:lvl1pPr>
          </a:lstStyle>
          <a:p>
            <a:r>
              <a:rPr lang="en-US" noProof="0"/>
              <a:t>Click to add text</a:t>
            </a:r>
          </a:p>
        </p:txBody>
      </p:sp>
      <p:sp>
        <p:nvSpPr>
          <p:cNvPr id="9" name="Rectangle 8">
            <a:extLst>
              <a:ext uri="{C183D7F6-B498-43B3-948B-1728B52AA6E4}">
                <adec:decorative xmlns:adec="http://schemas.microsoft.com/office/drawing/2017/decorative" val="1"/>
              </a:ext>
            </a:extLst>
          </p:cNvPr>
          <p:cNvSpPr/>
          <p:nvPr/>
        </p:nvSpPr>
        <p:spPr bwMode="gray">
          <a:xfrm>
            <a:off x="5714999" y="1527975"/>
            <a:ext cx="762000" cy="72000"/>
          </a:xfrm>
          <a:prstGeom prst="rect">
            <a:avLst/>
          </a:prstGeom>
          <a:gradFill>
            <a:gsLst>
              <a:gs pos="0">
                <a:srgbClr val="FFCDD2"/>
              </a:gs>
              <a:gs pos="33000">
                <a:srgbClr val="FF6A00"/>
              </a:gs>
              <a:gs pos="66000">
                <a:srgbClr val="E31937"/>
              </a:gs>
              <a:gs pos="100000">
                <a:srgbClr val="991F3D"/>
              </a:gs>
            </a:gsLst>
            <a:lin ang="0" scaled="1"/>
          </a:gradFill>
          <a:ln w="9525" algn="ctr">
            <a:noFill/>
            <a:miter lim="800000"/>
            <a:headEnd/>
            <a:tailEnd/>
          </a:ln>
          <a:effectLst/>
        </p:spPr>
        <p:txBody>
          <a:bodyPr lIns="63500" tIns="0" rIns="64800" bIns="0" rtlCol="0" anchor="ctr"/>
          <a:lstStyle/>
          <a:p>
            <a:pPr algn="ctr">
              <a:spcBef>
                <a:spcPct val="0"/>
              </a:spcBef>
              <a:buClrTx/>
              <a:buSzPct val="90000"/>
            </a:pPr>
            <a:endParaRPr lang="en-US" sz="1600" b="1" noProof="0">
              <a:solidFill>
                <a:schemeClr val="bg1"/>
              </a:solidFill>
              <a:cs typeface="Arial" pitchFamily="34" charset="0"/>
            </a:endParaRPr>
          </a:p>
        </p:txBody>
      </p:sp>
      <p:sp>
        <p:nvSpPr>
          <p:cNvPr id="5" name="Text Placeholder 16">
            <a:extLst>
              <a:ext uri="{FF2B5EF4-FFF2-40B4-BE49-F238E27FC236}">
                <a16:creationId xmlns:a16="http://schemas.microsoft.com/office/drawing/2014/main" id="{3F66BB57-CD32-9246-EBE9-D2ACB62844AD}"/>
              </a:ext>
            </a:extLst>
          </p:cNvPr>
          <p:cNvSpPr>
            <a:spLocks noGrp="1"/>
          </p:cNvSpPr>
          <p:nvPr>
            <p:ph type="body" sz="quarter" idx="10" hasCustomPrompt="1"/>
          </p:nvPr>
        </p:nvSpPr>
        <p:spPr>
          <a:xfrm>
            <a:off x="1524000" y="2559050"/>
            <a:ext cx="9144000" cy="3024000"/>
          </a:xfrm>
          <a:prstGeom prst="rect">
            <a:avLst/>
          </a:prstGeom>
        </p:spPr>
        <p:txBody>
          <a:bodyPr lIns="0" tIns="0" rIns="0" bIns="0"/>
          <a:lstStyle>
            <a:lvl1pPr marL="0" indent="0" algn="ctr">
              <a:buFontTx/>
              <a:buNone/>
              <a:defRPr sz="2000"/>
            </a:lvl1pPr>
            <a:lvl2pPr algn="ctr">
              <a:defRPr/>
            </a:lvl2pPr>
            <a:lvl3pPr algn="ctr">
              <a:defRPr/>
            </a:lvl3pPr>
            <a:lvl4pPr algn="ctr">
              <a:defRPr/>
            </a:lvl4pPr>
            <a:lvl5pPr algn="ctr">
              <a:defRPr/>
            </a:lvl5pPr>
          </a:lstStyle>
          <a:p>
            <a:pPr lvl="0"/>
            <a:r>
              <a:rPr lang="en-US" noProof="0"/>
              <a:t>Insert content or thank you message. Resize text as needed.</a:t>
            </a:r>
          </a:p>
        </p:txBody>
      </p:sp>
      <p:sp>
        <p:nvSpPr>
          <p:cNvPr id="2" name="Footer Placeholder 1">
            <a:extLst>
              <a:ext uri="{FF2B5EF4-FFF2-40B4-BE49-F238E27FC236}">
                <a16:creationId xmlns:a16="http://schemas.microsoft.com/office/drawing/2014/main" id="{0757972F-F2B7-2039-F70F-0D0BC2FC3E66}"/>
              </a:ext>
              <a:ext uri="{C183D7F6-B498-43B3-948B-1728B52AA6E4}">
                <adec:decorative xmlns:adec="http://schemas.microsoft.com/office/drawing/2017/decorative" val="1"/>
              </a:ext>
            </a:extLst>
          </p:cNvPr>
          <p:cNvSpPr>
            <a:spLocks noGrp="1"/>
          </p:cNvSpPr>
          <p:nvPr>
            <p:ph type="ftr" sz="quarter" idx="40"/>
          </p:nvPr>
        </p:nvSpPr>
        <p:spPr/>
        <p:txBody>
          <a:bodyPr/>
          <a:lstStyle/>
          <a:p>
            <a:endParaRPr lang="en-US" noProof="0"/>
          </a:p>
        </p:txBody>
      </p:sp>
      <p:sp>
        <p:nvSpPr>
          <p:cNvPr id="7" name="Slide Number Placeholder 6">
            <a:extLst>
              <a:ext uri="{FF2B5EF4-FFF2-40B4-BE49-F238E27FC236}">
                <a16:creationId xmlns:a16="http://schemas.microsoft.com/office/drawing/2014/main" id="{0A5A640E-6C5B-7F2E-95FA-63A881976C23}"/>
              </a:ext>
              <a:ext uri="{C183D7F6-B498-43B3-948B-1728B52AA6E4}">
                <adec:decorative xmlns:adec="http://schemas.microsoft.com/office/drawing/2017/decorative" val="1"/>
              </a:ext>
            </a:extLst>
          </p:cNvPr>
          <p:cNvSpPr>
            <a:spLocks noGrp="1"/>
          </p:cNvSpPr>
          <p:nvPr>
            <p:ph type="sldNum" sz="quarter" idx="39"/>
          </p:nvPr>
        </p:nvSpPr>
        <p:spPr/>
        <p:txBody>
          <a:bodyPr/>
          <a:lstStyle/>
          <a:p>
            <a:fld id="{525A3C56-E491-49B2-93F3-63532DF516BC}" type="slidenum">
              <a:rPr lang="en-US" noProof="0" smtClean="0"/>
              <a:pPr/>
              <a:t>‹n°›</a:t>
            </a:fld>
            <a:endParaRPr lang="en-US" noProof="0"/>
          </a:p>
        </p:txBody>
      </p:sp>
    </p:spTree>
    <p:extLst>
      <p:ext uri="{BB962C8B-B14F-4D97-AF65-F5344CB8AC3E}">
        <p14:creationId xmlns:p14="http://schemas.microsoft.com/office/powerpoint/2010/main" val="413942756"/>
      </p:ext>
    </p:extLst>
  </p:cSld>
  <p:clrMapOvr>
    <a:masterClrMapping/>
  </p:clrMapOvr>
  <p:transition/>
</p:sldLayout>
</file>

<file path=ppt/slideLayouts/slideLayout80.xml><?xml version="1.0" encoding="utf-8"?>
<p:sldLayout xmlns:a="http://schemas.openxmlformats.org/drawingml/2006/main" xmlns:r="http://schemas.openxmlformats.org/officeDocument/2006/relationships" xmlns:p="http://schemas.openxmlformats.org/presentationml/2006/main" preserve="1" userDrawn="1">
  <p:cSld name="Closing slide A – Contact us">
    <p:spTree>
      <p:nvGrpSpPr>
        <p:cNvPr id="1" name=""/>
        <p:cNvGrpSpPr/>
        <p:nvPr/>
      </p:nvGrpSpPr>
      <p:grpSpPr>
        <a:xfrm>
          <a:off x="0" y="0"/>
          <a:ext cx="0" cy="0"/>
          <a:chOff x="0" y="0"/>
          <a:chExt cx="0" cy="0"/>
        </a:xfrm>
      </p:grpSpPr>
      <p:sp>
        <p:nvSpPr>
          <p:cNvPr id="6" name="Title Placeholder 1">
            <a:extLst>
              <a:ext uri="{FF2B5EF4-FFF2-40B4-BE49-F238E27FC236}">
                <a16:creationId xmlns:a16="http://schemas.microsoft.com/office/drawing/2014/main" id="{54351994-C110-F943-BA9E-AB717123F9E4}"/>
              </a:ext>
            </a:extLst>
          </p:cNvPr>
          <p:cNvSpPr>
            <a:spLocks noGrp="1"/>
          </p:cNvSpPr>
          <p:nvPr>
            <p:ph type="title" hasCustomPrompt="1"/>
          </p:nvPr>
        </p:nvSpPr>
        <p:spPr>
          <a:xfrm>
            <a:off x="766762" y="2219794"/>
            <a:ext cx="10658475" cy="920750"/>
          </a:xfrm>
          <a:prstGeom prst="rect">
            <a:avLst/>
          </a:prstGeom>
        </p:spPr>
        <p:txBody>
          <a:bodyPr vert="horz" lIns="0" tIns="0" rIns="0" bIns="0" rtlCol="0" anchor="b" anchorCtr="0">
            <a:noAutofit/>
          </a:bodyPr>
          <a:lstStyle>
            <a:lvl1pPr>
              <a:defRPr/>
            </a:lvl1pPr>
          </a:lstStyle>
          <a:p>
            <a:r>
              <a:rPr lang="en-US" noProof="0"/>
              <a:t>Closing contact us slide (gradient A) – click to add title</a:t>
            </a:r>
          </a:p>
        </p:txBody>
      </p:sp>
      <p:grpSp>
        <p:nvGrpSpPr>
          <p:cNvPr id="3" name="Group 2">
            <a:extLst>
              <a:ext uri="{FF2B5EF4-FFF2-40B4-BE49-F238E27FC236}">
                <a16:creationId xmlns:a16="http://schemas.microsoft.com/office/drawing/2014/main" id="{3F95883B-41B1-4F38-1D0A-9E5ECCDB003A}"/>
              </a:ext>
              <a:ext uri="{C183D7F6-B498-43B3-948B-1728B52AA6E4}">
                <adec:decorative xmlns:adec="http://schemas.microsoft.com/office/drawing/2017/decorative" val="1"/>
              </a:ext>
            </a:extLst>
          </p:cNvPr>
          <p:cNvGrpSpPr/>
          <p:nvPr userDrawn="1"/>
        </p:nvGrpSpPr>
        <p:grpSpPr>
          <a:xfrm>
            <a:off x="0" y="3492450"/>
            <a:ext cx="12193200" cy="2600375"/>
            <a:chOff x="0" y="3492450"/>
            <a:chExt cx="12193200" cy="2600375"/>
          </a:xfrm>
        </p:grpSpPr>
        <p:sp>
          <p:nvSpPr>
            <p:cNvPr id="12" name="TextBox 11">
              <a:extLst>
                <a:ext uri="{FF2B5EF4-FFF2-40B4-BE49-F238E27FC236}">
                  <a16:creationId xmlns:a16="http://schemas.microsoft.com/office/drawing/2014/main" id="{1F614509-D299-6819-DE99-999B1432D4BE}"/>
                </a:ext>
                <a:ext uri="{C183D7F6-B498-43B3-948B-1728B52AA6E4}">
                  <adec:decorative xmlns:adec="http://schemas.microsoft.com/office/drawing/2017/decorative" val="1"/>
                </a:ext>
              </a:extLst>
            </p:cNvPr>
            <p:cNvSpPr txBox="1">
              <a:spLocks/>
            </p:cNvSpPr>
            <p:nvPr userDrawn="1"/>
          </p:nvSpPr>
          <p:spPr>
            <a:xfrm>
              <a:off x="0" y="3600450"/>
              <a:ext cx="12192000" cy="2492375"/>
            </a:xfrm>
            <a:prstGeom prst="rect">
              <a:avLst/>
            </a:prstGeom>
            <a:solidFill>
              <a:srgbClr val="F8F8F8"/>
            </a:solidFill>
          </p:spPr>
          <p:txBody>
            <a:bodyPr vert="horz" wrap="square" lIns="0" tIns="0" rIns="0" bIns="0" rtlCol="0" anchor="t" anchorCtr="0">
              <a:normAutofit/>
            </a:bodyPr>
            <a:lstStyle/>
            <a:p>
              <a:pPr algn="l"/>
              <a:endParaRPr lang="en-US" noProof="0"/>
            </a:p>
          </p:txBody>
        </p:sp>
        <p:sp>
          <p:nvSpPr>
            <p:cNvPr id="13" name="TextBox 12">
              <a:extLst>
                <a:ext uri="{FF2B5EF4-FFF2-40B4-BE49-F238E27FC236}">
                  <a16:creationId xmlns:a16="http://schemas.microsoft.com/office/drawing/2014/main" id="{B700D9F4-8C66-1D95-B888-C102CFAC6774}"/>
                </a:ext>
                <a:ext uri="{C183D7F6-B498-43B3-948B-1728B52AA6E4}">
                  <adec:decorative xmlns:adec="http://schemas.microsoft.com/office/drawing/2017/decorative" val="1"/>
                </a:ext>
              </a:extLst>
            </p:cNvPr>
            <p:cNvSpPr txBox="1">
              <a:spLocks/>
            </p:cNvSpPr>
            <p:nvPr userDrawn="1"/>
          </p:nvSpPr>
          <p:spPr>
            <a:xfrm>
              <a:off x="0" y="3492450"/>
              <a:ext cx="12193200" cy="108000"/>
            </a:xfrm>
            <a:prstGeom prst="rect">
              <a:avLst/>
            </a:prstGeom>
            <a:gradFill>
              <a:gsLst>
                <a:gs pos="0">
                  <a:srgbClr val="E31937"/>
                </a:gs>
                <a:gs pos="60000">
                  <a:srgbClr val="A82465"/>
                </a:gs>
                <a:gs pos="100000">
                  <a:srgbClr val="5236AB"/>
                </a:gs>
              </a:gsLst>
              <a:lin ang="10800000" scaled="0"/>
            </a:gradFill>
          </p:spPr>
          <p:txBody>
            <a:bodyPr vert="horz" wrap="square" lIns="0" tIns="0" rIns="0" bIns="0" rtlCol="0" anchor="t" anchorCtr="0">
              <a:normAutofit fontScale="40000" lnSpcReduction="20000"/>
            </a:bodyPr>
            <a:lstStyle/>
            <a:p>
              <a:pPr algn="l"/>
              <a:endParaRPr lang="en-US" noProof="0"/>
            </a:p>
          </p:txBody>
        </p:sp>
      </p:grpSp>
      <p:sp>
        <p:nvSpPr>
          <p:cNvPr id="4" name="Picture placeholder 5" descr="Photograph of individual who the details in textbox are referencing.">
            <a:extLst>
              <a:ext uri="{FF2B5EF4-FFF2-40B4-BE49-F238E27FC236}">
                <a16:creationId xmlns:a16="http://schemas.microsoft.com/office/drawing/2014/main" id="{03BCFE89-FD15-1E11-B30E-A9928F68DE95}"/>
              </a:ext>
            </a:extLst>
          </p:cNvPr>
          <p:cNvSpPr>
            <a:spLocks noGrp="1" noChangeAspect="1"/>
          </p:cNvSpPr>
          <p:nvPr>
            <p:ph type="pic" sz="quarter" idx="26"/>
          </p:nvPr>
        </p:nvSpPr>
        <p:spPr>
          <a:xfrm>
            <a:off x="853376" y="3966972"/>
            <a:ext cx="996696" cy="996696"/>
          </a:xfrm>
          <a:prstGeom prst="rect">
            <a:avLst/>
          </a:prstGeom>
          <a:noFill/>
          <a:ln w="95250" cmpd="sng">
            <a:solidFill>
              <a:schemeClr val="bg1"/>
            </a:solidFill>
            <a:miter lim="800000"/>
          </a:ln>
          <a:effectLst>
            <a:outerShdw blurRad="152400" dist="50800" dir="2700000" algn="tl" rotWithShape="0">
              <a:schemeClr val="tx1">
                <a:alpha val="25478"/>
              </a:schemeClr>
            </a:outerShdw>
          </a:effectLst>
        </p:spPr>
        <p:txBody>
          <a:bodyPr lIns="91440" tIns="91440" rIns="91440" bIns="91440">
            <a:noAutofit/>
          </a:bodyPr>
          <a:lstStyle>
            <a:lvl1pPr marL="342900" indent="-342900">
              <a:buFont typeface="Arial" panose="020B0604020202020204" pitchFamily="34" charset="0"/>
              <a:buChar char="•"/>
              <a:defRPr lang="fr-FR" sz="1100">
                <a:cs typeface="Arial" pitchFamily="34" charset="0"/>
              </a:defRPr>
            </a:lvl1pPr>
          </a:lstStyle>
          <a:p>
            <a:pPr marL="0" lvl="0" indent="0">
              <a:buNone/>
            </a:pPr>
            <a:r>
              <a:rPr lang="fr-CA" sz="1200" noProof="0">
                <a:cs typeface="Arial" pitchFamily="34" charset="0"/>
              </a:rPr>
              <a:t>Cliquez sur l'icône pour ajouter une image</a:t>
            </a:r>
            <a:endParaRPr lang="en-US" sz="1200" noProof="0" dirty="0">
              <a:cs typeface="Arial" pitchFamily="34" charset="0"/>
            </a:endParaRPr>
          </a:p>
        </p:txBody>
      </p:sp>
      <p:sp>
        <p:nvSpPr>
          <p:cNvPr id="11" name="Text Placeholder 10">
            <a:extLst>
              <a:ext uri="{FF2B5EF4-FFF2-40B4-BE49-F238E27FC236}">
                <a16:creationId xmlns:a16="http://schemas.microsoft.com/office/drawing/2014/main" id="{EFCFA108-69DB-4B07-6998-B1F4F4095906}"/>
              </a:ext>
            </a:extLst>
          </p:cNvPr>
          <p:cNvSpPr>
            <a:spLocks noGrp="1"/>
          </p:cNvSpPr>
          <p:nvPr>
            <p:ph type="body" sz="quarter" idx="62"/>
          </p:nvPr>
        </p:nvSpPr>
        <p:spPr>
          <a:xfrm>
            <a:off x="2287588" y="3902964"/>
            <a:ext cx="3408362" cy="2148840"/>
          </a:xfrm>
          <a:prstGeom prst="rect">
            <a:avLst/>
          </a:prstGeom>
        </p:spPr>
        <p:txBody>
          <a:bodyPr lIns="0" tIns="0" rIns="0" bIns="0"/>
          <a:lstStyle>
            <a:lvl1pPr marL="0" indent="0">
              <a:buNone/>
              <a:defRPr sz="1600"/>
            </a:lvl1pPr>
          </a:lstStyle>
          <a:p>
            <a:pPr lvl="0"/>
            <a:r>
              <a:rPr lang="fr-CA" noProof="0"/>
              <a:t>Cliquez pour modifier les styles du texte du masque</a:t>
            </a:r>
          </a:p>
        </p:txBody>
      </p:sp>
      <p:sp>
        <p:nvSpPr>
          <p:cNvPr id="5" name="Picture placeholder 5" descr="Photograph of individual who the details in textbox are referencing.">
            <a:extLst>
              <a:ext uri="{FF2B5EF4-FFF2-40B4-BE49-F238E27FC236}">
                <a16:creationId xmlns:a16="http://schemas.microsoft.com/office/drawing/2014/main" id="{CC545A77-BA77-E6F6-EBC3-73FBE4CFC458}"/>
              </a:ext>
            </a:extLst>
          </p:cNvPr>
          <p:cNvSpPr>
            <a:spLocks noGrp="1" noChangeAspect="1"/>
          </p:cNvSpPr>
          <p:nvPr>
            <p:ph type="pic" sz="quarter" idx="60"/>
          </p:nvPr>
        </p:nvSpPr>
        <p:spPr>
          <a:xfrm>
            <a:off x="6536690" y="3966972"/>
            <a:ext cx="996696" cy="996696"/>
          </a:xfrm>
          <a:prstGeom prst="rect">
            <a:avLst/>
          </a:prstGeom>
          <a:noFill/>
          <a:ln w="95250" cmpd="sng">
            <a:solidFill>
              <a:schemeClr val="bg1"/>
            </a:solidFill>
            <a:miter lim="800000"/>
          </a:ln>
          <a:effectLst>
            <a:outerShdw blurRad="152400" dist="50800" dir="2700000" algn="tl" rotWithShape="0">
              <a:schemeClr val="tx1">
                <a:alpha val="25478"/>
              </a:schemeClr>
            </a:outerShdw>
          </a:effectLst>
        </p:spPr>
        <p:txBody>
          <a:bodyPr lIns="91440" tIns="91440" rIns="91440" bIns="91440">
            <a:noAutofit/>
          </a:bodyPr>
          <a:lstStyle>
            <a:lvl1pPr marL="342900" indent="-342900">
              <a:buFont typeface="Arial" panose="020B0604020202020204" pitchFamily="34" charset="0"/>
              <a:buChar char="•"/>
              <a:defRPr lang="fr-FR" sz="1100">
                <a:cs typeface="Arial" pitchFamily="34" charset="0"/>
              </a:defRPr>
            </a:lvl1pPr>
          </a:lstStyle>
          <a:p>
            <a:pPr marL="0" lvl="0" indent="0">
              <a:buNone/>
            </a:pPr>
            <a:r>
              <a:rPr lang="fr-CA" sz="1200" noProof="0">
                <a:cs typeface="Arial" pitchFamily="34" charset="0"/>
              </a:rPr>
              <a:t>Cliquez sur l'icône pour ajouter une image</a:t>
            </a:r>
            <a:endParaRPr lang="en-US" sz="1200" noProof="0" dirty="0">
              <a:cs typeface="Arial" pitchFamily="34" charset="0"/>
            </a:endParaRPr>
          </a:p>
        </p:txBody>
      </p:sp>
      <p:sp>
        <p:nvSpPr>
          <p:cNvPr id="14" name="Text Placeholder 10">
            <a:extLst>
              <a:ext uri="{FF2B5EF4-FFF2-40B4-BE49-F238E27FC236}">
                <a16:creationId xmlns:a16="http://schemas.microsoft.com/office/drawing/2014/main" id="{E713A4D5-4317-F6E9-23F6-EDEF281E8896}"/>
              </a:ext>
            </a:extLst>
          </p:cNvPr>
          <p:cNvSpPr>
            <a:spLocks noGrp="1"/>
          </p:cNvSpPr>
          <p:nvPr>
            <p:ph type="body" sz="quarter" idx="63"/>
          </p:nvPr>
        </p:nvSpPr>
        <p:spPr>
          <a:xfrm>
            <a:off x="8016875" y="3903266"/>
            <a:ext cx="3408362" cy="2148840"/>
          </a:xfrm>
          <a:prstGeom prst="rect">
            <a:avLst/>
          </a:prstGeom>
        </p:spPr>
        <p:txBody>
          <a:bodyPr lIns="0" tIns="0" rIns="0" bIns="0"/>
          <a:lstStyle>
            <a:lvl1pPr marL="0" indent="0">
              <a:buNone/>
              <a:defRPr sz="1600"/>
            </a:lvl1pPr>
          </a:lstStyle>
          <a:p>
            <a:pPr lvl="0"/>
            <a:r>
              <a:rPr lang="fr-CA" noProof="0"/>
              <a:t>Cliquez pour modifier les styles du texte du masque</a:t>
            </a:r>
          </a:p>
        </p:txBody>
      </p:sp>
      <p:sp>
        <p:nvSpPr>
          <p:cNvPr id="2" name="Footer Placeholder 1">
            <a:extLst>
              <a:ext uri="{FF2B5EF4-FFF2-40B4-BE49-F238E27FC236}">
                <a16:creationId xmlns:a16="http://schemas.microsoft.com/office/drawing/2014/main" id="{9D21F2AF-DC20-C31D-0076-307B3CAB238D}"/>
              </a:ext>
            </a:extLst>
          </p:cNvPr>
          <p:cNvSpPr>
            <a:spLocks noGrp="1"/>
          </p:cNvSpPr>
          <p:nvPr>
            <p:ph type="ftr" sz="quarter" idx="67"/>
          </p:nvPr>
        </p:nvSpPr>
        <p:spPr/>
        <p:txBody>
          <a:bodyPr/>
          <a:lstStyle/>
          <a:p>
            <a:endParaRPr lang="en-US" noProof="0"/>
          </a:p>
        </p:txBody>
      </p:sp>
      <p:sp>
        <p:nvSpPr>
          <p:cNvPr id="10" name="Slide Number Placeholder 9">
            <a:extLst>
              <a:ext uri="{FF2B5EF4-FFF2-40B4-BE49-F238E27FC236}">
                <a16:creationId xmlns:a16="http://schemas.microsoft.com/office/drawing/2014/main" id="{553AAAF4-091F-0FC5-BBD9-9037C660D57E}"/>
              </a:ext>
              <a:ext uri="{C183D7F6-B498-43B3-948B-1728B52AA6E4}">
                <adec:decorative xmlns:adec="http://schemas.microsoft.com/office/drawing/2017/decorative" val="1"/>
              </a:ext>
            </a:extLst>
          </p:cNvPr>
          <p:cNvSpPr>
            <a:spLocks noGrp="1"/>
          </p:cNvSpPr>
          <p:nvPr>
            <p:ph type="sldNum" sz="quarter" idx="66"/>
          </p:nvPr>
        </p:nvSpPr>
        <p:spPr/>
        <p:txBody>
          <a:bodyPr/>
          <a:lstStyle/>
          <a:p>
            <a:fld id="{525A3C56-E491-49B2-93F3-63532DF516BC}" type="slidenum">
              <a:rPr lang="en-US" noProof="0" smtClean="0"/>
              <a:pPr/>
              <a:t>‹n°›</a:t>
            </a:fld>
            <a:endParaRPr lang="en-US" noProof="0"/>
          </a:p>
        </p:txBody>
      </p:sp>
    </p:spTree>
    <p:extLst>
      <p:ext uri="{BB962C8B-B14F-4D97-AF65-F5344CB8AC3E}">
        <p14:creationId xmlns:p14="http://schemas.microsoft.com/office/powerpoint/2010/main" val="937494046"/>
      </p:ext>
    </p:extLst>
  </p:cSld>
  <p:clrMapOvr>
    <a:masterClrMapping/>
  </p:clrMapOvr>
  <p:transition/>
</p:sldLayout>
</file>

<file path=ppt/slideLayouts/slideLayout81.xml><?xml version="1.0" encoding="utf-8"?>
<p:sldLayout xmlns:a="http://schemas.openxmlformats.org/drawingml/2006/main" xmlns:r="http://schemas.openxmlformats.org/officeDocument/2006/relationships" xmlns:p="http://schemas.openxmlformats.org/presentationml/2006/main" preserve="1" userDrawn="1">
  <p:cSld name="Closing slide B – Contact us">
    <p:spTree>
      <p:nvGrpSpPr>
        <p:cNvPr id="1" name=""/>
        <p:cNvGrpSpPr/>
        <p:nvPr/>
      </p:nvGrpSpPr>
      <p:grpSpPr>
        <a:xfrm>
          <a:off x="0" y="0"/>
          <a:ext cx="0" cy="0"/>
          <a:chOff x="0" y="0"/>
          <a:chExt cx="0" cy="0"/>
        </a:xfrm>
      </p:grpSpPr>
      <p:sp>
        <p:nvSpPr>
          <p:cNvPr id="6" name="Title Placeholder 1">
            <a:extLst>
              <a:ext uri="{FF2B5EF4-FFF2-40B4-BE49-F238E27FC236}">
                <a16:creationId xmlns:a16="http://schemas.microsoft.com/office/drawing/2014/main" id="{54351994-C110-F943-BA9E-AB717123F9E4}"/>
              </a:ext>
            </a:extLst>
          </p:cNvPr>
          <p:cNvSpPr>
            <a:spLocks noGrp="1"/>
          </p:cNvSpPr>
          <p:nvPr>
            <p:ph type="title" hasCustomPrompt="1"/>
          </p:nvPr>
        </p:nvSpPr>
        <p:spPr>
          <a:xfrm>
            <a:off x="766762" y="2219794"/>
            <a:ext cx="10658475" cy="920750"/>
          </a:xfrm>
          <a:prstGeom prst="rect">
            <a:avLst/>
          </a:prstGeom>
        </p:spPr>
        <p:txBody>
          <a:bodyPr vert="horz" lIns="0" tIns="0" rIns="0" bIns="0" rtlCol="0" anchor="b" anchorCtr="0">
            <a:noAutofit/>
          </a:bodyPr>
          <a:lstStyle>
            <a:lvl1pPr>
              <a:defRPr/>
            </a:lvl1pPr>
          </a:lstStyle>
          <a:p>
            <a:r>
              <a:rPr lang="en-US" noProof="0"/>
              <a:t>Closing contact us slide (gradient B) – click to add title</a:t>
            </a:r>
          </a:p>
        </p:txBody>
      </p:sp>
      <p:grpSp>
        <p:nvGrpSpPr>
          <p:cNvPr id="3" name="Group 2">
            <a:extLst>
              <a:ext uri="{FF2B5EF4-FFF2-40B4-BE49-F238E27FC236}">
                <a16:creationId xmlns:a16="http://schemas.microsoft.com/office/drawing/2014/main" id="{4F8F9319-F47E-5209-D96C-8C63C97A1C5E}"/>
              </a:ext>
              <a:ext uri="{C183D7F6-B498-43B3-948B-1728B52AA6E4}">
                <adec:decorative xmlns:adec="http://schemas.microsoft.com/office/drawing/2017/decorative" val="1"/>
              </a:ext>
            </a:extLst>
          </p:cNvPr>
          <p:cNvGrpSpPr/>
          <p:nvPr userDrawn="1"/>
        </p:nvGrpSpPr>
        <p:grpSpPr>
          <a:xfrm>
            <a:off x="0" y="3492450"/>
            <a:ext cx="12193200" cy="2600375"/>
            <a:chOff x="0" y="3492450"/>
            <a:chExt cx="12193200" cy="2600375"/>
          </a:xfrm>
        </p:grpSpPr>
        <p:sp>
          <p:nvSpPr>
            <p:cNvPr id="12" name="TextBox 11">
              <a:extLst>
                <a:ext uri="{FF2B5EF4-FFF2-40B4-BE49-F238E27FC236}">
                  <a16:creationId xmlns:a16="http://schemas.microsoft.com/office/drawing/2014/main" id="{1F614509-D299-6819-DE99-999B1432D4BE}"/>
                </a:ext>
                <a:ext uri="{C183D7F6-B498-43B3-948B-1728B52AA6E4}">
                  <adec:decorative xmlns:adec="http://schemas.microsoft.com/office/drawing/2017/decorative" val="1"/>
                </a:ext>
              </a:extLst>
            </p:cNvPr>
            <p:cNvSpPr txBox="1">
              <a:spLocks/>
            </p:cNvSpPr>
            <p:nvPr userDrawn="1"/>
          </p:nvSpPr>
          <p:spPr>
            <a:xfrm>
              <a:off x="0" y="3600450"/>
              <a:ext cx="12192000" cy="2492375"/>
            </a:xfrm>
            <a:prstGeom prst="rect">
              <a:avLst/>
            </a:prstGeom>
            <a:solidFill>
              <a:srgbClr val="F8F8F8"/>
            </a:solidFill>
          </p:spPr>
          <p:txBody>
            <a:bodyPr vert="horz" wrap="square" lIns="0" tIns="0" rIns="0" bIns="0" rtlCol="0" anchor="t" anchorCtr="0">
              <a:normAutofit/>
            </a:bodyPr>
            <a:lstStyle/>
            <a:p>
              <a:pPr algn="l"/>
              <a:endParaRPr lang="en-US" noProof="0"/>
            </a:p>
          </p:txBody>
        </p:sp>
        <p:sp>
          <p:nvSpPr>
            <p:cNvPr id="13" name="TextBox 12">
              <a:extLst>
                <a:ext uri="{FF2B5EF4-FFF2-40B4-BE49-F238E27FC236}">
                  <a16:creationId xmlns:a16="http://schemas.microsoft.com/office/drawing/2014/main" id="{B700D9F4-8C66-1D95-B888-C102CFAC6774}"/>
                </a:ext>
                <a:ext uri="{C183D7F6-B498-43B3-948B-1728B52AA6E4}">
                  <adec:decorative xmlns:adec="http://schemas.microsoft.com/office/drawing/2017/decorative" val="1"/>
                </a:ext>
              </a:extLst>
            </p:cNvPr>
            <p:cNvSpPr txBox="1">
              <a:spLocks/>
            </p:cNvSpPr>
            <p:nvPr userDrawn="1"/>
          </p:nvSpPr>
          <p:spPr>
            <a:xfrm>
              <a:off x="0" y="3492450"/>
              <a:ext cx="12193200" cy="108000"/>
            </a:xfrm>
            <a:prstGeom prst="rect">
              <a:avLst/>
            </a:prstGeom>
            <a:gradFill>
              <a:gsLst>
                <a:gs pos="0">
                  <a:srgbClr val="FFCDD2"/>
                </a:gs>
                <a:gs pos="33000">
                  <a:srgbClr val="FF6A00"/>
                </a:gs>
                <a:gs pos="66000">
                  <a:srgbClr val="E31937"/>
                </a:gs>
                <a:gs pos="100000">
                  <a:srgbClr val="991F3D"/>
                </a:gs>
              </a:gsLst>
              <a:lin ang="10800000" scaled="0"/>
            </a:gradFill>
          </p:spPr>
          <p:txBody>
            <a:bodyPr vert="horz" wrap="square" lIns="0" tIns="0" rIns="0" bIns="0" rtlCol="0" anchor="t" anchorCtr="0">
              <a:normAutofit fontScale="40000" lnSpcReduction="20000"/>
            </a:bodyPr>
            <a:lstStyle/>
            <a:p>
              <a:pPr algn="l"/>
              <a:endParaRPr lang="en-US" noProof="0"/>
            </a:p>
          </p:txBody>
        </p:sp>
      </p:grpSp>
      <p:sp>
        <p:nvSpPr>
          <p:cNvPr id="4" name="Picture placeholder 5" descr="Photograph of individual who the details in textbox are referencing.">
            <a:extLst>
              <a:ext uri="{FF2B5EF4-FFF2-40B4-BE49-F238E27FC236}">
                <a16:creationId xmlns:a16="http://schemas.microsoft.com/office/drawing/2014/main" id="{03BCFE89-FD15-1E11-B30E-A9928F68DE95}"/>
              </a:ext>
            </a:extLst>
          </p:cNvPr>
          <p:cNvSpPr>
            <a:spLocks noGrp="1" noChangeAspect="1"/>
          </p:cNvSpPr>
          <p:nvPr>
            <p:ph type="pic" sz="quarter" idx="26"/>
          </p:nvPr>
        </p:nvSpPr>
        <p:spPr>
          <a:xfrm>
            <a:off x="850582" y="3966972"/>
            <a:ext cx="996696" cy="996696"/>
          </a:xfrm>
          <a:prstGeom prst="rect">
            <a:avLst/>
          </a:prstGeom>
          <a:noFill/>
          <a:ln w="95250" cmpd="sng">
            <a:solidFill>
              <a:schemeClr val="bg1"/>
            </a:solidFill>
            <a:miter lim="800000"/>
          </a:ln>
          <a:effectLst>
            <a:outerShdw blurRad="152400" dist="50800" dir="2700000" algn="tl" rotWithShape="0">
              <a:schemeClr val="tx1">
                <a:alpha val="25478"/>
              </a:schemeClr>
            </a:outerShdw>
          </a:effectLst>
        </p:spPr>
        <p:txBody>
          <a:bodyPr lIns="91440" tIns="91440" rIns="91440" bIns="91440">
            <a:noAutofit/>
          </a:bodyPr>
          <a:lstStyle>
            <a:lvl1pPr marL="342900" indent="-342900">
              <a:buFont typeface="Arial" panose="020B0604020202020204" pitchFamily="34" charset="0"/>
              <a:buChar char="•"/>
              <a:defRPr lang="fr-FR" sz="1100">
                <a:cs typeface="Arial" pitchFamily="34" charset="0"/>
              </a:defRPr>
            </a:lvl1pPr>
          </a:lstStyle>
          <a:p>
            <a:pPr marL="0" lvl="0" indent="0">
              <a:buNone/>
            </a:pPr>
            <a:r>
              <a:rPr lang="fr-CA" sz="1200" noProof="0">
                <a:cs typeface="Arial" pitchFamily="34" charset="0"/>
              </a:rPr>
              <a:t>Cliquez sur l'icône pour ajouter une image</a:t>
            </a:r>
            <a:endParaRPr lang="en-US" sz="1200" noProof="0" dirty="0">
              <a:cs typeface="Arial" pitchFamily="34" charset="0"/>
            </a:endParaRPr>
          </a:p>
        </p:txBody>
      </p:sp>
      <p:sp>
        <p:nvSpPr>
          <p:cNvPr id="11" name="Text Placeholder 10">
            <a:extLst>
              <a:ext uri="{FF2B5EF4-FFF2-40B4-BE49-F238E27FC236}">
                <a16:creationId xmlns:a16="http://schemas.microsoft.com/office/drawing/2014/main" id="{EFCFA108-69DB-4B07-6998-B1F4F4095906}"/>
              </a:ext>
            </a:extLst>
          </p:cNvPr>
          <p:cNvSpPr>
            <a:spLocks noGrp="1"/>
          </p:cNvSpPr>
          <p:nvPr>
            <p:ph type="body" sz="quarter" idx="62"/>
          </p:nvPr>
        </p:nvSpPr>
        <p:spPr>
          <a:xfrm>
            <a:off x="2287588" y="3902964"/>
            <a:ext cx="3408362" cy="2148840"/>
          </a:xfrm>
          <a:prstGeom prst="rect">
            <a:avLst/>
          </a:prstGeom>
        </p:spPr>
        <p:txBody>
          <a:bodyPr lIns="0" tIns="0" rIns="0" bIns="0"/>
          <a:lstStyle>
            <a:lvl1pPr marL="0" indent="0">
              <a:buNone/>
              <a:defRPr sz="1600"/>
            </a:lvl1pPr>
          </a:lstStyle>
          <a:p>
            <a:pPr lvl="0"/>
            <a:r>
              <a:rPr lang="fr-CA" noProof="0"/>
              <a:t>Cliquez pour modifier les styles du texte du masque</a:t>
            </a:r>
          </a:p>
        </p:txBody>
      </p:sp>
      <p:sp>
        <p:nvSpPr>
          <p:cNvPr id="5" name="Picture placeholder 5" descr="Photograph of individual who the details in textbox are referencing.">
            <a:extLst>
              <a:ext uri="{FF2B5EF4-FFF2-40B4-BE49-F238E27FC236}">
                <a16:creationId xmlns:a16="http://schemas.microsoft.com/office/drawing/2014/main" id="{CC545A77-BA77-E6F6-EBC3-73FBE4CFC458}"/>
              </a:ext>
            </a:extLst>
          </p:cNvPr>
          <p:cNvSpPr>
            <a:spLocks noGrp="1" noChangeAspect="1"/>
          </p:cNvSpPr>
          <p:nvPr>
            <p:ph type="pic" sz="quarter" idx="60"/>
          </p:nvPr>
        </p:nvSpPr>
        <p:spPr>
          <a:xfrm>
            <a:off x="6533896" y="3966972"/>
            <a:ext cx="996696" cy="996696"/>
          </a:xfrm>
          <a:prstGeom prst="rect">
            <a:avLst/>
          </a:prstGeom>
          <a:noFill/>
          <a:ln w="95250" cmpd="sng">
            <a:solidFill>
              <a:schemeClr val="bg1"/>
            </a:solidFill>
            <a:miter lim="800000"/>
          </a:ln>
          <a:effectLst>
            <a:outerShdw blurRad="152400" dist="50800" dir="2700000" algn="tl" rotWithShape="0">
              <a:schemeClr val="tx1">
                <a:alpha val="25478"/>
              </a:schemeClr>
            </a:outerShdw>
          </a:effectLst>
        </p:spPr>
        <p:txBody>
          <a:bodyPr lIns="91440" tIns="91440" rIns="91440" bIns="91440">
            <a:noAutofit/>
          </a:bodyPr>
          <a:lstStyle>
            <a:lvl1pPr marL="342900" indent="-342900">
              <a:buFont typeface="Arial" panose="020B0604020202020204" pitchFamily="34" charset="0"/>
              <a:buChar char="•"/>
              <a:defRPr lang="fr-FR" sz="1100">
                <a:cs typeface="Arial" pitchFamily="34" charset="0"/>
              </a:defRPr>
            </a:lvl1pPr>
          </a:lstStyle>
          <a:p>
            <a:pPr marL="0" lvl="0" indent="0">
              <a:buNone/>
            </a:pPr>
            <a:r>
              <a:rPr lang="fr-CA" sz="1200" noProof="0">
                <a:cs typeface="Arial" pitchFamily="34" charset="0"/>
              </a:rPr>
              <a:t>Cliquez sur l'icône pour ajouter une image</a:t>
            </a:r>
            <a:endParaRPr lang="en-US" sz="1200" noProof="0" dirty="0">
              <a:cs typeface="Arial" pitchFamily="34" charset="0"/>
            </a:endParaRPr>
          </a:p>
        </p:txBody>
      </p:sp>
      <p:sp>
        <p:nvSpPr>
          <p:cNvPr id="14" name="Text Placeholder 10">
            <a:extLst>
              <a:ext uri="{FF2B5EF4-FFF2-40B4-BE49-F238E27FC236}">
                <a16:creationId xmlns:a16="http://schemas.microsoft.com/office/drawing/2014/main" id="{E713A4D5-4317-F6E9-23F6-EDEF281E8896}"/>
              </a:ext>
            </a:extLst>
          </p:cNvPr>
          <p:cNvSpPr>
            <a:spLocks noGrp="1"/>
          </p:cNvSpPr>
          <p:nvPr>
            <p:ph type="body" sz="quarter" idx="63"/>
          </p:nvPr>
        </p:nvSpPr>
        <p:spPr>
          <a:xfrm>
            <a:off x="8016875" y="3903266"/>
            <a:ext cx="3408362" cy="2148840"/>
          </a:xfrm>
          <a:prstGeom prst="rect">
            <a:avLst/>
          </a:prstGeom>
        </p:spPr>
        <p:txBody>
          <a:bodyPr lIns="0" tIns="0" rIns="0" bIns="0"/>
          <a:lstStyle>
            <a:lvl1pPr marL="0" indent="0">
              <a:buNone/>
              <a:defRPr sz="1600"/>
            </a:lvl1pPr>
          </a:lstStyle>
          <a:p>
            <a:pPr lvl="0"/>
            <a:r>
              <a:rPr lang="fr-CA" noProof="0"/>
              <a:t>Cliquez pour modifier les styles du texte du masque</a:t>
            </a:r>
          </a:p>
        </p:txBody>
      </p:sp>
      <p:sp>
        <p:nvSpPr>
          <p:cNvPr id="2" name="Footer Placeholder 1">
            <a:extLst>
              <a:ext uri="{FF2B5EF4-FFF2-40B4-BE49-F238E27FC236}">
                <a16:creationId xmlns:a16="http://schemas.microsoft.com/office/drawing/2014/main" id="{EB7ECD07-7F27-577F-6C51-E0DCA72AAC3A}"/>
              </a:ext>
            </a:extLst>
          </p:cNvPr>
          <p:cNvSpPr>
            <a:spLocks noGrp="1"/>
          </p:cNvSpPr>
          <p:nvPr>
            <p:ph type="ftr" sz="quarter" idx="67"/>
          </p:nvPr>
        </p:nvSpPr>
        <p:spPr/>
        <p:txBody>
          <a:bodyPr/>
          <a:lstStyle/>
          <a:p>
            <a:endParaRPr lang="en-US" noProof="0"/>
          </a:p>
        </p:txBody>
      </p:sp>
      <p:sp>
        <p:nvSpPr>
          <p:cNvPr id="10" name="Slide Number Placeholder 9">
            <a:extLst>
              <a:ext uri="{FF2B5EF4-FFF2-40B4-BE49-F238E27FC236}">
                <a16:creationId xmlns:a16="http://schemas.microsoft.com/office/drawing/2014/main" id="{6A348394-CEAC-2608-D2C7-1C6D9E8624AE}"/>
              </a:ext>
              <a:ext uri="{C183D7F6-B498-43B3-948B-1728B52AA6E4}">
                <adec:decorative xmlns:adec="http://schemas.microsoft.com/office/drawing/2017/decorative" val="1"/>
              </a:ext>
            </a:extLst>
          </p:cNvPr>
          <p:cNvSpPr>
            <a:spLocks noGrp="1"/>
          </p:cNvSpPr>
          <p:nvPr>
            <p:ph type="sldNum" sz="quarter" idx="66"/>
          </p:nvPr>
        </p:nvSpPr>
        <p:spPr/>
        <p:txBody>
          <a:bodyPr/>
          <a:lstStyle/>
          <a:p>
            <a:fld id="{525A3C56-E491-49B2-93F3-63532DF516BC}" type="slidenum">
              <a:rPr lang="en-US" noProof="0" smtClean="0"/>
              <a:pPr/>
              <a:t>‹n°›</a:t>
            </a:fld>
            <a:endParaRPr lang="en-US" noProof="0"/>
          </a:p>
        </p:txBody>
      </p:sp>
    </p:spTree>
    <p:extLst>
      <p:ext uri="{BB962C8B-B14F-4D97-AF65-F5344CB8AC3E}">
        <p14:creationId xmlns:p14="http://schemas.microsoft.com/office/powerpoint/2010/main" val="3013202458"/>
      </p:ext>
    </p:extLst>
  </p:cSld>
  <p:clrMapOvr>
    <a:masterClrMapping/>
  </p:clrMapOvr>
  <p:transition/>
</p:sldLayout>
</file>

<file path=ppt/slideLayouts/slideLayout82.xml><?xml version="1.0" encoding="utf-8"?>
<p:sldLayout xmlns:a="http://schemas.openxmlformats.org/drawingml/2006/main" xmlns:r="http://schemas.openxmlformats.org/officeDocument/2006/relationships" xmlns:p="http://schemas.openxmlformats.org/presentationml/2006/main" preserve="1" userDrawn="1">
  <p:cSld name="Closing slide A – Logo+Cornerstone">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D04351D-5FDC-BFE0-854C-3134DB0C3A5D}"/>
              </a:ext>
            </a:extLst>
          </p:cNvPr>
          <p:cNvSpPr>
            <a:spLocks noGrp="1"/>
          </p:cNvSpPr>
          <p:nvPr>
            <p:ph type="title" hasCustomPrompt="1"/>
          </p:nvPr>
        </p:nvSpPr>
        <p:spPr>
          <a:xfrm>
            <a:off x="777223" y="770482"/>
            <a:ext cx="6080777" cy="2862072"/>
          </a:xfrm>
          <a:prstGeom prst="rect">
            <a:avLst/>
          </a:prstGeom>
        </p:spPr>
        <p:txBody>
          <a:bodyPr vert="horz" lIns="0" tIns="0" rIns="0" bIns="0" rtlCol="0" anchor="t" anchorCtr="0">
            <a:noAutofit/>
          </a:bodyPr>
          <a:lstStyle>
            <a:lvl1pPr>
              <a:lnSpc>
                <a:spcPct val="80000"/>
              </a:lnSpc>
              <a:defRPr sz="6000">
                <a:solidFill>
                  <a:schemeClr val="tx1"/>
                </a:solidFill>
              </a:defRPr>
            </a:lvl1pPr>
          </a:lstStyle>
          <a:p>
            <a:r>
              <a:rPr lang="en-US" noProof="0"/>
              <a:t>Closing slide (gradient A) – click to add title</a:t>
            </a:r>
          </a:p>
        </p:txBody>
      </p:sp>
      <p:sp>
        <p:nvSpPr>
          <p:cNvPr id="6" name="Text placeholder 2">
            <a:extLst>
              <a:ext uri="{FF2B5EF4-FFF2-40B4-BE49-F238E27FC236}">
                <a16:creationId xmlns:a16="http://schemas.microsoft.com/office/drawing/2014/main" id="{809FFADF-A533-B666-03B7-44FFDD405052}"/>
              </a:ext>
            </a:extLst>
          </p:cNvPr>
          <p:cNvSpPr>
            <a:spLocks noGrp="1"/>
          </p:cNvSpPr>
          <p:nvPr>
            <p:ph type="body" sz="quarter" idx="12" hasCustomPrompt="1"/>
          </p:nvPr>
        </p:nvSpPr>
        <p:spPr>
          <a:xfrm>
            <a:off x="766763" y="3727452"/>
            <a:ext cx="6091237" cy="2016123"/>
          </a:xfrm>
          <a:prstGeom prst="rect">
            <a:avLst/>
          </a:prstGeom>
        </p:spPr>
        <p:txBody>
          <a:bodyPr lIns="0" tIns="0" rIns="0" bIns="0">
            <a:noAutofit/>
          </a:bodyPr>
          <a:lstStyle>
            <a:lvl1pPr marL="0" indent="0">
              <a:spcBef>
                <a:spcPct val="0"/>
              </a:spcBef>
              <a:buNone/>
              <a:defRPr sz="1600"/>
            </a:lvl1pPr>
          </a:lstStyle>
          <a:p>
            <a:pPr lvl="0"/>
            <a:r>
              <a:rPr lang="en-US" noProof="0"/>
              <a:t>To get the latest company description, visit brand.cgi.com &gt; Brand positioning &gt; Company descriptions.</a:t>
            </a:r>
          </a:p>
        </p:txBody>
      </p:sp>
      <p:sp>
        <p:nvSpPr>
          <p:cNvPr id="7" name="Freeform 6">
            <a:extLst>
              <a:ext uri="{FF2B5EF4-FFF2-40B4-BE49-F238E27FC236}">
                <a16:creationId xmlns:a16="http://schemas.microsoft.com/office/drawing/2014/main" id="{32D4678C-2B7C-5FAB-B4AE-FC0F899FD829}"/>
              </a:ext>
              <a:ext uri="{C183D7F6-B498-43B3-948B-1728B52AA6E4}">
                <adec:decorative xmlns:adec="http://schemas.microsoft.com/office/drawing/2017/decorative" val="1"/>
              </a:ext>
            </a:extLst>
          </p:cNvPr>
          <p:cNvSpPr>
            <a:spLocks noChangeAspect="1"/>
          </p:cNvSpPr>
          <p:nvPr userDrawn="1"/>
        </p:nvSpPr>
        <p:spPr bwMode="auto">
          <a:xfrm rot="16200000" flipH="1">
            <a:off x="7620857" y="764318"/>
            <a:ext cx="3813048" cy="3814762"/>
          </a:xfrm>
          <a:custGeom>
            <a:avLst/>
            <a:gdLst>
              <a:gd name="T0" fmla="*/ 0 w 4337"/>
              <a:gd name="T1" fmla="*/ 0 h 4312"/>
              <a:gd name="T2" fmla="*/ 0 w 4337"/>
              <a:gd name="T3" fmla="*/ 4312 h 4312"/>
              <a:gd name="T4" fmla="*/ 4337 w 4337"/>
              <a:gd name="T5" fmla="*/ 4312 h 4312"/>
              <a:gd name="T6" fmla="*/ 4337 w 4337"/>
              <a:gd name="T7" fmla="*/ 2586 h 4312"/>
              <a:gd name="T8" fmla="*/ 1736 w 4337"/>
              <a:gd name="T9" fmla="*/ 2586 h 4312"/>
              <a:gd name="T10" fmla="*/ 1736 w 4337"/>
              <a:gd name="T11" fmla="*/ 0 h 4312"/>
              <a:gd name="T12" fmla="*/ 0 w 4337"/>
              <a:gd name="T13" fmla="*/ 0 h 4312"/>
            </a:gdLst>
            <a:ahLst/>
            <a:cxnLst>
              <a:cxn ang="0">
                <a:pos x="T0" y="T1"/>
              </a:cxn>
              <a:cxn ang="0">
                <a:pos x="T2" y="T3"/>
              </a:cxn>
              <a:cxn ang="0">
                <a:pos x="T4" y="T5"/>
              </a:cxn>
              <a:cxn ang="0">
                <a:pos x="T6" y="T7"/>
              </a:cxn>
              <a:cxn ang="0">
                <a:pos x="T8" y="T9"/>
              </a:cxn>
              <a:cxn ang="0">
                <a:pos x="T10" y="T11"/>
              </a:cxn>
              <a:cxn ang="0">
                <a:pos x="T12" y="T13"/>
              </a:cxn>
            </a:cxnLst>
            <a:rect l="0" t="0" r="r" b="b"/>
            <a:pathLst>
              <a:path w="4337" h="4312">
                <a:moveTo>
                  <a:pt x="0" y="0"/>
                </a:moveTo>
                <a:lnTo>
                  <a:pt x="0" y="4312"/>
                </a:lnTo>
                <a:lnTo>
                  <a:pt x="4337" y="4312"/>
                </a:lnTo>
                <a:lnTo>
                  <a:pt x="4337" y="2586"/>
                </a:lnTo>
                <a:lnTo>
                  <a:pt x="1736" y="2586"/>
                </a:lnTo>
                <a:lnTo>
                  <a:pt x="1736" y="0"/>
                </a:lnTo>
                <a:lnTo>
                  <a:pt x="0" y="0"/>
                </a:lnTo>
                <a:close/>
              </a:path>
            </a:pathLst>
          </a:custGeom>
          <a:gradFill>
            <a:gsLst>
              <a:gs pos="100000">
                <a:srgbClr val="5236AB"/>
              </a:gs>
              <a:gs pos="60000">
                <a:srgbClr val="A82465"/>
              </a:gs>
              <a:gs pos="0">
                <a:srgbClr val="E31937"/>
              </a:gs>
            </a:gsLst>
            <a:lin ang="10800000" scaled="0"/>
          </a:gradFill>
          <a:ln w="9525" algn="ctr">
            <a:noFill/>
            <a:miter lim="800000"/>
          </a:ln>
          <a:effectLst/>
        </p:spPr>
        <p:txBody>
          <a:bodyPr lIns="63500" tIns="0" rIns="64800" bIns="0" rtlCol="0" anchor="ctr">
            <a:noAutofit/>
          </a:bodyPr>
          <a:lstStyle/>
          <a:p>
            <a:pPr lvl="0" algn="ctr">
              <a:spcBef>
                <a:spcPct val="0"/>
              </a:spcBef>
              <a:buClrTx/>
              <a:buSzPct val="90000"/>
            </a:pPr>
            <a:endParaRPr lang="en-US" sz="1600" b="1" noProof="0">
              <a:solidFill>
                <a:schemeClr val="bg1"/>
              </a:solidFill>
              <a:cs typeface="Arial" pitchFamily="34" charset="0"/>
            </a:endParaRPr>
          </a:p>
        </p:txBody>
      </p:sp>
      <p:sp>
        <p:nvSpPr>
          <p:cNvPr id="8" name="Textbox 3">
            <a:extLst>
              <a:ext uri="{FF2B5EF4-FFF2-40B4-BE49-F238E27FC236}">
                <a16:creationId xmlns:a16="http://schemas.microsoft.com/office/drawing/2014/main" id="{A897A659-5409-C506-A5D2-56F65EA48F91}"/>
              </a:ext>
            </a:extLst>
          </p:cNvPr>
          <p:cNvSpPr txBox="1">
            <a:spLocks/>
          </p:cNvSpPr>
          <p:nvPr userDrawn="1"/>
        </p:nvSpPr>
        <p:spPr bwMode="auto">
          <a:xfrm>
            <a:off x="766763" y="5916651"/>
            <a:ext cx="975360" cy="215444"/>
          </a:xfrm>
          <a:prstGeom prst="rect">
            <a:avLst/>
          </a:prstGeom>
          <a:solidFill>
            <a:schemeClr val="bg1"/>
          </a:solidFill>
          <a:ln w="9525" algn="ctr">
            <a:noFill/>
            <a:miter lim="800000"/>
          </a:ln>
          <a:effectLst/>
        </p:spPr>
        <p:txBody>
          <a:bodyPr wrap="square" lIns="0" tIns="0" rIns="0" bIns="0" rtlCol="0">
            <a:noAutofit/>
          </a:bodyPr>
          <a:lstStyle/>
          <a:p>
            <a:r>
              <a:rPr lang="en-US" sz="1400" b="1" noProof="0">
                <a:cs typeface="Arial" pitchFamily="34" charset="0"/>
              </a:rPr>
              <a:t>cgi.com</a:t>
            </a:r>
          </a:p>
        </p:txBody>
      </p:sp>
      <p:pic>
        <p:nvPicPr>
          <p:cNvPr id="9" name="CGI logo" descr="CGI Inc. logo">
            <a:extLst>
              <a:ext uri="{FF2B5EF4-FFF2-40B4-BE49-F238E27FC236}">
                <a16:creationId xmlns:a16="http://schemas.microsoft.com/office/drawing/2014/main" id="{111D3D6F-64DF-AD14-431C-D34E7E845DE9}"/>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9893670" y="5372174"/>
            <a:ext cx="1548659" cy="720650"/>
          </a:xfrm>
          <a:prstGeom prst="rect">
            <a:avLst/>
          </a:prstGeom>
        </p:spPr>
      </p:pic>
      <p:sp>
        <p:nvSpPr>
          <p:cNvPr id="3" name="Footer Placeholder 2">
            <a:extLst>
              <a:ext uri="{FF2B5EF4-FFF2-40B4-BE49-F238E27FC236}">
                <a16:creationId xmlns:a16="http://schemas.microsoft.com/office/drawing/2014/main" id="{7D65D96C-0287-1622-2E72-64E2F7F4656C}"/>
              </a:ext>
            </a:extLst>
          </p:cNvPr>
          <p:cNvSpPr>
            <a:spLocks noGrp="1"/>
          </p:cNvSpPr>
          <p:nvPr>
            <p:ph type="ftr" sz="quarter" idx="16"/>
          </p:nvPr>
        </p:nvSpPr>
        <p:spPr/>
        <p:txBody>
          <a:bodyPr/>
          <a:lstStyle/>
          <a:p>
            <a:endParaRPr lang="en-US" noProof="0"/>
          </a:p>
        </p:txBody>
      </p:sp>
      <p:sp>
        <p:nvSpPr>
          <p:cNvPr id="12" name="Slide Number Placeholder 11">
            <a:extLst>
              <a:ext uri="{FF2B5EF4-FFF2-40B4-BE49-F238E27FC236}">
                <a16:creationId xmlns:a16="http://schemas.microsoft.com/office/drawing/2014/main" id="{534E1B12-770D-3077-3F0A-B9B746C3A430}"/>
              </a:ext>
              <a:ext uri="{C183D7F6-B498-43B3-948B-1728B52AA6E4}">
                <adec:decorative xmlns:adec="http://schemas.microsoft.com/office/drawing/2017/decorative" val="1"/>
              </a:ext>
            </a:extLst>
          </p:cNvPr>
          <p:cNvSpPr>
            <a:spLocks noGrp="1"/>
          </p:cNvSpPr>
          <p:nvPr>
            <p:ph type="sldNum" sz="quarter" idx="15"/>
          </p:nvPr>
        </p:nvSpPr>
        <p:spPr/>
        <p:txBody>
          <a:bodyPr/>
          <a:lstStyle/>
          <a:p>
            <a:fld id="{525A3C56-E491-49B2-93F3-63532DF516BC}" type="slidenum">
              <a:rPr lang="en-US" noProof="0" smtClean="0"/>
              <a:pPr/>
              <a:t>‹n°›</a:t>
            </a:fld>
            <a:endParaRPr lang="en-US" noProof="0"/>
          </a:p>
        </p:txBody>
      </p:sp>
    </p:spTree>
    <p:extLst>
      <p:ext uri="{BB962C8B-B14F-4D97-AF65-F5344CB8AC3E}">
        <p14:creationId xmlns:p14="http://schemas.microsoft.com/office/powerpoint/2010/main" val="558491376"/>
      </p:ext>
    </p:extLst>
  </p:cSld>
  <p:clrMapOvr>
    <a:masterClrMapping/>
  </p:clrMapOvr>
  <p:transition/>
</p:sldLayout>
</file>

<file path=ppt/slideLayouts/slideLayout83.xml><?xml version="1.0" encoding="utf-8"?>
<p:sldLayout xmlns:a="http://schemas.openxmlformats.org/drawingml/2006/main" xmlns:r="http://schemas.openxmlformats.org/officeDocument/2006/relationships" xmlns:p="http://schemas.openxmlformats.org/presentationml/2006/main" preserve="1" userDrawn="1">
  <p:cSld name="Closing slide B – Logo+Cornerstone">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D04351D-5FDC-BFE0-854C-3134DB0C3A5D}"/>
              </a:ext>
            </a:extLst>
          </p:cNvPr>
          <p:cNvSpPr>
            <a:spLocks noGrp="1"/>
          </p:cNvSpPr>
          <p:nvPr>
            <p:ph type="title" hasCustomPrompt="1"/>
          </p:nvPr>
        </p:nvSpPr>
        <p:spPr>
          <a:xfrm>
            <a:off x="768096" y="768096"/>
            <a:ext cx="6080777" cy="2862072"/>
          </a:xfrm>
          <a:prstGeom prst="rect">
            <a:avLst/>
          </a:prstGeom>
        </p:spPr>
        <p:txBody>
          <a:bodyPr vert="horz" lIns="0" tIns="0" rIns="0" bIns="0" rtlCol="0" anchor="t" anchorCtr="0">
            <a:noAutofit/>
          </a:bodyPr>
          <a:lstStyle>
            <a:lvl1pPr>
              <a:lnSpc>
                <a:spcPct val="80000"/>
              </a:lnSpc>
              <a:defRPr sz="6000">
                <a:solidFill>
                  <a:schemeClr val="tx1"/>
                </a:solidFill>
              </a:defRPr>
            </a:lvl1pPr>
          </a:lstStyle>
          <a:p>
            <a:r>
              <a:rPr lang="en-US" noProof="0"/>
              <a:t>Closing slide (gradient B) – click to add title</a:t>
            </a:r>
          </a:p>
        </p:txBody>
      </p:sp>
      <p:sp>
        <p:nvSpPr>
          <p:cNvPr id="6" name="Text placeholder 2">
            <a:extLst>
              <a:ext uri="{FF2B5EF4-FFF2-40B4-BE49-F238E27FC236}">
                <a16:creationId xmlns:a16="http://schemas.microsoft.com/office/drawing/2014/main" id="{809FFADF-A533-B666-03B7-44FFDD405052}"/>
              </a:ext>
            </a:extLst>
          </p:cNvPr>
          <p:cNvSpPr>
            <a:spLocks noGrp="1"/>
          </p:cNvSpPr>
          <p:nvPr>
            <p:ph type="body" sz="quarter" idx="12" hasCustomPrompt="1"/>
          </p:nvPr>
        </p:nvSpPr>
        <p:spPr>
          <a:xfrm>
            <a:off x="766763" y="3727452"/>
            <a:ext cx="6091237" cy="2016123"/>
          </a:xfrm>
          <a:prstGeom prst="rect">
            <a:avLst/>
          </a:prstGeom>
        </p:spPr>
        <p:txBody>
          <a:bodyPr lIns="0" tIns="0" rIns="0" bIns="0">
            <a:noAutofit/>
          </a:bodyPr>
          <a:lstStyle>
            <a:lvl1pPr marL="0" indent="0">
              <a:spcBef>
                <a:spcPct val="0"/>
              </a:spcBef>
              <a:buNone/>
              <a:defRPr sz="1600"/>
            </a:lvl1pPr>
          </a:lstStyle>
          <a:p>
            <a:pPr lvl="0"/>
            <a:r>
              <a:rPr lang="en-US" noProof="0"/>
              <a:t>To get the latest company description, visit brand.cgi.com &gt; Brand positioning &gt; Company descriptions.</a:t>
            </a:r>
          </a:p>
        </p:txBody>
      </p:sp>
      <p:sp>
        <p:nvSpPr>
          <p:cNvPr id="7" name="Freeform 6">
            <a:extLst>
              <a:ext uri="{FF2B5EF4-FFF2-40B4-BE49-F238E27FC236}">
                <a16:creationId xmlns:a16="http://schemas.microsoft.com/office/drawing/2014/main" id="{32D4678C-2B7C-5FAB-B4AE-FC0F899FD829}"/>
              </a:ext>
              <a:ext uri="{C183D7F6-B498-43B3-948B-1728B52AA6E4}">
                <adec:decorative xmlns:adec="http://schemas.microsoft.com/office/drawing/2017/decorative" val="1"/>
              </a:ext>
            </a:extLst>
          </p:cNvPr>
          <p:cNvSpPr>
            <a:spLocks noChangeAspect="1"/>
          </p:cNvSpPr>
          <p:nvPr userDrawn="1"/>
        </p:nvSpPr>
        <p:spPr bwMode="auto">
          <a:xfrm rot="16200000" flipH="1">
            <a:off x="7620857" y="764318"/>
            <a:ext cx="3813048" cy="3814762"/>
          </a:xfrm>
          <a:custGeom>
            <a:avLst/>
            <a:gdLst>
              <a:gd name="T0" fmla="*/ 0 w 4337"/>
              <a:gd name="T1" fmla="*/ 0 h 4312"/>
              <a:gd name="T2" fmla="*/ 0 w 4337"/>
              <a:gd name="T3" fmla="*/ 4312 h 4312"/>
              <a:gd name="T4" fmla="*/ 4337 w 4337"/>
              <a:gd name="T5" fmla="*/ 4312 h 4312"/>
              <a:gd name="T6" fmla="*/ 4337 w 4337"/>
              <a:gd name="T7" fmla="*/ 2586 h 4312"/>
              <a:gd name="T8" fmla="*/ 1736 w 4337"/>
              <a:gd name="T9" fmla="*/ 2586 h 4312"/>
              <a:gd name="T10" fmla="*/ 1736 w 4337"/>
              <a:gd name="T11" fmla="*/ 0 h 4312"/>
              <a:gd name="T12" fmla="*/ 0 w 4337"/>
              <a:gd name="T13" fmla="*/ 0 h 4312"/>
            </a:gdLst>
            <a:ahLst/>
            <a:cxnLst>
              <a:cxn ang="0">
                <a:pos x="T0" y="T1"/>
              </a:cxn>
              <a:cxn ang="0">
                <a:pos x="T2" y="T3"/>
              </a:cxn>
              <a:cxn ang="0">
                <a:pos x="T4" y="T5"/>
              </a:cxn>
              <a:cxn ang="0">
                <a:pos x="T6" y="T7"/>
              </a:cxn>
              <a:cxn ang="0">
                <a:pos x="T8" y="T9"/>
              </a:cxn>
              <a:cxn ang="0">
                <a:pos x="T10" y="T11"/>
              </a:cxn>
              <a:cxn ang="0">
                <a:pos x="T12" y="T13"/>
              </a:cxn>
            </a:cxnLst>
            <a:rect l="0" t="0" r="r" b="b"/>
            <a:pathLst>
              <a:path w="4337" h="4312">
                <a:moveTo>
                  <a:pt x="0" y="0"/>
                </a:moveTo>
                <a:lnTo>
                  <a:pt x="0" y="4312"/>
                </a:lnTo>
                <a:lnTo>
                  <a:pt x="4337" y="4312"/>
                </a:lnTo>
                <a:lnTo>
                  <a:pt x="4337" y="2586"/>
                </a:lnTo>
                <a:lnTo>
                  <a:pt x="1736" y="2586"/>
                </a:lnTo>
                <a:lnTo>
                  <a:pt x="1736" y="0"/>
                </a:lnTo>
                <a:lnTo>
                  <a:pt x="0" y="0"/>
                </a:lnTo>
                <a:close/>
              </a:path>
            </a:pathLst>
          </a:custGeom>
          <a:gradFill>
            <a:gsLst>
              <a:gs pos="100000">
                <a:srgbClr val="991F3D"/>
              </a:gs>
              <a:gs pos="66000">
                <a:srgbClr val="E31937"/>
              </a:gs>
              <a:gs pos="33000">
                <a:srgbClr val="FF6A00"/>
              </a:gs>
              <a:gs pos="0">
                <a:srgbClr val="FFCDD2"/>
              </a:gs>
            </a:gsLst>
            <a:lin ang="0" scaled="0"/>
          </a:gradFill>
          <a:ln w="9525" algn="ctr">
            <a:noFill/>
            <a:miter lim="800000"/>
          </a:ln>
          <a:effectLst/>
        </p:spPr>
        <p:txBody>
          <a:bodyPr lIns="63500" tIns="0" rIns="64800" bIns="0" rtlCol="0" anchor="ctr">
            <a:noAutofit/>
          </a:bodyPr>
          <a:lstStyle/>
          <a:p>
            <a:pPr lvl="0" algn="ctr">
              <a:spcBef>
                <a:spcPct val="0"/>
              </a:spcBef>
              <a:buClrTx/>
              <a:buSzPct val="90000"/>
            </a:pPr>
            <a:endParaRPr lang="en-US" sz="1600" b="1" noProof="0">
              <a:solidFill>
                <a:schemeClr val="bg1"/>
              </a:solidFill>
              <a:cs typeface="Arial" pitchFamily="34" charset="0"/>
            </a:endParaRPr>
          </a:p>
        </p:txBody>
      </p:sp>
      <p:sp>
        <p:nvSpPr>
          <p:cNvPr id="8" name="Textbox 3">
            <a:extLst>
              <a:ext uri="{FF2B5EF4-FFF2-40B4-BE49-F238E27FC236}">
                <a16:creationId xmlns:a16="http://schemas.microsoft.com/office/drawing/2014/main" id="{A897A659-5409-C506-A5D2-56F65EA48F91}"/>
              </a:ext>
            </a:extLst>
          </p:cNvPr>
          <p:cNvSpPr txBox="1">
            <a:spLocks/>
          </p:cNvSpPr>
          <p:nvPr userDrawn="1"/>
        </p:nvSpPr>
        <p:spPr bwMode="auto">
          <a:xfrm>
            <a:off x="766763" y="5916651"/>
            <a:ext cx="975360" cy="215444"/>
          </a:xfrm>
          <a:prstGeom prst="rect">
            <a:avLst/>
          </a:prstGeom>
          <a:solidFill>
            <a:schemeClr val="bg1"/>
          </a:solidFill>
          <a:ln w="9525" algn="ctr">
            <a:noFill/>
            <a:miter lim="800000"/>
          </a:ln>
          <a:effectLst/>
        </p:spPr>
        <p:txBody>
          <a:bodyPr wrap="square" lIns="0" tIns="0" rIns="0" bIns="0" rtlCol="0">
            <a:noAutofit/>
          </a:bodyPr>
          <a:lstStyle/>
          <a:p>
            <a:r>
              <a:rPr lang="en-US" sz="1400" b="1" noProof="0">
                <a:cs typeface="Arial" pitchFamily="34" charset="0"/>
              </a:rPr>
              <a:t>cgi.com</a:t>
            </a:r>
          </a:p>
        </p:txBody>
      </p:sp>
      <p:pic>
        <p:nvPicPr>
          <p:cNvPr id="9" name="CGI logo" descr="CGI Inc. logo">
            <a:extLst>
              <a:ext uri="{FF2B5EF4-FFF2-40B4-BE49-F238E27FC236}">
                <a16:creationId xmlns:a16="http://schemas.microsoft.com/office/drawing/2014/main" id="{111D3D6F-64DF-AD14-431C-D34E7E845DE9}"/>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9893670" y="5372174"/>
            <a:ext cx="1548659" cy="720650"/>
          </a:xfrm>
          <a:prstGeom prst="rect">
            <a:avLst/>
          </a:prstGeom>
        </p:spPr>
      </p:pic>
      <p:sp>
        <p:nvSpPr>
          <p:cNvPr id="3" name="Footer Placeholder 2">
            <a:extLst>
              <a:ext uri="{FF2B5EF4-FFF2-40B4-BE49-F238E27FC236}">
                <a16:creationId xmlns:a16="http://schemas.microsoft.com/office/drawing/2014/main" id="{B3DAC949-1442-A46E-72FA-37EF84DEBA82}"/>
              </a:ext>
            </a:extLst>
          </p:cNvPr>
          <p:cNvSpPr>
            <a:spLocks noGrp="1"/>
          </p:cNvSpPr>
          <p:nvPr>
            <p:ph type="ftr" sz="quarter" idx="16"/>
          </p:nvPr>
        </p:nvSpPr>
        <p:spPr/>
        <p:txBody>
          <a:bodyPr/>
          <a:lstStyle/>
          <a:p>
            <a:endParaRPr lang="en-US" noProof="0"/>
          </a:p>
        </p:txBody>
      </p:sp>
      <p:sp>
        <p:nvSpPr>
          <p:cNvPr id="12" name="Slide Number Placeholder 11">
            <a:extLst>
              <a:ext uri="{FF2B5EF4-FFF2-40B4-BE49-F238E27FC236}">
                <a16:creationId xmlns:a16="http://schemas.microsoft.com/office/drawing/2014/main" id="{CF61C4D7-E521-3636-FC43-E3A3C928D333}"/>
              </a:ext>
              <a:ext uri="{C183D7F6-B498-43B3-948B-1728B52AA6E4}">
                <adec:decorative xmlns:adec="http://schemas.microsoft.com/office/drawing/2017/decorative" val="1"/>
              </a:ext>
            </a:extLst>
          </p:cNvPr>
          <p:cNvSpPr>
            <a:spLocks noGrp="1"/>
          </p:cNvSpPr>
          <p:nvPr>
            <p:ph type="sldNum" sz="quarter" idx="15"/>
          </p:nvPr>
        </p:nvSpPr>
        <p:spPr/>
        <p:txBody>
          <a:bodyPr/>
          <a:lstStyle/>
          <a:p>
            <a:fld id="{525A3C56-E491-49B2-93F3-63532DF516BC}" type="slidenum">
              <a:rPr lang="en-US" noProof="0" smtClean="0"/>
              <a:pPr/>
              <a:t>‹n°›</a:t>
            </a:fld>
            <a:endParaRPr lang="en-US" noProof="0"/>
          </a:p>
        </p:txBody>
      </p:sp>
    </p:spTree>
    <p:extLst>
      <p:ext uri="{BB962C8B-B14F-4D97-AF65-F5344CB8AC3E}">
        <p14:creationId xmlns:p14="http://schemas.microsoft.com/office/powerpoint/2010/main" val="74997735"/>
      </p:ext>
    </p:extLst>
  </p:cSld>
  <p:clrMapOvr>
    <a:masterClrMapping/>
  </p:clrMapOvr>
  <p:transition/>
</p:sldLayout>
</file>

<file path=ppt/slideLayouts/slideLayout84.xml><?xml version="1.0" encoding="utf-8"?>
<p:sldLayout xmlns:a="http://schemas.openxmlformats.org/drawingml/2006/main" xmlns:r="http://schemas.openxmlformats.org/officeDocument/2006/relationships" xmlns:p="http://schemas.openxmlformats.org/presentationml/2006/main" preserve="1" userDrawn="1">
  <p:cSld name="Read Only 7">
    <p:bg>
      <p:bgPr>
        <a:solidFill>
          <a:schemeClr val="tx1"/>
        </a:solidFill>
        <a:effectLst/>
      </p:bgPr>
    </p:bg>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8539E471-216A-F16D-9EED-678F84B8F90D}"/>
              </a:ext>
              <a:ext uri="{C183D7F6-B498-43B3-948B-1728B52AA6E4}">
                <adec:decorative xmlns:adec="http://schemas.microsoft.com/office/drawing/2017/decorative" val="1"/>
              </a:ext>
            </a:extLst>
          </p:cNvPr>
          <p:cNvSpPr>
            <a:spLocks noGrp="1"/>
          </p:cNvSpPr>
          <p:nvPr>
            <p:ph type="ftr" sz="quarter" idx="13"/>
          </p:nvPr>
        </p:nvSpPr>
        <p:spPr/>
        <p:txBody>
          <a:bodyPr/>
          <a:lstStyle/>
          <a:p>
            <a:endParaRPr lang="en-US" noProof="0"/>
          </a:p>
        </p:txBody>
      </p:sp>
      <p:sp>
        <p:nvSpPr>
          <p:cNvPr id="8" name="Slide Number Placeholder 7">
            <a:extLst>
              <a:ext uri="{FF2B5EF4-FFF2-40B4-BE49-F238E27FC236}">
                <a16:creationId xmlns:a16="http://schemas.microsoft.com/office/drawing/2014/main" id="{F005B678-1769-99EA-ECF6-E729115A540D}"/>
              </a:ext>
              <a:ext uri="{C183D7F6-B498-43B3-948B-1728B52AA6E4}">
                <adec:decorative xmlns:adec="http://schemas.microsoft.com/office/drawing/2017/decorative" val="1"/>
              </a:ext>
            </a:extLst>
          </p:cNvPr>
          <p:cNvSpPr>
            <a:spLocks noGrp="1"/>
          </p:cNvSpPr>
          <p:nvPr>
            <p:ph type="sldNum" sz="quarter" idx="12"/>
          </p:nvPr>
        </p:nvSpPr>
        <p:spPr/>
        <p:txBody>
          <a:bodyPr/>
          <a:lstStyle/>
          <a:p>
            <a:fld id="{525A3C56-E491-49B2-93F3-63532DF516BC}" type="slidenum">
              <a:rPr lang="en-US" noProof="0" smtClean="0"/>
              <a:pPr/>
              <a:t>‹n°›</a:t>
            </a:fld>
            <a:endParaRPr lang="en-US" noProof="0"/>
          </a:p>
        </p:txBody>
      </p:sp>
      <p:sp>
        <p:nvSpPr>
          <p:cNvPr id="4" name="TextBox 3">
            <a:extLst>
              <a:ext uri="{FF2B5EF4-FFF2-40B4-BE49-F238E27FC236}">
                <a16:creationId xmlns:a16="http://schemas.microsoft.com/office/drawing/2014/main" id="{BCED8B9F-977E-4292-9524-3F0A97972769}"/>
              </a:ext>
            </a:extLst>
          </p:cNvPr>
          <p:cNvSpPr txBox="1"/>
          <p:nvPr userDrawn="1"/>
        </p:nvSpPr>
        <p:spPr>
          <a:xfrm>
            <a:off x="0" y="0"/>
            <a:ext cx="12192000" cy="6858000"/>
          </a:xfrm>
          <a:prstGeom prst="rect">
            <a:avLst/>
          </a:prstGeom>
          <a:solidFill>
            <a:srgbClr val="333333"/>
          </a:solidFill>
        </p:spPr>
        <p:txBody>
          <a:bodyPr vert="horz" wrap="square" lIns="0" tIns="0" rIns="0" bIns="0" rtlCol="0" anchor="ctr" anchorCtr="0">
            <a:normAutofit/>
          </a:bodyPr>
          <a:lstStyle/>
          <a:p>
            <a:pPr algn="ctr"/>
            <a:r>
              <a:rPr lang="en-US" sz="16600" noProof="0">
                <a:solidFill>
                  <a:schemeClr val="bg1"/>
                </a:solidFill>
              </a:rPr>
              <a:t>Ready-to-use slides</a:t>
            </a:r>
            <a:endParaRPr lang="en-US" sz="16600">
              <a:solidFill>
                <a:schemeClr val="bg1"/>
              </a:solidFill>
            </a:endParaRPr>
          </a:p>
        </p:txBody>
      </p:sp>
    </p:spTree>
    <p:extLst>
      <p:ext uri="{BB962C8B-B14F-4D97-AF65-F5344CB8AC3E}">
        <p14:creationId xmlns:p14="http://schemas.microsoft.com/office/powerpoint/2010/main" val="1906927898"/>
      </p:ext>
    </p:extLst>
  </p:cSld>
  <p:clrMapOvr>
    <a:masterClrMapping/>
  </p:clrMapOvr>
  <p:transition/>
  <p:extLst>
    <p:ext uri="{DCECCB84-F9BA-43D5-87BE-67443E8EF086}">
      <p15:sldGuideLst xmlns:p15="http://schemas.microsoft.com/office/powerpoint/2012/main"/>
    </p:ext>
  </p:extLst>
</p:sldLayout>
</file>

<file path=ppt/slideLayouts/slideLayout85.xml><?xml version="1.0" encoding="utf-8"?>
<p:sldLayout xmlns:a="http://schemas.openxmlformats.org/drawingml/2006/main" xmlns:r="http://schemas.openxmlformats.org/officeDocument/2006/relationships" xmlns:p="http://schemas.openxmlformats.org/presentationml/2006/main" preserve="1" userDrawn="1">
  <p:cSld name="Q&amp;A - Cornerstone">
    <p:bg>
      <p:bgPr>
        <a:solidFill>
          <a:schemeClr val="bg1"/>
        </a:solidFill>
        <a:effectLst/>
      </p:bgPr>
    </p:bg>
    <p:spTree>
      <p:nvGrpSpPr>
        <p:cNvPr id="1" name=""/>
        <p:cNvGrpSpPr/>
        <p:nvPr/>
      </p:nvGrpSpPr>
      <p:grpSpPr>
        <a:xfrm>
          <a:off x="0" y="0"/>
          <a:ext cx="0" cy="0"/>
          <a:chOff x="0" y="0"/>
          <a:chExt cx="0" cy="0"/>
        </a:xfrm>
      </p:grpSpPr>
      <p:sp>
        <p:nvSpPr>
          <p:cNvPr id="11" name="Title 1">
            <a:extLst>
              <a:ext uri="{FF2B5EF4-FFF2-40B4-BE49-F238E27FC236}">
                <a16:creationId xmlns:a16="http://schemas.microsoft.com/office/drawing/2014/main" id="{8C605EF0-E4DC-2A4A-909F-D231546F9524}"/>
              </a:ext>
            </a:extLst>
          </p:cNvPr>
          <p:cNvSpPr>
            <a:spLocks noGrp="1"/>
          </p:cNvSpPr>
          <p:nvPr userDrawn="1">
            <p:ph type="title" hasCustomPrompt="1"/>
          </p:nvPr>
        </p:nvSpPr>
        <p:spPr bwMode="white">
          <a:xfrm>
            <a:off x="767849" y="612111"/>
            <a:ext cx="6090151" cy="2226506"/>
          </a:xfrm>
        </p:spPr>
        <p:txBody>
          <a:bodyPr>
            <a:noAutofit/>
          </a:bodyPr>
          <a:lstStyle>
            <a:lvl1pPr>
              <a:defRPr sz="4800">
                <a:solidFill>
                  <a:schemeClr val="tx1"/>
                </a:solidFill>
              </a:defRPr>
            </a:lvl1pPr>
          </a:lstStyle>
          <a:p>
            <a:r>
              <a:rPr lang="en-US" noProof="0"/>
              <a:t>Q&amp;A</a:t>
            </a:r>
          </a:p>
        </p:txBody>
      </p:sp>
      <p:pic>
        <p:nvPicPr>
          <p:cNvPr id="3" name="Picture 2">
            <a:extLst>
              <a:ext uri="{FF2B5EF4-FFF2-40B4-BE49-F238E27FC236}">
                <a16:creationId xmlns:a16="http://schemas.microsoft.com/office/drawing/2014/main" id="{65088167-3D6D-5E6C-DA5E-C3277ED46067}"/>
              </a:ext>
              <a:ext uri="{C183D7F6-B498-43B3-948B-1728B52AA6E4}">
                <adec:decorative xmlns:adec="http://schemas.microsoft.com/office/drawing/2017/decorative" val="1"/>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b="14286"/>
          <a:stretch/>
        </p:blipFill>
        <p:spPr>
          <a:xfrm>
            <a:off x="5943516" y="0"/>
            <a:ext cx="6248400" cy="6017407"/>
          </a:xfrm>
          <a:prstGeom prst="rect">
            <a:avLst/>
          </a:prstGeom>
        </p:spPr>
      </p:pic>
      <p:sp>
        <p:nvSpPr>
          <p:cNvPr id="2" name="Footer Placeholder 1">
            <a:extLst>
              <a:ext uri="{FF2B5EF4-FFF2-40B4-BE49-F238E27FC236}">
                <a16:creationId xmlns:a16="http://schemas.microsoft.com/office/drawing/2014/main" id="{9542A8DC-D6A9-AE1E-4B2D-94EA32AFA271}"/>
              </a:ext>
              <a:ext uri="{C183D7F6-B498-43B3-948B-1728B52AA6E4}">
                <adec:decorative xmlns:adec="http://schemas.microsoft.com/office/drawing/2017/decorative" val="1"/>
              </a:ext>
            </a:extLst>
          </p:cNvPr>
          <p:cNvSpPr>
            <a:spLocks noGrp="1"/>
          </p:cNvSpPr>
          <p:nvPr>
            <p:ph type="ftr" sz="quarter" idx="13"/>
          </p:nvPr>
        </p:nvSpPr>
        <p:spPr/>
        <p:txBody>
          <a:bodyPr/>
          <a:lstStyle/>
          <a:p>
            <a:endParaRPr lang="en-US" noProof="0"/>
          </a:p>
        </p:txBody>
      </p:sp>
      <p:sp>
        <p:nvSpPr>
          <p:cNvPr id="8" name="Slide Number Placeholder 7">
            <a:extLst>
              <a:ext uri="{FF2B5EF4-FFF2-40B4-BE49-F238E27FC236}">
                <a16:creationId xmlns:a16="http://schemas.microsoft.com/office/drawing/2014/main" id="{31BB1A83-0CD4-B8FB-3185-33E9395D09FB}"/>
              </a:ext>
              <a:ext uri="{C183D7F6-B498-43B3-948B-1728B52AA6E4}">
                <adec:decorative xmlns:adec="http://schemas.microsoft.com/office/drawing/2017/decorative" val="1"/>
              </a:ext>
            </a:extLst>
          </p:cNvPr>
          <p:cNvSpPr>
            <a:spLocks noGrp="1"/>
          </p:cNvSpPr>
          <p:nvPr>
            <p:ph type="sldNum" sz="quarter" idx="12"/>
          </p:nvPr>
        </p:nvSpPr>
        <p:spPr/>
        <p:txBody>
          <a:bodyPr/>
          <a:lstStyle/>
          <a:p>
            <a:fld id="{525A3C56-E491-49B2-93F3-63532DF516BC}" type="slidenum">
              <a:rPr lang="en-US" noProof="0" smtClean="0"/>
              <a:pPr/>
              <a:t>‹n°›</a:t>
            </a:fld>
            <a:endParaRPr lang="en-US" noProof="0"/>
          </a:p>
        </p:txBody>
      </p:sp>
    </p:spTree>
    <p:extLst>
      <p:ext uri="{BB962C8B-B14F-4D97-AF65-F5344CB8AC3E}">
        <p14:creationId xmlns:p14="http://schemas.microsoft.com/office/powerpoint/2010/main" val="3393280198"/>
      </p:ext>
    </p:extLst>
  </p:cSld>
  <p:clrMapOvr>
    <a:masterClrMapping/>
  </p:clrMapOvr>
  <p:transition/>
  <p:extLst>
    <p:ext uri="{DCECCB84-F9BA-43D5-87BE-67443E8EF086}">
      <p15:sldGuideLst xmlns:p15="http://schemas.microsoft.com/office/powerpoint/2012/main"/>
    </p:ext>
  </p:extLst>
</p:sldLayout>
</file>

<file path=ppt/slideLayouts/slideLayout86.xml><?xml version="1.0" encoding="utf-8"?>
<p:sldLayout xmlns:a="http://schemas.openxmlformats.org/drawingml/2006/main" xmlns:r="http://schemas.openxmlformats.org/officeDocument/2006/relationships" xmlns:p="http://schemas.openxmlformats.org/presentationml/2006/main" preserve="1" userDrawn="1">
  <p:cSld name="Closing slide A – Preset tagline+description">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7B22672E-5DB6-C990-E754-D74675986889}"/>
              </a:ext>
            </a:extLst>
          </p:cNvPr>
          <p:cNvSpPr>
            <a:spLocks noGrp="1"/>
          </p:cNvSpPr>
          <p:nvPr>
            <p:ph type="title" hasCustomPrompt="1"/>
          </p:nvPr>
        </p:nvSpPr>
        <p:spPr>
          <a:xfrm>
            <a:off x="397795" y="-3497179"/>
            <a:ext cx="10658475" cy="3452361"/>
          </a:xfrm>
        </p:spPr>
        <p:txBody>
          <a:bodyPr/>
          <a:lstStyle>
            <a:lvl1pPr>
              <a:defRPr>
                <a:solidFill>
                  <a:srgbClr val="E6E6E6"/>
                </a:solidFill>
              </a:defRPr>
            </a:lvl1pPr>
          </a:lstStyle>
          <a:p>
            <a:r>
              <a:rPr lang="en-US" sz="2800" noProof="0"/>
              <a:t>Insights you can act on. Founded in 1976, CGI is among the largest IT and business consulting services firms in the world.</a:t>
            </a:r>
            <a:br>
              <a:rPr lang="en-US" sz="2800" noProof="0"/>
            </a:br>
            <a:br>
              <a:rPr lang="en-US" sz="2800" noProof="0"/>
            </a:br>
            <a:r>
              <a:rPr lang="en-US" sz="2800" noProof="0"/>
              <a:t>We are insights-driven and outcomes-based to help accelerate returns on your investments. Across hundreds of locations worldwide, we provide comprehensive, scalable and sustainable IT and business consulting services that are informed globally and delivered locally.</a:t>
            </a:r>
          </a:p>
        </p:txBody>
      </p:sp>
      <p:sp>
        <p:nvSpPr>
          <p:cNvPr id="5" name="TextBox 4">
            <a:extLst>
              <a:ext uri="{FF2B5EF4-FFF2-40B4-BE49-F238E27FC236}">
                <a16:creationId xmlns:a16="http://schemas.microsoft.com/office/drawing/2014/main" id="{056F8F7F-95BE-A79F-1143-BCA981115B28}"/>
              </a:ext>
            </a:extLst>
          </p:cNvPr>
          <p:cNvSpPr txBox="1">
            <a:spLocks/>
          </p:cNvSpPr>
          <p:nvPr userDrawn="1"/>
        </p:nvSpPr>
        <p:spPr>
          <a:xfrm>
            <a:off x="736292" y="621792"/>
            <a:ext cx="6080760" cy="2862072"/>
          </a:xfrm>
          <a:prstGeom prst="rect">
            <a:avLst/>
          </a:prstGeom>
          <a:ln>
            <a:noFill/>
          </a:ln>
        </p:spPr>
        <p:txBody>
          <a:bodyPr vert="horz" wrap="square" lIns="0" tIns="0" rIns="0" bIns="0" rtlCol="0" anchor="b" anchorCtr="0">
            <a:noAutofit/>
          </a:bodyPr>
          <a:lstStyle/>
          <a:p>
            <a:pPr algn="l">
              <a:lnSpc>
                <a:spcPct val="80000"/>
              </a:lnSpc>
            </a:pPr>
            <a:r>
              <a:rPr lang="en-US" sz="6000" noProof="0"/>
              <a:t>Insights you </a:t>
            </a:r>
            <a:br>
              <a:rPr lang="en-US" sz="6000" noProof="0"/>
            </a:br>
            <a:r>
              <a:rPr lang="en-US" sz="6000" noProof="0"/>
              <a:t>can act on</a:t>
            </a:r>
          </a:p>
        </p:txBody>
      </p:sp>
      <p:sp>
        <p:nvSpPr>
          <p:cNvPr id="2" name="TextBox 1">
            <a:extLst>
              <a:ext uri="{FF2B5EF4-FFF2-40B4-BE49-F238E27FC236}">
                <a16:creationId xmlns:a16="http://schemas.microsoft.com/office/drawing/2014/main" id="{49E263F4-A59C-0AAB-130B-605830B3CE86}"/>
              </a:ext>
            </a:extLst>
          </p:cNvPr>
          <p:cNvSpPr txBox="1">
            <a:spLocks/>
          </p:cNvSpPr>
          <p:nvPr userDrawn="1"/>
        </p:nvSpPr>
        <p:spPr>
          <a:xfrm>
            <a:off x="768096" y="3730752"/>
            <a:ext cx="6089904" cy="2020824"/>
          </a:xfrm>
          <a:prstGeom prst="rect">
            <a:avLst/>
          </a:prstGeom>
        </p:spPr>
        <p:txBody>
          <a:bodyPr vert="horz" wrap="square" lIns="0" tIns="0" rIns="0" bIns="0" rtlCol="0" anchor="t" anchorCtr="0">
            <a:normAutofit/>
          </a:bodyPr>
          <a:lstStyle/>
          <a:p>
            <a:r>
              <a:rPr lang="en-US" sz="1600" noProof="0" dirty="0"/>
              <a:t>Founded in 1976, CGI is among the largest IT and business consulting services firms in the world.</a:t>
            </a:r>
          </a:p>
          <a:p>
            <a:endParaRPr lang="en-US" sz="1600" noProof="0" dirty="0"/>
          </a:p>
          <a:p>
            <a:pPr marL="0" marR="0" indent="0" algn="l" defTabSz="914400" rtl="0" eaLnBrk="1" fontAlgn="auto" latinLnBrk="0" hangingPunct="1">
              <a:lnSpc>
                <a:spcPct val="100000"/>
              </a:lnSpc>
              <a:spcBef>
                <a:spcPts val="0"/>
              </a:spcBef>
              <a:spcAft>
                <a:spcPts val="0"/>
              </a:spcAft>
              <a:buClrTx/>
              <a:buSzTx/>
              <a:buFontTx/>
              <a:buNone/>
              <a:tabLst/>
              <a:defRPr/>
            </a:pPr>
            <a:r>
              <a:rPr lang="en-US" sz="1600" noProof="0" dirty="0"/>
              <a:t>We are insights-driven and outcomes-focused to help accelerate returns on your investments. Across hundreds of locations worldwide, we provide comprehensive, scalable and sustainable </a:t>
            </a:r>
            <a:br>
              <a:rPr lang="en-US" sz="1600" noProof="0" dirty="0"/>
            </a:br>
            <a:r>
              <a:rPr lang="en-US" sz="1600" noProof="0" dirty="0"/>
              <a:t>IT and business consulting services that are informed globally </a:t>
            </a:r>
            <a:br>
              <a:rPr lang="en-US" sz="1600" noProof="0" dirty="0"/>
            </a:br>
            <a:r>
              <a:rPr lang="en-US" sz="1600" noProof="0" dirty="0"/>
              <a:t>and delivered locally.</a:t>
            </a:r>
          </a:p>
          <a:p>
            <a:pPr algn="l"/>
            <a:endParaRPr lang="en-US" sz="1600" noProof="0" dirty="0"/>
          </a:p>
        </p:txBody>
      </p:sp>
      <p:sp>
        <p:nvSpPr>
          <p:cNvPr id="7" name="Freeform 6">
            <a:extLst>
              <a:ext uri="{FF2B5EF4-FFF2-40B4-BE49-F238E27FC236}">
                <a16:creationId xmlns:a16="http://schemas.microsoft.com/office/drawing/2014/main" id="{32D4678C-2B7C-5FAB-B4AE-FC0F899FD829}"/>
              </a:ext>
              <a:ext uri="{C183D7F6-B498-43B3-948B-1728B52AA6E4}">
                <adec:decorative xmlns:adec="http://schemas.microsoft.com/office/drawing/2017/decorative" val="1"/>
              </a:ext>
            </a:extLst>
          </p:cNvPr>
          <p:cNvSpPr>
            <a:spLocks noChangeAspect="1"/>
          </p:cNvSpPr>
          <p:nvPr userDrawn="1"/>
        </p:nvSpPr>
        <p:spPr bwMode="auto">
          <a:xfrm rot="16200000" flipH="1">
            <a:off x="7620857" y="764318"/>
            <a:ext cx="3813048" cy="3814762"/>
          </a:xfrm>
          <a:custGeom>
            <a:avLst/>
            <a:gdLst>
              <a:gd name="T0" fmla="*/ 0 w 4337"/>
              <a:gd name="T1" fmla="*/ 0 h 4312"/>
              <a:gd name="T2" fmla="*/ 0 w 4337"/>
              <a:gd name="T3" fmla="*/ 4312 h 4312"/>
              <a:gd name="T4" fmla="*/ 4337 w 4337"/>
              <a:gd name="T5" fmla="*/ 4312 h 4312"/>
              <a:gd name="T6" fmla="*/ 4337 w 4337"/>
              <a:gd name="T7" fmla="*/ 2586 h 4312"/>
              <a:gd name="T8" fmla="*/ 1736 w 4337"/>
              <a:gd name="T9" fmla="*/ 2586 h 4312"/>
              <a:gd name="T10" fmla="*/ 1736 w 4337"/>
              <a:gd name="T11" fmla="*/ 0 h 4312"/>
              <a:gd name="T12" fmla="*/ 0 w 4337"/>
              <a:gd name="T13" fmla="*/ 0 h 4312"/>
            </a:gdLst>
            <a:ahLst/>
            <a:cxnLst>
              <a:cxn ang="0">
                <a:pos x="T0" y="T1"/>
              </a:cxn>
              <a:cxn ang="0">
                <a:pos x="T2" y="T3"/>
              </a:cxn>
              <a:cxn ang="0">
                <a:pos x="T4" y="T5"/>
              </a:cxn>
              <a:cxn ang="0">
                <a:pos x="T6" y="T7"/>
              </a:cxn>
              <a:cxn ang="0">
                <a:pos x="T8" y="T9"/>
              </a:cxn>
              <a:cxn ang="0">
                <a:pos x="T10" y="T11"/>
              </a:cxn>
              <a:cxn ang="0">
                <a:pos x="T12" y="T13"/>
              </a:cxn>
            </a:cxnLst>
            <a:rect l="0" t="0" r="r" b="b"/>
            <a:pathLst>
              <a:path w="4337" h="4312">
                <a:moveTo>
                  <a:pt x="0" y="0"/>
                </a:moveTo>
                <a:lnTo>
                  <a:pt x="0" y="4312"/>
                </a:lnTo>
                <a:lnTo>
                  <a:pt x="4337" y="4312"/>
                </a:lnTo>
                <a:lnTo>
                  <a:pt x="4337" y="2586"/>
                </a:lnTo>
                <a:lnTo>
                  <a:pt x="1736" y="2586"/>
                </a:lnTo>
                <a:lnTo>
                  <a:pt x="1736" y="0"/>
                </a:lnTo>
                <a:lnTo>
                  <a:pt x="0" y="0"/>
                </a:lnTo>
                <a:close/>
              </a:path>
            </a:pathLst>
          </a:custGeom>
          <a:gradFill>
            <a:gsLst>
              <a:gs pos="100000">
                <a:schemeClr val="accent1"/>
              </a:gs>
              <a:gs pos="60000">
                <a:srgbClr val="A82465"/>
              </a:gs>
              <a:gs pos="0">
                <a:srgbClr val="E31937"/>
              </a:gs>
            </a:gsLst>
            <a:lin ang="10800000" scaled="0"/>
          </a:gradFill>
          <a:ln w="9525" algn="ctr">
            <a:noFill/>
            <a:miter lim="800000"/>
          </a:ln>
          <a:effectLst/>
        </p:spPr>
        <p:txBody>
          <a:bodyPr lIns="63500" tIns="0" rIns="64800" bIns="0" rtlCol="0" anchor="ctr">
            <a:noAutofit/>
          </a:bodyPr>
          <a:lstStyle/>
          <a:p>
            <a:pPr lvl="0" algn="ctr">
              <a:spcBef>
                <a:spcPct val="0"/>
              </a:spcBef>
              <a:buClrTx/>
              <a:buSzPct val="90000"/>
            </a:pPr>
            <a:endParaRPr lang="en-US" sz="1600" b="1" noProof="0">
              <a:solidFill>
                <a:schemeClr val="bg1"/>
              </a:solidFill>
              <a:cs typeface="Arial" pitchFamily="34" charset="0"/>
            </a:endParaRPr>
          </a:p>
        </p:txBody>
      </p:sp>
      <p:sp>
        <p:nvSpPr>
          <p:cNvPr id="8" name="Textbox 3">
            <a:extLst>
              <a:ext uri="{FF2B5EF4-FFF2-40B4-BE49-F238E27FC236}">
                <a16:creationId xmlns:a16="http://schemas.microsoft.com/office/drawing/2014/main" id="{A897A659-5409-C506-A5D2-56F65EA48F91}"/>
              </a:ext>
            </a:extLst>
          </p:cNvPr>
          <p:cNvSpPr txBox="1">
            <a:spLocks/>
          </p:cNvSpPr>
          <p:nvPr userDrawn="1"/>
        </p:nvSpPr>
        <p:spPr bwMode="auto">
          <a:xfrm>
            <a:off x="766763" y="5916651"/>
            <a:ext cx="975360" cy="215444"/>
          </a:xfrm>
          <a:prstGeom prst="rect">
            <a:avLst/>
          </a:prstGeom>
          <a:solidFill>
            <a:schemeClr val="bg1"/>
          </a:solidFill>
          <a:ln w="9525" algn="ctr">
            <a:noFill/>
            <a:miter lim="800000"/>
          </a:ln>
          <a:effectLst/>
        </p:spPr>
        <p:txBody>
          <a:bodyPr wrap="square" lIns="0" tIns="0" rIns="0" bIns="0" rtlCol="0">
            <a:noAutofit/>
          </a:bodyPr>
          <a:lstStyle/>
          <a:p>
            <a:r>
              <a:rPr lang="en-US" sz="1400" b="1" noProof="0">
                <a:cs typeface="Arial" pitchFamily="34" charset="0"/>
              </a:rPr>
              <a:t>cgi.com</a:t>
            </a:r>
          </a:p>
        </p:txBody>
      </p:sp>
      <p:pic>
        <p:nvPicPr>
          <p:cNvPr id="9" name="CGI logo" descr="CGI Inc. logo">
            <a:extLst>
              <a:ext uri="{FF2B5EF4-FFF2-40B4-BE49-F238E27FC236}">
                <a16:creationId xmlns:a16="http://schemas.microsoft.com/office/drawing/2014/main" id="{111D3D6F-64DF-AD14-431C-D34E7E845DE9}"/>
              </a:ext>
              <a:ext uri="{C183D7F6-B498-43B3-948B-1728B52AA6E4}">
                <adec:decorative xmlns:adec="http://schemas.microsoft.com/office/drawing/2017/decorative" val="0"/>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9893670" y="5372174"/>
            <a:ext cx="1548659" cy="720650"/>
          </a:xfrm>
          <a:prstGeom prst="rect">
            <a:avLst/>
          </a:prstGeom>
        </p:spPr>
      </p:pic>
      <p:sp>
        <p:nvSpPr>
          <p:cNvPr id="3" name="Footer Placeholder 2">
            <a:extLst>
              <a:ext uri="{FF2B5EF4-FFF2-40B4-BE49-F238E27FC236}">
                <a16:creationId xmlns:a16="http://schemas.microsoft.com/office/drawing/2014/main" id="{0A416AD6-6C56-B972-2AB5-EF9AC998FC78}"/>
              </a:ext>
            </a:extLst>
          </p:cNvPr>
          <p:cNvSpPr>
            <a:spLocks noGrp="1"/>
          </p:cNvSpPr>
          <p:nvPr>
            <p:ph type="ftr" sz="quarter" idx="13"/>
          </p:nvPr>
        </p:nvSpPr>
        <p:spPr/>
        <p:txBody>
          <a:bodyPr/>
          <a:lstStyle/>
          <a:p>
            <a:endParaRPr lang="en-US" noProof="0"/>
          </a:p>
        </p:txBody>
      </p:sp>
      <p:sp>
        <p:nvSpPr>
          <p:cNvPr id="4" name="TextBox 3">
            <a:extLst>
              <a:ext uri="{FF2B5EF4-FFF2-40B4-BE49-F238E27FC236}">
                <a16:creationId xmlns:a16="http://schemas.microsoft.com/office/drawing/2014/main" id="{3A520050-78C8-D59C-A36C-DCAFD6D16DDF}"/>
              </a:ext>
            </a:extLst>
          </p:cNvPr>
          <p:cNvSpPr txBox="1">
            <a:spLocks/>
          </p:cNvSpPr>
          <p:nvPr userDrawn="1"/>
        </p:nvSpPr>
        <p:spPr>
          <a:xfrm>
            <a:off x="11163033" y="6345144"/>
            <a:ext cx="365760" cy="182880"/>
          </a:xfrm>
          <a:prstGeom prst="rect">
            <a:avLst/>
          </a:prstGeom>
          <a:solidFill>
            <a:schemeClr val="bg1"/>
          </a:solidFill>
        </p:spPr>
        <p:txBody>
          <a:bodyPr vert="horz" wrap="square" lIns="0" tIns="0" rIns="0" bIns="0" rtlCol="0" anchor="t" anchorCtr="0">
            <a:normAutofit fontScale="85000" lnSpcReduction="20000"/>
          </a:bodyPr>
          <a:lstStyle/>
          <a:p>
            <a:pPr algn="l"/>
            <a:endParaRPr lang="en-US" noProof="0"/>
          </a:p>
        </p:txBody>
      </p:sp>
      <p:sp>
        <p:nvSpPr>
          <p:cNvPr id="6" name="Slide Number Placeholder 7">
            <a:extLst>
              <a:ext uri="{FF2B5EF4-FFF2-40B4-BE49-F238E27FC236}">
                <a16:creationId xmlns:a16="http://schemas.microsoft.com/office/drawing/2014/main" id="{C1D36EEA-528E-E267-D6EC-07BC9DCF7DC0}"/>
              </a:ext>
              <a:ext uri="{C183D7F6-B498-43B3-948B-1728B52AA6E4}">
                <adec:decorative xmlns:adec="http://schemas.microsoft.com/office/drawing/2017/decorative" val="1"/>
              </a:ext>
            </a:extLst>
          </p:cNvPr>
          <p:cNvSpPr>
            <a:spLocks noGrp="1"/>
          </p:cNvSpPr>
          <p:nvPr>
            <p:ph type="sldNum" sz="quarter" idx="12"/>
          </p:nvPr>
        </p:nvSpPr>
        <p:spPr>
          <a:xfrm>
            <a:off x="11163034" y="6967728"/>
            <a:ext cx="261660" cy="137160"/>
          </a:xfrm>
        </p:spPr>
        <p:txBody>
          <a:bodyPr/>
          <a:lstStyle/>
          <a:p>
            <a:fld id="{525A3C56-E491-49B2-93F3-63532DF516BC}" type="slidenum">
              <a:rPr lang="en-US" noProof="0" smtClean="0"/>
              <a:pPr/>
              <a:t>‹n°›</a:t>
            </a:fld>
            <a:endParaRPr lang="en-US" noProof="0"/>
          </a:p>
        </p:txBody>
      </p:sp>
    </p:spTree>
    <p:extLst>
      <p:ext uri="{BB962C8B-B14F-4D97-AF65-F5344CB8AC3E}">
        <p14:creationId xmlns:p14="http://schemas.microsoft.com/office/powerpoint/2010/main" val="136114906"/>
      </p:ext>
    </p:extLst>
  </p:cSld>
  <p:clrMapOvr>
    <a:masterClrMapping/>
  </p:clrMapOvr>
  <p:transition/>
</p:sldLayout>
</file>

<file path=ppt/slideLayouts/slideLayout87.xml><?xml version="1.0" encoding="utf-8"?>
<p:sldLayout xmlns:a="http://schemas.openxmlformats.org/drawingml/2006/main" xmlns:r="http://schemas.openxmlformats.org/officeDocument/2006/relationships" xmlns:p="http://schemas.openxmlformats.org/presentationml/2006/main" preserve="1" userDrawn="1">
  <p:cSld name="Closing slide B – Preset tagline+description">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7B22672E-5DB6-C990-E754-D74675986889}"/>
              </a:ext>
            </a:extLst>
          </p:cNvPr>
          <p:cNvSpPr>
            <a:spLocks noGrp="1"/>
          </p:cNvSpPr>
          <p:nvPr>
            <p:ph type="title" hasCustomPrompt="1"/>
          </p:nvPr>
        </p:nvSpPr>
        <p:spPr>
          <a:xfrm>
            <a:off x="397795" y="-3497179"/>
            <a:ext cx="10658475" cy="3452361"/>
          </a:xfrm>
        </p:spPr>
        <p:txBody>
          <a:bodyPr/>
          <a:lstStyle>
            <a:lvl1pPr>
              <a:defRPr>
                <a:solidFill>
                  <a:srgbClr val="E6E6E6"/>
                </a:solidFill>
              </a:defRPr>
            </a:lvl1pPr>
          </a:lstStyle>
          <a:p>
            <a:r>
              <a:rPr lang="en-US" sz="2800" noProof="0"/>
              <a:t>Insights you can act on. Founded in 1976, CGI is among the largest IT and business consulting services firms in the world.</a:t>
            </a:r>
            <a:br>
              <a:rPr lang="en-US" sz="2800" noProof="0"/>
            </a:br>
            <a:br>
              <a:rPr lang="en-US" sz="2800" noProof="0"/>
            </a:br>
            <a:r>
              <a:rPr lang="en-US" sz="2800" noProof="0"/>
              <a:t>We are insights-driven and outcomes-based to help accelerate returns on your investments. Across hundreds of locations worldwide, we provide comprehensive, scalable and sustainable IT and business consulting services that are informed globally and delivered locally.</a:t>
            </a:r>
          </a:p>
        </p:txBody>
      </p:sp>
      <p:sp>
        <p:nvSpPr>
          <p:cNvPr id="5" name="TextBox 4">
            <a:extLst>
              <a:ext uri="{FF2B5EF4-FFF2-40B4-BE49-F238E27FC236}">
                <a16:creationId xmlns:a16="http://schemas.microsoft.com/office/drawing/2014/main" id="{056F8F7F-95BE-A79F-1143-BCA981115B28}"/>
              </a:ext>
            </a:extLst>
          </p:cNvPr>
          <p:cNvSpPr txBox="1">
            <a:spLocks/>
          </p:cNvSpPr>
          <p:nvPr userDrawn="1"/>
        </p:nvSpPr>
        <p:spPr>
          <a:xfrm>
            <a:off x="740664" y="621792"/>
            <a:ext cx="6080760" cy="2862072"/>
          </a:xfrm>
          <a:prstGeom prst="rect">
            <a:avLst/>
          </a:prstGeom>
          <a:ln>
            <a:noFill/>
          </a:ln>
        </p:spPr>
        <p:txBody>
          <a:bodyPr vert="horz" wrap="square" lIns="0" tIns="0" rIns="0" bIns="0" rtlCol="0" anchor="b" anchorCtr="0">
            <a:noAutofit/>
          </a:bodyPr>
          <a:lstStyle/>
          <a:p>
            <a:pPr algn="l">
              <a:lnSpc>
                <a:spcPct val="80000"/>
              </a:lnSpc>
            </a:pPr>
            <a:r>
              <a:rPr lang="en-US" sz="6000" noProof="0"/>
              <a:t>Insights you </a:t>
            </a:r>
            <a:br>
              <a:rPr lang="en-US" sz="6000" noProof="0"/>
            </a:br>
            <a:r>
              <a:rPr lang="en-US" sz="6000" noProof="0"/>
              <a:t>can act on</a:t>
            </a:r>
          </a:p>
        </p:txBody>
      </p:sp>
      <p:sp>
        <p:nvSpPr>
          <p:cNvPr id="2" name="TextBox 1">
            <a:extLst>
              <a:ext uri="{FF2B5EF4-FFF2-40B4-BE49-F238E27FC236}">
                <a16:creationId xmlns:a16="http://schemas.microsoft.com/office/drawing/2014/main" id="{49E263F4-A59C-0AAB-130B-605830B3CE86}"/>
              </a:ext>
            </a:extLst>
          </p:cNvPr>
          <p:cNvSpPr txBox="1">
            <a:spLocks/>
          </p:cNvSpPr>
          <p:nvPr userDrawn="1"/>
        </p:nvSpPr>
        <p:spPr>
          <a:xfrm>
            <a:off x="768096" y="3730752"/>
            <a:ext cx="6089904" cy="2020824"/>
          </a:xfrm>
          <a:prstGeom prst="rect">
            <a:avLst/>
          </a:prstGeom>
        </p:spPr>
        <p:txBody>
          <a:bodyPr vert="horz" wrap="square" lIns="0" tIns="0" rIns="0" bIns="0" rtlCol="0" anchor="t" anchorCtr="0">
            <a:normAutofit/>
          </a:bodyPr>
          <a:lstStyle/>
          <a:p>
            <a:r>
              <a:rPr lang="en-US" sz="1600" noProof="0" dirty="0"/>
              <a:t>Founded in 1976, CGI is among the largest IT and business consulting services firms in the world.</a:t>
            </a:r>
          </a:p>
          <a:p>
            <a:endParaRPr lang="en-US" sz="1600" noProof="0" dirty="0"/>
          </a:p>
          <a:p>
            <a:pPr marL="0" marR="0" indent="0" algn="l" defTabSz="914400" rtl="0" eaLnBrk="1" fontAlgn="auto" latinLnBrk="0" hangingPunct="1">
              <a:lnSpc>
                <a:spcPct val="100000"/>
              </a:lnSpc>
              <a:spcBef>
                <a:spcPts val="0"/>
              </a:spcBef>
              <a:spcAft>
                <a:spcPts val="0"/>
              </a:spcAft>
              <a:buClrTx/>
              <a:buSzTx/>
              <a:buFontTx/>
              <a:buNone/>
              <a:tabLst/>
              <a:defRPr/>
            </a:pPr>
            <a:r>
              <a:rPr lang="en-US" sz="1600" noProof="0" dirty="0"/>
              <a:t>We are insights-driven and outcomes-focused to help accelerate returns on your investments. Across hundreds of locations worldwide, we provide comprehensive, scalable and sustainable </a:t>
            </a:r>
            <a:br>
              <a:rPr lang="en-US" sz="1600" noProof="0" dirty="0"/>
            </a:br>
            <a:r>
              <a:rPr lang="en-US" sz="1600" noProof="0" dirty="0"/>
              <a:t>IT and business consulting services that are informed globally </a:t>
            </a:r>
            <a:br>
              <a:rPr lang="en-US" sz="1600" noProof="0" dirty="0"/>
            </a:br>
            <a:r>
              <a:rPr lang="en-US" sz="1600" noProof="0" dirty="0"/>
              <a:t>and delivered locally.</a:t>
            </a:r>
          </a:p>
          <a:p>
            <a:pPr algn="l"/>
            <a:endParaRPr lang="en-US" sz="1600" noProof="0" dirty="0"/>
          </a:p>
        </p:txBody>
      </p:sp>
      <p:sp>
        <p:nvSpPr>
          <p:cNvPr id="7" name="Freeform 6">
            <a:extLst>
              <a:ext uri="{FF2B5EF4-FFF2-40B4-BE49-F238E27FC236}">
                <a16:creationId xmlns:a16="http://schemas.microsoft.com/office/drawing/2014/main" id="{32D4678C-2B7C-5FAB-B4AE-FC0F899FD829}"/>
              </a:ext>
              <a:ext uri="{C183D7F6-B498-43B3-948B-1728B52AA6E4}">
                <adec:decorative xmlns:adec="http://schemas.microsoft.com/office/drawing/2017/decorative" val="1"/>
              </a:ext>
            </a:extLst>
          </p:cNvPr>
          <p:cNvSpPr>
            <a:spLocks noChangeAspect="1"/>
          </p:cNvSpPr>
          <p:nvPr userDrawn="1"/>
        </p:nvSpPr>
        <p:spPr bwMode="auto">
          <a:xfrm rot="16200000" flipH="1">
            <a:off x="7620857" y="764318"/>
            <a:ext cx="3813048" cy="3814762"/>
          </a:xfrm>
          <a:custGeom>
            <a:avLst/>
            <a:gdLst>
              <a:gd name="T0" fmla="*/ 0 w 4337"/>
              <a:gd name="T1" fmla="*/ 0 h 4312"/>
              <a:gd name="T2" fmla="*/ 0 w 4337"/>
              <a:gd name="T3" fmla="*/ 4312 h 4312"/>
              <a:gd name="T4" fmla="*/ 4337 w 4337"/>
              <a:gd name="T5" fmla="*/ 4312 h 4312"/>
              <a:gd name="T6" fmla="*/ 4337 w 4337"/>
              <a:gd name="T7" fmla="*/ 2586 h 4312"/>
              <a:gd name="T8" fmla="*/ 1736 w 4337"/>
              <a:gd name="T9" fmla="*/ 2586 h 4312"/>
              <a:gd name="T10" fmla="*/ 1736 w 4337"/>
              <a:gd name="T11" fmla="*/ 0 h 4312"/>
              <a:gd name="T12" fmla="*/ 0 w 4337"/>
              <a:gd name="T13" fmla="*/ 0 h 4312"/>
            </a:gdLst>
            <a:ahLst/>
            <a:cxnLst>
              <a:cxn ang="0">
                <a:pos x="T0" y="T1"/>
              </a:cxn>
              <a:cxn ang="0">
                <a:pos x="T2" y="T3"/>
              </a:cxn>
              <a:cxn ang="0">
                <a:pos x="T4" y="T5"/>
              </a:cxn>
              <a:cxn ang="0">
                <a:pos x="T6" y="T7"/>
              </a:cxn>
              <a:cxn ang="0">
                <a:pos x="T8" y="T9"/>
              </a:cxn>
              <a:cxn ang="0">
                <a:pos x="T10" y="T11"/>
              </a:cxn>
              <a:cxn ang="0">
                <a:pos x="T12" y="T13"/>
              </a:cxn>
            </a:cxnLst>
            <a:rect l="0" t="0" r="r" b="b"/>
            <a:pathLst>
              <a:path w="4337" h="4312">
                <a:moveTo>
                  <a:pt x="0" y="0"/>
                </a:moveTo>
                <a:lnTo>
                  <a:pt x="0" y="4312"/>
                </a:lnTo>
                <a:lnTo>
                  <a:pt x="4337" y="4312"/>
                </a:lnTo>
                <a:lnTo>
                  <a:pt x="4337" y="2586"/>
                </a:lnTo>
                <a:lnTo>
                  <a:pt x="1736" y="2586"/>
                </a:lnTo>
                <a:lnTo>
                  <a:pt x="1736" y="0"/>
                </a:lnTo>
                <a:lnTo>
                  <a:pt x="0" y="0"/>
                </a:lnTo>
                <a:close/>
              </a:path>
            </a:pathLst>
          </a:custGeom>
          <a:gradFill>
            <a:gsLst>
              <a:gs pos="100000">
                <a:srgbClr val="991F3D"/>
              </a:gs>
              <a:gs pos="66000">
                <a:srgbClr val="E31937"/>
              </a:gs>
              <a:gs pos="33000">
                <a:srgbClr val="FF6A00"/>
              </a:gs>
              <a:gs pos="0">
                <a:srgbClr val="FFCDD2"/>
              </a:gs>
            </a:gsLst>
            <a:lin ang="0" scaled="0"/>
          </a:gradFill>
          <a:ln w="9525" algn="ctr">
            <a:noFill/>
            <a:miter lim="800000"/>
          </a:ln>
          <a:effectLst/>
        </p:spPr>
        <p:txBody>
          <a:bodyPr lIns="63500" tIns="0" rIns="64800" bIns="0" rtlCol="0" anchor="ctr">
            <a:noAutofit/>
          </a:bodyPr>
          <a:lstStyle/>
          <a:p>
            <a:pPr lvl="0" algn="ctr">
              <a:spcBef>
                <a:spcPct val="0"/>
              </a:spcBef>
              <a:buClrTx/>
              <a:buSzPct val="90000"/>
            </a:pPr>
            <a:endParaRPr lang="en-US" sz="1600" b="1" noProof="0">
              <a:solidFill>
                <a:schemeClr val="bg1"/>
              </a:solidFill>
              <a:cs typeface="Arial" pitchFamily="34" charset="0"/>
            </a:endParaRPr>
          </a:p>
        </p:txBody>
      </p:sp>
      <p:sp>
        <p:nvSpPr>
          <p:cNvPr id="8" name="Textbox 3">
            <a:extLst>
              <a:ext uri="{FF2B5EF4-FFF2-40B4-BE49-F238E27FC236}">
                <a16:creationId xmlns:a16="http://schemas.microsoft.com/office/drawing/2014/main" id="{A897A659-5409-C506-A5D2-56F65EA48F91}"/>
              </a:ext>
            </a:extLst>
          </p:cNvPr>
          <p:cNvSpPr txBox="1">
            <a:spLocks/>
          </p:cNvSpPr>
          <p:nvPr userDrawn="1"/>
        </p:nvSpPr>
        <p:spPr bwMode="auto">
          <a:xfrm>
            <a:off x="766763" y="5916651"/>
            <a:ext cx="975360" cy="215444"/>
          </a:xfrm>
          <a:prstGeom prst="rect">
            <a:avLst/>
          </a:prstGeom>
          <a:solidFill>
            <a:schemeClr val="bg1"/>
          </a:solidFill>
          <a:ln w="9525" algn="ctr">
            <a:noFill/>
            <a:miter lim="800000"/>
          </a:ln>
          <a:effectLst/>
        </p:spPr>
        <p:txBody>
          <a:bodyPr wrap="square" lIns="0" tIns="0" rIns="0" bIns="0" rtlCol="0">
            <a:noAutofit/>
          </a:bodyPr>
          <a:lstStyle/>
          <a:p>
            <a:r>
              <a:rPr lang="en-US" sz="1400" b="1" noProof="0">
                <a:cs typeface="Arial" pitchFamily="34" charset="0"/>
              </a:rPr>
              <a:t>cgi.com</a:t>
            </a:r>
          </a:p>
        </p:txBody>
      </p:sp>
      <p:pic>
        <p:nvPicPr>
          <p:cNvPr id="9" name="CGI logo" descr="CGI Inc. logo">
            <a:extLst>
              <a:ext uri="{FF2B5EF4-FFF2-40B4-BE49-F238E27FC236}">
                <a16:creationId xmlns:a16="http://schemas.microsoft.com/office/drawing/2014/main" id="{111D3D6F-64DF-AD14-431C-D34E7E845DE9}"/>
              </a:ext>
              <a:ext uri="{C183D7F6-B498-43B3-948B-1728B52AA6E4}">
                <adec:decorative xmlns:adec="http://schemas.microsoft.com/office/drawing/2017/decorative" val="0"/>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9893670" y="5372174"/>
            <a:ext cx="1548659" cy="720650"/>
          </a:xfrm>
          <a:prstGeom prst="rect">
            <a:avLst/>
          </a:prstGeom>
        </p:spPr>
      </p:pic>
      <p:sp>
        <p:nvSpPr>
          <p:cNvPr id="3" name="Footer Placeholder 2">
            <a:extLst>
              <a:ext uri="{FF2B5EF4-FFF2-40B4-BE49-F238E27FC236}">
                <a16:creationId xmlns:a16="http://schemas.microsoft.com/office/drawing/2014/main" id="{8310FF9F-E094-3A43-0544-57A6C89432AA}"/>
              </a:ext>
            </a:extLst>
          </p:cNvPr>
          <p:cNvSpPr>
            <a:spLocks noGrp="1"/>
          </p:cNvSpPr>
          <p:nvPr>
            <p:ph type="ftr" sz="quarter" idx="13"/>
          </p:nvPr>
        </p:nvSpPr>
        <p:spPr/>
        <p:txBody>
          <a:bodyPr/>
          <a:lstStyle/>
          <a:p>
            <a:endParaRPr lang="en-US" noProof="0"/>
          </a:p>
        </p:txBody>
      </p:sp>
      <p:sp>
        <p:nvSpPr>
          <p:cNvPr id="4" name="TextBox 3">
            <a:extLst>
              <a:ext uri="{FF2B5EF4-FFF2-40B4-BE49-F238E27FC236}">
                <a16:creationId xmlns:a16="http://schemas.microsoft.com/office/drawing/2014/main" id="{0C57FE94-C0F6-6B34-3783-4C7D2A79BC72}"/>
              </a:ext>
            </a:extLst>
          </p:cNvPr>
          <p:cNvSpPr txBox="1">
            <a:spLocks/>
          </p:cNvSpPr>
          <p:nvPr userDrawn="1"/>
        </p:nvSpPr>
        <p:spPr>
          <a:xfrm>
            <a:off x="11163033" y="6345144"/>
            <a:ext cx="365760" cy="182880"/>
          </a:xfrm>
          <a:prstGeom prst="rect">
            <a:avLst/>
          </a:prstGeom>
          <a:solidFill>
            <a:schemeClr val="bg1"/>
          </a:solidFill>
        </p:spPr>
        <p:txBody>
          <a:bodyPr vert="horz" wrap="square" lIns="0" tIns="0" rIns="0" bIns="0" rtlCol="0" anchor="t" anchorCtr="0">
            <a:normAutofit fontScale="85000" lnSpcReduction="20000"/>
          </a:bodyPr>
          <a:lstStyle/>
          <a:p>
            <a:pPr algn="l"/>
            <a:endParaRPr lang="en-US" noProof="0"/>
          </a:p>
        </p:txBody>
      </p:sp>
      <p:sp>
        <p:nvSpPr>
          <p:cNvPr id="6" name="Slide Number Placeholder 7">
            <a:extLst>
              <a:ext uri="{FF2B5EF4-FFF2-40B4-BE49-F238E27FC236}">
                <a16:creationId xmlns:a16="http://schemas.microsoft.com/office/drawing/2014/main" id="{34BF6578-924E-900F-FBB2-D851251DEFBD}"/>
              </a:ext>
              <a:ext uri="{C183D7F6-B498-43B3-948B-1728B52AA6E4}">
                <adec:decorative xmlns:adec="http://schemas.microsoft.com/office/drawing/2017/decorative" val="1"/>
              </a:ext>
            </a:extLst>
          </p:cNvPr>
          <p:cNvSpPr>
            <a:spLocks noGrp="1"/>
          </p:cNvSpPr>
          <p:nvPr>
            <p:ph type="sldNum" sz="quarter" idx="12"/>
          </p:nvPr>
        </p:nvSpPr>
        <p:spPr>
          <a:xfrm>
            <a:off x="11163034" y="6967728"/>
            <a:ext cx="261660" cy="137160"/>
          </a:xfrm>
        </p:spPr>
        <p:txBody>
          <a:bodyPr/>
          <a:lstStyle/>
          <a:p>
            <a:fld id="{525A3C56-E491-49B2-93F3-63532DF516BC}" type="slidenum">
              <a:rPr lang="en-US" noProof="0" smtClean="0"/>
              <a:pPr/>
              <a:t>‹n°›</a:t>
            </a:fld>
            <a:endParaRPr lang="en-US" noProof="0"/>
          </a:p>
        </p:txBody>
      </p:sp>
    </p:spTree>
    <p:extLst>
      <p:ext uri="{BB962C8B-B14F-4D97-AF65-F5344CB8AC3E}">
        <p14:creationId xmlns:p14="http://schemas.microsoft.com/office/powerpoint/2010/main" val="2884460317"/>
      </p:ext>
    </p:extLst>
  </p:cSld>
  <p:clrMapOvr>
    <a:masterClrMapping/>
  </p:clrMapOvr>
  <p:transition/>
</p:sldLayout>
</file>

<file path=ppt/slideLayouts/slideLayout88.xml><?xml version="1.0" encoding="utf-8"?>
<p:sldLayout xmlns:a="http://schemas.openxmlformats.org/drawingml/2006/main" xmlns:r="http://schemas.openxmlformats.org/officeDocument/2006/relationships" xmlns:p="http://schemas.openxmlformats.org/presentationml/2006/main" preserve="1" userDrawn="1">
  <p:cSld name="Closing slide – Preset About CGI">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460A1F69-B5CC-5702-52E4-2ADAE4CEA12F}"/>
              </a:ext>
            </a:extLst>
          </p:cNvPr>
          <p:cNvSpPr>
            <a:spLocks noGrp="1"/>
          </p:cNvSpPr>
          <p:nvPr>
            <p:ph type="title" hasCustomPrompt="1"/>
          </p:nvPr>
        </p:nvSpPr>
        <p:spPr>
          <a:xfrm>
            <a:off x="821072" y="-1203159"/>
            <a:ext cx="10658475" cy="1148295"/>
          </a:xfrm>
        </p:spPr>
        <p:txBody>
          <a:bodyPr>
            <a:noAutofit/>
          </a:bodyPr>
          <a:lstStyle>
            <a:lvl1pPr>
              <a:defRPr sz="1200" b="0">
                <a:solidFill>
                  <a:srgbClr val="E6E6E6"/>
                </a:solidFill>
              </a:defRPr>
            </a:lvl1pPr>
          </a:lstStyle>
          <a:p>
            <a:pPr algn="l"/>
            <a:r>
              <a:rPr lang="en-US" b="0" noProof="0">
                <a:solidFill>
                  <a:srgbClr val="E6E6E6"/>
                </a:solidFill>
              </a:rPr>
              <a:t>About CGI </a:t>
            </a:r>
            <a:br>
              <a:rPr lang="en-US" b="0" noProof="0">
                <a:solidFill>
                  <a:srgbClr val="E6E6E6"/>
                </a:solidFill>
              </a:rPr>
            </a:br>
            <a:r>
              <a:rPr lang="en-US" b="0" noProof="0">
                <a:solidFill>
                  <a:srgbClr val="E6E6E6"/>
                </a:solidFill>
              </a:rPr>
              <a:t>Insights you can act on</a:t>
            </a:r>
            <a:br>
              <a:rPr lang="en-US" b="0" noProof="0">
                <a:solidFill>
                  <a:srgbClr val="E6E6E6"/>
                </a:solidFill>
              </a:rPr>
            </a:br>
            <a:r>
              <a:rPr lang="en-US" b="0" noProof="0">
                <a:solidFill>
                  <a:srgbClr val="E6E6E6"/>
                </a:solidFill>
              </a:rPr>
              <a:t>Founded in 1976, CGI is among the largest IT and business consulting services firms in the world.</a:t>
            </a:r>
            <a:br>
              <a:rPr lang="en-US" b="0" noProof="0">
                <a:solidFill>
                  <a:srgbClr val="E6E6E6"/>
                </a:solidFill>
              </a:rPr>
            </a:br>
            <a:r>
              <a:rPr lang="en-US" b="0" noProof="0">
                <a:solidFill>
                  <a:srgbClr val="E6E6E6"/>
                </a:solidFill>
              </a:rPr>
              <a:t>We are insights-driven and outcomes-based to help accelerate returns on your investments. Across hundreds of locations worldwide, we provide comprehensive, scalable and sustainable IT and business consulting services that are informed globally and delivered locally.</a:t>
            </a:r>
            <a:br>
              <a:rPr lang="en-US" b="0" noProof="0">
                <a:solidFill>
                  <a:srgbClr val="E6E6E6"/>
                </a:solidFill>
              </a:rPr>
            </a:br>
            <a:r>
              <a:rPr lang="en-US" b="0" noProof="0">
                <a:solidFill>
                  <a:srgbClr val="E6E6E6"/>
                </a:solidFill>
              </a:rPr>
              <a:t>cgi.com</a:t>
            </a:r>
            <a:br>
              <a:rPr lang="en-US" b="0" noProof="0">
                <a:solidFill>
                  <a:srgbClr val="E6E6E6"/>
                </a:solidFill>
              </a:rPr>
            </a:br>
            <a:endParaRPr lang="en-US" b="0" noProof="0">
              <a:solidFill>
                <a:srgbClr val="E6E6E6"/>
              </a:solidFill>
            </a:endParaRPr>
          </a:p>
        </p:txBody>
      </p:sp>
      <p:sp>
        <p:nvSpPr>
          <p:cNvPr id="2" name="TextBox 1">
            <a:extLst>
              <a:ext uri="{FF2B5EF4-FFF2-40B4-BE49-F238E27FC236}">
                <a16:creationId xmlns:a16="http://schemas.microsoft.com/office/drawing/2014/main" id="{4B3C3E2A-4A56-B0A7-0B73-15E80F6D3BDB}"/>
              </a:ext>
            </a:extLst>
          </p:cNvPr>
          <p:cNvSpPr txBox="1"/>
          <p:nvPr userDrawn="1"/>
        </p:nvSpPr>
        <p:spPr>
          <a:xfrm>
            <a:off x="766763" y="3282696"/>
            <a:ext cx="4608576" cy="320040"/>
          </a:xfrm>
          <a:prstGeom prst="rect">
            <a:avLst/>
          </a:prstGeom>
        </p:spPr>
        <p:txBody>
          <a:bodyPr vert="horz" wrap="square" lIns="0" tIns="0" rIns="0" bIns="0" rtlCol="0" anchor="t" anchorCtr="0">
            <a:normAutofit/>
          </a:bodyPr>
          <a:lstStyle/>
          <a:p>
            <a:pPr algn="l"/>
            <a:r>
              <a:rPr lang="en-US" b="1" noProof="0">
                <a:solidFill>
                  <a:srgbClr val="E31937"/>
                </a:solidFill>
              </a:rPr>
              <a:t>About CGI</a:t>
            </a:r>
          </a:p>
        </p:txBody>
      </p:sp>
      <p:sp>
        <p:nvSpPr>
          <p:cNvPr id="8" name="TextBox 7">
            <a:extLst>
              <a:ext uri="{FF2B5EF4-FFF2-40B4-BE49-F238E27FC236}">
                <a16:creationId xmlns:a16="http://schemas.microsoft.com/office/drawing/2014/main" id="{7B2627C1-E12E-A20D-EBCC-1D0135C82DE2}"/>
              </a:ext>
            </a:extLst>
          </p:cNvPr>
          <p:cNvSpPr txBox="1"/>
          <p:nvPr userDrawn="1"/>
        </p:nvSpPr>
        <p:spPr>
          <a:xfrm>
            <a:off x="766762" y="3858768"/>
            <a:ext cx="4608513" cy="2231136"/>
          </a:xfrm>
          <a:prstGeom prst="rect">
            <a:avLst/>
          </a:prstGeom>
        </p:spPr>
        <p:txBody>
          <a:bodyPr vert="horz" wrap="square" lIns="0" tIns="0" rIns="0" bIns="0" rtlCol="0" anchor="t" anchorCtr="0">
            <a:normAutofit/>
          </a:bodyPr>
          <a:lstStyle/>
          <a:p>
            <a:pPr>
              <a:lnSpc>
                <a:spcPct val="110000"/>
              </a:lnSpc>
              <a:spcBef>
                <a:spcPts val="500"/>
              </a:spcBef>
            </a:pPr>
            <a:r>
              <a:rPr lang="en-US" sz="1200" b="1" noProof="0" dirty="0"/>
              <a:t>Insights you can act on</a:t>
            </a:r>
          </a:p>
          <a:p>
            <a:pPr>
              <a:lnSpc>
                <a:spcPct val="110000"/>
              </a:lnSpc>
              <a:spcBef>
                <a:spcPts val="500"/>
              </a:spcBef>
              <a:spcAft>
                <a:spcPts val="600"/>
              </a:spcAft>
            </a:pPr>
            <a:r>
              <a:rPr lang="en-US" sz="1200" noProof="0" dirty="0"/>
              <a:t>Founded in 1976, CGI is among the largest IT and business consulting services firms in the world.</a:t>
            </a:r>
          </a:p>
          <a:p>
            <a:pPr marL="0" marR="0" indent="0" algn="l" defTabSz="914400" rtl="0" eaLnBrk="1" fontAlgn="auto" latinLnBrk="0" hangingPunct="1">
              <a:lnSpc>
                <a:spcPct val="110000"/>
              </a:lnSpc>
              <a:spcBef>
                <a:spcPts val="500"/>
              </a:spcBef>
              <a:spcAft>
                <a:spcPts val="600"/>
              </a:spcAft>
              <a:buClrTx/>
              <a:buSzTx/>
              <a:buFontTx/>
              <a:buNone/>
              <a:tabLst/>
              <a:defRPr/>
            </a:pPr>
            <a:r>
              <a:rPr lang="en-US" sz="1200" noProof="0" dirty="0"/>
              <a:t>We are insights-driven and outcomes-focused to help accelerate returns on your investments. Across hundreds of locations worldwide, we provide comprehensive, scalable and sustainable </a:t>
            </a:r>
            <a:br>
              <a:rPr lang="en-US" sz="1200" noProof="0" dirty="0"/>
            </a:br>
            <a:r>
              <a:rPr lang="en-US" sz="1200" noProof="0" dirty="0"/>
              <a:t>IT and business consulting services that are informed globally and delivered locally.</a:t>
            </a:r>
          </a:p>
          <a:p>
            <a:pPr>
              <a:lnSpc>
                <a:spcPct val="110000"/>
              </a:lnSpc>
              <a:spcBef>
                <a:spcPts val="500"/>
              </a:spcBef>
              <a:spcAft>
                <a:spcPts val="600"/>
              </a:spcAft>
            </a:pPr>
            <a:r>
              <a:rPr lang="en-US" sz="1200" b="1" noProof="0" dirty="0" err="1"/>
              <a:t>cgi.com</a:t>
            </a:r>
            <a:endParaRPr lang="en-US" sz="1200" b="1" noProof="0" dirty="0"/>
          </a:p>
        </p:txBody>
      </p:sp>
      <p:pic>
        <p:nvPicPr>
          <p:cNvPr id="7" name="Image 6" descr="CGI Inc. logo">
            <a:extLst>
              <a:ext uri="{FF2B5EF4-FFF2-40B4-BE49-F238E27FC236}">
                <a16:creationId xmlns:a16="http://schemas.microsoft.com/office/drawing/2014/main" id="{626F09B8-6289-D048-8199-4C52FCE26409}"/>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9893670" y="5372174"/>
            <a:ext cx="1548659" cy="720650"/>
          </a:xfrm>
          <a:prstGeom prst="rect">
            <a:avLst/>
          </a:prstGeom>
        </p:spPr>
      </p:pic>
      <p:sp>
        <p:nvSpPr>
          <p:cNvPr id="3" name="Footer Placeholder 2">
            <a:extLst>
              <a:ext uri="{FF2B5EF4-FFF2-40B4-BE49-F238E27FC236}">
                <a16:creationId xmlns:a16="http://schemas.microsoft.com/office/drawing/2014/main" id="{95BF8B7B-FCFC-45CF-773C-C0190909605C}"/>
              </a:ext>
            </a:extLst>
          </p:cNvPr>
          <p:cNvSpPr>
            <a:spLocks noGrp="1"/>
          </p:cNvSpPr>
          <p:nvPr>
            <p:ph type="ftr" sz="quarter" idx="13"/>
          </p:nvPr>
        </p:nvSpPr>
        <p:spPr/>
        <p:txBody>
          <a:bodyPr/>
          <a:lstStyle/>
          <a:p>
            <a:endParaRPr lang="en-US" noProof="0"/>
          </a:p>
        </p:txBody>
      </p:sp>
      <p:sp>
        <p:nvSpPr>
          <p:cNvPr id="4" name="TextBox 3">
            <a:extLst>
              <a:ext uri="{FF2B5EF4-FFF2-40B4-BE49-F238E27FC236}">
                <a16:creationId xmlns:a16="http://schemas.microsoft.com/office/drawing/2014/main" id="{34BB9D9E-BEEE-51E3-062F-07D099B91776}"/>
              </a:ext>
            </a:extLst>
          </p:cNvPr>
          <p:cNvSpPr txBox="1"/>
          <p:nvPr userDrawn="1"/>
        </p:nvSpPr>
        <p:spPr>
          <a:xfrm>
            <a:off x="11163033" y="6345144"/>
            <a:ext cx="365760" cy="182880"/>
          </a:xfrm>
          <a:prstGeom prst="rect">
            <a:avLst/>
          </a:prstGeom>
          <a:solidFill>
            <a:schemeClr val="bg1"/>
          </a:solidFill>
        </p:spPr>
        <p:txBody>
          <a:bodyPr vert="horz" wrap="square" lIns="0" tIns="0" rIns="0" bIns="0" rtlCol="0" anchor="t" anchorCtr="0">
            <a:normAutofit fontScale="85000" lnSpcReduction="20000"/>
          </a:bodyPr>
          <a:lstStyle/>
          <a:p>
            <a:pPr algn="l"/>
            <a:endParaRPr lang="en-US" noProof="0"/>
          </a:p>
        </p:txBody>
      </p:sp>
      <p:sp>
        <p:nvSpPr>
          <p:cNvPr id="5" name="Slide Number Placeholder 7">
            <a:extLst>
              <a:ext uri="{FF2B5EF4-FFF2-40B4-BE49-F238E27FC236}">
                <a16:creationId xmlns:a16="http://schemas.microsoft.com/office/drawing/2014/main" id="{B5806568-20EF-02F7-9776-193BEBDD3B43}"/>
              </a:ext>
              <a:ext uri="{C183D7F6-B498-43B3-948B-1728B52AA6E4}">
                <adec:decorative xmlns:adec="http://schemas.microsoft.com/office/drawing/2017/decorative" val="1"/>
              </a:ext>
            </a:extLst>
          </p:cNvPr>
          <p:cNvSpPr>
            <a:spLocks noGrp="1"/>
          </p:cNvSpPr>
          <p:nvPr>
            <p:ph type="sldNum" sz="quarter" idx="12"/>
          </p:nvPr>
        </p:nvSpPr>
        <p:spPr>
          <a:xfrm>
            <a:off x="11163034" y="6967728"/>
            <a:ext cx="261660" cy="137160"/>
          </a:xfrm>
        </p:spPr>
        <p:txBody>
          <a:bodyPr/>
          <a:lstStyle/>
          <a:p>
            <a:fld id="{525A3C56-E491-49B2-93F3-63532DF516BC}" type="slidenum">
              <a:rPr lang="en-US" noProof="0" smtClean="0"/>
              <a:pPr/>
              <a:t>‹n°›</a:t>
            </a:fld>
            <a:endParaRPr lang="en-US" noProof="0"/>
          </a:p>
        </p:txBody>
      </p:sp>
    </p:spTree>
    <p:extLst>
      <p:ext uri="{BB962C8B-B14F-4D97-AF65-F5344CB8AC3E}">
        <p14:creationId xmlns:p14="http://schemas.microsoft.com/office/powerpoint/2010/main" val="1183648596"/>
      </p:ext>
    </p:extLst>
  </p:cSld>
  <p:clrMapOvr>
    <a:masterClrMapping/>
  </p:clrMapOvr>
  <p:transition/>
</p:sldLayout>
</file>

<file path=ppt/slideLayouts/slideLayout89.xml><?xml version="1.0" encoding="utf-8"?>
<p:sldLayout xmlns:a="http://schemas.openxmlformats.org/drawingml/2006/main" xmlns:r="http://schemas.openxmlformats.org/officeDocument/2006/relationships" xmlns:p="http://schemas.openxmlformats.org/presentationml/2006/main" preserve="1" userDrawn="1">
  <p:cSld name="Read Only - End of slide layouts">
    <p:bg>
      <p:bgPr>
        <a:solidFill>
          <a:schemeClr val="tx1"/>
        </a:solidFill>
        <a:effectLst/>
      </p:bgPr>
    </p:bg>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8539E471-216A-F16D-9EED-678F84B8F90D}"/>
              </a:ext>
              <a:ext uri="{C183D7F6-B498-43B3-948B-1728B52AA6E4}">
                <adec:decorative xmlns:adec="http://schemas.microsoft.com/office/drawing/2017/decorative" val="1"/>
              </a:ext>
            </a:extLst>
          </p:cNvPr>
          <p:cNvSpPr>
            <a:spLocks noGrp="1"/>
          </p:cNvSpPr>
          <p:nvPr>
            <p:ph type="ftr" sz="quarter" idx="13"/>
          </p:nvPr>
        </p:nvSpPr>
        <p:spPr/>
        <p:txBody>
          <a:bodyPr/>
          <a:lstStyle/>
          <a:p>
            <a:endParaRPr lang="en-US" noProof="0"/>
          </a:p>
        </p:txBody>
      </p:sp>
      <p:sp>
        <p:nvSpPr>
          <p:cNvPr id="8" name="Slide Number Placeholder 7">
            <a:extLst>
              <a:ext uri="{FF2B5EF4-FFF2-40B4-BE49-F238E27FC236}">
                <a16:creationId xmlns:a16="http://schemas.microsoft.com/office/drawing/2014/main" id="{F005B678-1769-99EA-ECF6-E729115A540D}"/>
              </a:ext>
              <a:ext uri="{C183D7F6-B498-43B3-948B-1728B52AA6E4}">
                <adec:decorative xmlns:adec="http://schemas.microsoft.com/office/drawing/2017/decorative" val="1"/>
              </a:ext>
            </a:extLst>
          </p:cNvPr>
          <p:cNvSpPr>
            <a:spLocks noGrp="1"/>
          </p:cNvSpPr>
          <p:nvPr>
            <p:ph type="sldNum" sz="quarter" idx="12"/>
          </p:nvPr>
        </p:nvSpPr>
        <p:spPr/>
        <p:txBody>
          <a:bodyPr/>
          <a:lstStyle/>
          <a:p>
            <a:fld id="{525A3C56-E491-49B2-93F3-63532DF516BC}" type="slidenum">
              <a:rPr lang="en-US" noProof="0" smtClean="0"/>
              <a:pPr/>
              <a:t>‹n°›</a:t>
            </a:fld>
            <a:endParaRPr lang="en-US" noProof="0"/>
          </a:p>
        </p:txBody>
      </p:sp>
      <p:sp>
        <p:nvSpPr>
          <p:cNvPr id="4" name="TextBox 3">
            <a:extLst>
              <a:ext uri="{FF2B5EF4-FFF2-40B4-BE49-F238E27FC236}">
                <a16:creationId xmlns:a16="http://schemas.microsoft.com/office/drawing/2014/main" id="{BCED8B9F-977E-4292-9524-3F0A97972769}"/>
              </a:ext>
            </a:extLst>
          </p:cNvPr>
          <p:cNvSpPr txBox="1"/>
          <p:nvPr userDrawn="1"/>
        </p:nvSpPr>
        <p:spPr>
          <a:xfrm>
            <a:off x="0" y="0"/>
            <a:ext cx="12192000" cy="6858000"/>
          </a:xfrm>
          <a:prstGeom prst="rect">
            <a:avLst/>
          </a:prstGeom>
          <a:solidFill>
            <a:srgbClr val="333333"/>
          </a:solidFill>
        </p:spPr>
        <p:txBody>
          <a:bodyPr vert="horz" wrap="square" lIns="0" tIns="0" rIns="0" bIns="0" rtlCol="0" anchor="t" anchorCtr="0">
            <a:normAutofit/>
          </a:bodyPr>
          <a:lstStyle/>
          <a:p>
            <a:pPr algn="ctr"/>
            <a:endParaRPr lang="en-US" sz="34400">
              <a:solidFill>
                <a:schemeClr val="bg1"/>
              </a:solidFill>
            </a:endParaRPr>
          </a:p>
        </p:txBody>
      </p:sp>
    </p:spTree>
    <p:extLst>
      <p:ext uri="{BB962C8B-B14F-4D97-AF65-F5344CB8AC3E}">
        <p14:creationId xmlns:p14="http://schemas.microsoft.com/office/powerpoint/2010/main" val="3094766710"/>
      </p:ext>
    </p:extLst>
  </p:cSld>
  <p:clrMapOvr>
    <a:masterClrMapping/>
  </p:clrMapOvr>
  <p:transition/>
  <p:extLst>
    <p:ext uri="{DCECCB84-F9BA-43D5-87BE-67443E8EF086}">
      <p15:sldGuideLst xmlns:p15="http://schemas.microsoft.com/office/powerpoint/2012/main"/>
    </p:ext>
  </p:extLst>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slideLayout" Target="../slideLayouts/slideLayout20.xml"/><Relationship Id="rId21" Type="http://schemas.openxmlformats.org/officeDocument/2006/relationships/slideLayout" Target="../slideLayouts/slideLayout21.xml"/><Relationship Id="rId22" Type="http://schemas.openxmlformats.org/officeDocument/2006/relationships/slideLayout" Target="../slideLayouts/slideLayout22.xml"/><Relationship Id="rId23" Type="http://schemas.openxmlformats.org/officeDocument/2006/relationships/slideLayout" Target="../slideLayouts/slideLayout23.xml"/><Relationship Id="rId24" Type="http://schemas.openxmlformats.org/officeDocument/2006/relationships/slideLayout" Target="../slideLayouts/slideLayout24.xml"/><Relationship Id="rId25" Type="http://schemas.openxmlformats.org/officeDocument/2006/relationships/slideLayout" Target="../slideLayouts/slideLayout25.xml"/><Relationship Id="rId26" Type="http://schemas.openxmlformats.org/officeDocument/2006/relationships/slideLayout" Target="../slideLayouts/slideLayout26.xml"/><Relationship Id="rId27" Type="http://schemas.openxmlformats.org/officeDocument/2006/relationships/slideLayout" Target="../slideLayouts/slideLayout27.xml"/><Relationship Id="rId28" Type="http://schemas.openxmlformats.org/officeDocument/2006/relationships/slideLayout" Target="../slideLayouts/slideLayout28.xml"/><Relationship Id="rId29" Type="http://schemas.openxmlformats.org/officeDocument/2006/relationships/slideLayout" Target="../slideLayouts/slideLayout29.xml"/><Relationship Id="rId30" Type="http://schemas.openxmlformats.org/officeDocument/2006/relationships/slideLayout" Target="../slideLayouts/slideLayout30.xml"/><Relationship Id="rId31" Type="http://schemas.openxmlformats.org/officeDocument/2006/relationships/slideLayout" Target="../slideLayouts/slideLayout31.xml"/><Relationship Id="rId32" Type="http://schemas.openxmlformats.org/officeDocument/2006/relationships/slideLayout" Target="../slideLayouts/slideLayout32.xml"/><Relationship Id="rId33" Type="http://schemas.openxmlformats.org/officeDocument/2006/relationships/slideLayout" Target="../slideLayouts/slideLayout33.xml"/><Relationship Id="rId34" Type="http://schemas.openxmlformats.org/officeDocument/2006/relationships/slideLayout" Target="../slideLayouts/slideLayout34.xml"/><Relationship Id="rId35" Type="http://schemas.openxmlformats.org/officeDocument/2006/relationships/slideLayout" Target="../slideLayouts/slideLayout35.xml"/><Relationship Id="rId36" Type="http://schemas.openxmlformats.org/officeDocument/2006/relationships/slideLayout" Target="../slideLayouts/slideLayout36.xml"/><Relationship Id="rId37" Type="http://schemas.openxmlformats.org/officeDocument/2006/relationships/slideLayout" Target="../slideLayouts/slideLayout37.xml"/><Relationship Id="rId38" Type="http://schemas.openxmlformats.org/officeDocument/2006/relationships/slideLayout" Target="../slideLayouts/slideLayout38.xml"/><Relationship Id="rId39" Type="http://schemas.openxmlformats.org/officeDocument/2006/relationships/slideLayout" Target="../slideLayouts/slideLayout39.xml"/><Relationship Id="rId40" Type="http://schemas.openxmlformats.org/officeDocument/2006/relationships/slideLayout" Target="../slideLayouts/slideLayout40.xml"/><Relationship Id="rId41" Type="http://schemas.openxmlformats.org/officeDocument/2006/relationships/slideLayout" Target="../slideLayouts/slideLayout41.xml"/><Relationship Id="rId42" Type="http://schemas.openxmlformats.org/officeDocument/2006/relationships/slideLayout" Target="../slideLayouts/slideLayout42.xml"/><Relationship Id="rId43" Type="http://schemas.openxmlformats.org/officeDocument/2006/relationships/slideLayout" Target="../slideLayouts/slideLayout43.xml"/><Relationship Id="rId44" Type="http://schemas.openxmlformats.org/officeDocument/2006/relationships/slideLayout" Target="../slideLayouts/slideLayout44.xml"/><Relationship Id="rId45" Type="http://schemas.openxmlformats.org/officeDocument/2006/relationships/slideLayout" Target="../slideLayouts/slideLayout45.xml"/><Relationship Id="rId46" Type="http://schemas.openxmlformats.org/officeDocument/2006/relationships/slideLayout" Target="../slideLayouts/slideLayout46.xml"/><Relationship Id="rId47" Type="http://schemas.openxmlformats.org/officeDocument/2006/relationships/slideLayout" Target="../slideLayouts/slideLayout47.xml"/><Relationship Id="rId48" Type="http://schemas.openxmlformats.org/officeDocument/2006/relationships/slideLayout" Target="../slideLayouts/slideLayout48.xml"/><Relationship Id="rId49" Type="http://schemas.openxmlformats.org/officeDocument/2006/relationships/slideLayout" Target="../slideLayouts/slideLayout49.xml"/><Relationship Id="rId50" Type="http://schemas.openxmlformats.org/officeDocument/2006/relationships/slideLayout" Target="../slideLayouts/slideLayout50.xml"/><Relationship Id="rId51" Type="http://schemas.openxmlformats.org/officeDocument/2006/relationships/slideLayout" Target="../slideLayouts/slideLayout51.xml"/><Relationship Id="rId52" Type="http://schemas.openxmlformats.org/officeDocument/2006/relationships/slideLayout" Target="../slideLayouts/slideLayout52.xml"/><Relationship Id="rId53" Type="http://schemas.openxmlformats.org/officeDocument/2006/relationships/slideLayout" Target="../slideLayouts/slideLayout53.xml"/><Relationship Id="rId54" Type="http://schemas.openxmlformats.org/officeDocument/2006/relationships/slideLayout" Target="../slideLayouts/slideLayout54.xml"/><Relationship Id="rId55" Type="http://schemas.openxmlformats.org/officeDocument/2006/relationships/slideLayout" Target="../slideLayouts/slideLayout55.xml"/><Relationship Id="rId56" Type="http://schemas.openxmlformats.org/officeDocument/2006/relationships/slideLayout" Target="../slideLayouts/slideLayout56.xml"/><Relationship Id="rId57" Type="http://schemas.openxmlformats.org/officeDocument/2006/relationships/slideLayout" Target="../slideLayouts/slideLayout57.xml"/><Relationship Id="rId58" Type="http://schemas.openxmlformats.org/officeDocument/2006/relationships/slideLayout" Target="../slideLayouts/slideLayout58.xml"/><Relationship Id="rId59" Type="http://schemas.openxmlformats.org/officeDocument/2006/relationships/slideLayout" Target="../slideLayouts/slideLayout59.xml"/><Relationship Id="rId60" Type="http://schemas.openxmlformats.org/officeDocument/2006/relationships/slideLayout" Target="../slideLayouts/slideLayout60.xml"/><Relationship Id="rId61" Type="http://schemas.openxmlformats.org/officeDocument/2006/relationships/slideLayout" Target="../slideLayouts/slideLayout61.xml"/><Relationship Id="rId62" Type="http://schemas.openxmlformats.org/officeDocument/2006/relationships/slideLayout" Target="../slideLayouts/slideLayout62.xml"/><Relationship Id="rId63" Type="http://schemas.openxmlformats.org/officeDocument/2006/relationships/slideLayout" Target="../slideLayouts/slideLayout63.xml"/><Relationship Id="rId64" Type="http://schemas.openxmlformats.org/officeDocument/2006/relationships/slideLayout" Target="../slideLayouts/slideLayout64.xml"/><Relationship Id="rId65" Type="http://schemas.openxmlformats.org/officeDocument/2006/relationships/slideLayout" Target="../slideLayouts/slideLayout65.xml"/><Relationship Id="rId66" Type="http://schemas.openxmlformats.org/officeDocument/2006/relationships/slideLayout" Target="../slideLayouts/slideLayout66.xml"/><Relationship Id="rId67" Type="http://schemas.openxmlformats.org/officeDocument/2006/relationships/slideLayout" Target="../slideLayouts/slideLayout67.xml"/><Relationship Id="rId68" Type="http://schemas.openxmlformats.org/officeDocument/2006/relationships/slideLayout" Target="../slideLayouts/slideLayout68.xml"/><Relationship Id="rId69" Type="http://schemas.openxmlformats.org/officeDocument/2006/relationships/slideLayout" Target="../slideLayouts/slideLayout69.xml"/><Relationship Id="rId70" Type="http://schemas.openxmlformats.org/officeDocument/2006/relationships/slideLayout" Target="../slideLayouts/slideLayout70.xml"/><Relationship Id="rId71" Type="http://schemas.openxmlformats.org/officeDocument/2006/relationships/slideLayout" Target="../slideLayouts/slideLayout71.xml"/><Relationship Id="rId72" Type="http://schemas.openxmlformats.org/officeDocument/2006/relationships/slideLayout" Target="../slideLayouts/slideLayout72.xml"/><Relationship Id="rId73" Type="http://schemas.openxmlformats.org/officeDocument/2006/relationships/slideLayout" Target="../slideLayouts/slideLayout73.xml"/><Relationship Id="rId74" Type="http://schemas.openxmlformats.org/officeDocument/2006/relationships/slideLayout" Target="../slideLayouts/slideLayout74.xml"/><Relationship Id="rId75" Type="http://schemas.openxmlformats.org/officeDocument/2006/relationships/slideLayout" Target="../slideLayouts/slideLayout75.xml"/><Relationship Id="rId76" Type="http://schemas.openxmlformats.org/officeDocument/2006/relationships/slideLayout" Target="../slideLayouts/slideLayout76.xml"/><Relationship Id="rId77" Type="http://schemas.openxmlformats.org/officeDocument/2006/relationships/slideLayout" Target="../slideLayouts/slideLayout77.xml"/><Relationship Id="rId78" Type="http://schemas.openxmlformats.org/officeDocument/2006/relationships/slideLayout" Target="../slideLayouts/slideLayout78.xml"/><Relationship Id="rId79" Type="http://schemas.openxmlformats.org/officeDocument/2006/relationships/slideLayout" Target="../slideLayouts/slideLayout79.xml"/><Relationship Id="rId80" Type="http://schemas.openxmlformats.org/officeDocument/2006/relationships/slideLayout" Target="../slideLayouts/slideLayout80.xml"/><Relationship Id="rId81" Type="http://schemas.openxmlformats.org/officeDocument/2006/relationships/slideLayout" Target="../slideLayouts/slideLayout81.xml"/><Relationship Id="rId82" Type="http://schemas.openxmlformats.org/officeDocument/2006/relationships/slideLayout" Target="../slideLayouts/slideLayout82.xml"/><Relationship Id="rId83" Type="http://schemas.openxmlformats.org/officeDocument/2006/relationships/slideLayout" Target="../slideLayouts/slideLayout83.xml"/><Relationship Id="rId84" Type="http://schemas.openxmlformats.org/officeDocument/2006/relationships/slideLayout" Target="../slideLayouts/slideLayout84.xml"/><Relationship Id="rId85" Type="http://schemas.openxmlformats.org/officeDocument/2006/relationships/slideLayout" Target="../slideLayouts/slideLayout85.xml"/><Relationship Id="rId86" Type="http://schemas.openxmlformats.org/officeDocument/2006/relationships/slideLayout" Target="../slideLayouts/slideLayout86.xml"/><Relationship Id="rId87" Type="http://schemas.openxmlformats.org/officeDocument/2006/relationships/slideLayout" Target="../slideLayouts/slideLayout87.xml"/><Relationship Id="rId88" Type="http://schemas.openxmlformats.org/officeDocument/2006/relationships/slideLayout" Target="../slideLayouts/slideLayout88.xml"/><Relationship Id="rId89" Type="http://schemas.openxmlformats.org/officeDocument/2006/relationships/slideLayout" Target="../slideLayouts/slideLayout89.xml"/><Relationship Id="rId90"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766763" y="682514"/>
            <a:ext cx="10658475" cy="532765"/>
          </a:xfrm>
          <a:prstGeom prst="rect">
            <a:avLst/>
          </a:prstGeom>
        </p:spPr>
        <p:txBody>
          <a:bodyPr vert="horz" lIns="0" tIns="0" rIns="0" bIns="0" rtlCol="0" anchor="t" anchorCtr="0">
            <a:noAutofit/>
          </a:bodyPr>
          <a:lstStyle/>
          <a:p>
            <a:endParaRPr lang="en-US" noProof="0"/>
          </a:p>
        </p:txBody>
      </p:sp>
      <p:sp>
        <p:nvSpPr>
          <p:cNvPr id="7" name="Text Placeholder 6">
            <a:extLst>
              <a:ext uri="{FF2B5EF4-FFF2-40B4-BE49-F238E27FC236}">
                <a16:creationId xmlns:a16="http://schemas.microsoft.com/office/drawing/2014/main" id="{EAA6994A-D67A-D275-E6E1-A9066A768579}"/>
              </a:ext>
            </a:extLst>
          </p:cNvPr>
          <p:cNvSpPr>
            <a:spLocks noGrp="1"/>
          </p:cNvSpPr>
          <p:nvPr>
            <p:ph type="body" idx="1"/>
          </p:nvPr>
        </p:nvSpPr>
        <p:spPr>
          <a:xfrm>
            <a:off x="768096" y="1527048"/>
            <a:ext cx="10661904" cy="4562856"/>
          </a:xfrm>
          <a:prstGeom prst="rect">
            <a:avLst/>
          </a:prstGeom>
        </p:spPr>
        <p:txBody>
          <a:bodyPr vert="horz" lIns="0" tIns="0" rIns="0" bIns="0" rtlCol="0">
            <a:noAutofit/>
          </a:bodyPr>
          <a:lstStyle/>
          <a:p>
            <a:pPr lvl="0"/>
            <a:r>
              <a:rPr lang="fr-CA" noProof="0"/>
              <a:t>Cliquez pour modifier les styles du texte du masque</a:t>
            </a:r>
          </a:p>
          <a:p>
            <a:pPr lvl="1"/>
            <a:r>
              <a:rPr lang="fr-CA" noProof="0"/>
              <a:t>Deuxième niveau</a:t>
            </a:r>
          </a:p>
          <a:p>
            <a:pPr lvl="2"/>
            <a:r>
              <a:rPr lang="fr-CA" noProof="0"/>
              <a:t>Troisième niveau</a:t>
            </a:r>
          </a:p>
          <a:p>
            <a:pPr lvl="3"/>
            <a:r>
              <a:rPr lang="fr-CA" noProof="0"/>
              <a:t>Quatrième niveau</a:t>
            </a:r>
          </a:p>
          <a:p>
            <a:pPr lvl="4"/>
            <a:r>
              <a:rPr lang="fr-CA" noProof="0"/>
              <a:t>Cinquième niveau</a:t>
            </a:r>
            <a:endParaRPr lang="en-US" noProof="0"/>
          </a:p>
        </p:txBody>
      </p:sp>
      <p:sp>
        <p:nvSpPr>
          <p:cNvPr id="5" name="TextBox 4">
            <a:extLst>
              <a:ext uri="{FF2B5EF4-FFF2-40B4-BE49-F238E27FC236}">
                <a16:creationId xmlns:a16="http://schemas.microsoft.com/office/drawing/2014/main" id="{2028125A-CE44-EA24-6422-3D620A31D93E}"/>
              </a:ext>
            </a:extLst>
          </p:cNvPr>
          <p:cNvSpPr txBox="1"/>
          <p:nvPr userDrawn="1"/>
        </p:nvSpPr>
        <p:spPr>
          <a:xfrm>
            <a:off x="768096" y="6364224"/>
            <a:ext cx="2743200" cy="137160"/>
          </a:xfrm>
          <a:prstGeom prst="rect">
            <a:avLst/>
          </a:prstGeom>
        </p:spPr>
        <p:txBody>
          <a:bodyPr vert="horz" wrap="square" lIns="0" tIns="0" rIns="0" bIns="0" rtlCol="0" anchor="t" anchorCtr="0">
            <a:noAutofit/>
          </a:bodyPr>
          <a:lstStyle/>
          <a:p>
            <a:r>
              <a:rPr lang="en-US" sz="900" dirty="0"/>
              <a:t>© 2026 CGI Inc.</a:t>
            </a:r>
            <a:endParaRPr lang="en-CA" sz="900" dirty="0"/>
          </a:p>
        </p:txBody>
      </p:sp>
      <p:sp>
        <p:nvSpPr>
          <p:cNvPr id="8" name="TextBox 7">
            <a:extLst>
              <a:ext uri="{FF2B5EF4-FFF2-40B4-BE49-F238E27FC236}">
                <a16:creationId xmlns:a16="http://schemas.microsoft.com/office/drawing/2014/main" id="{BB57DA4E-FDAF-661C-4EF2-19948FE7A37A}"/>
              </a:ext>
            </a:extLst>
          </p:cNvPr>
          <p:cNvSpPr txBox="1"/>
          <p:nvPr>
            <p:extLst>
              <p:ext uri="{1162E1C5-73C7-4A58-AE30-91384D911F3F}">
                <p184:classification xmlns:p184="http://schemas.microsoft.com/office/powerpoint/2018/4/main" val="ftr"/>
              </p:ext>
            </p:extLst>
          </p:nvPr>
        </p:nvSpPr>
        <p:spPr>
          <a:xfrm>
            <a:off x="5905500" y="6365240"/>
            <a:ext cx="412750" cy="137160"/>
          </a:xfrm>
          <a:prstGeom prst="rect">
            <a:avLst/>
          </a:prstGeom>
        </p:spPr>
        <p:txBody>
          <a:bodyPr horzOverflow="overflow" lIns="0" tIns="0" rIns="0" bIns="0">
            <a:spAutoFit/>
          </a:bodyPr>
          <a:lstStyle/>
          <a:p>
            <a:pPr algn="l"/>
            <a:r>
              <a:rPr lang="en-US" sz="900">
                <a:solidFill>
                  <a:srgbClr val="000000"/>
                </a:solidFill>
                <a:latin typeface="Arial" panose="020B0604020202020204" pitchFamily="34" charset="0"/>
                <a:cs typeface="Arial" panose="020B0604020202020204" pitchFamily="34" charset="0"/>
              </a:rPr>
              <a:t>Internal</a:t>
            </a:r>
          </a:p>
        </p:txBody>
      </p:sp>
      <p:sp>
        <p:nvSpPr>
          <p:cNvPr id="4" name="TextBox 3">
            <a:extLst>
              <a:ext uri="{FF2B5EF4-FFF2-40B4-BE49-F238E27FC236}">
                <a16:creationId xmlns:a16="http://schemas.microsoft.com/office/drawing/2014/main" id="{46CD75ED-04E3-1615-7A72-5844C3E4AD65}"/>
              </a:ext>
              <a:ext uri="{C183D7F6-B498-43B3-948B-1728B52AA6E4}">
                <adec:decorative xmlns:adec="http://schemas.microsoft.com/office/drawing/2017/decorative" val="1"/>
              </a:ext>
            </a:extLst>
          </p:cNvPr>
          <p:cNvSpPr txBox="1"/>
          <p:nvPr userDrawn="1"/>
        </p:nvSpPr>
        <p:spPr>
          <a:xfrm>
            <a:off x="11164824" y="6364224"/>
            <a:ext cx="265176" cy="137160"/>
          </a:xfrm>
          <a:prstGeom prst="rect">
            <a:avLst/>
          </a:prstGeom>
        </p:spPr>
        <p:txBody>
          <a:bodyPr vert="horz" wrap="square" lIns="0" tIns="0" rIns="0" bIns="0" rtlCol="0" anchor="t"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25A3C56-E491-49B2-93F3-63532DF516BC}" type="slidenum">
              <a:rPr lang="en-US" sz="900" noProof="0" smtClean="0"/>
              <a:pPr marL="0" marR="0" lvl="0" indent="0" algn="r" defTabSz="914400" rtl="0" eaLnBrk="1" fontAlgn="auto" latinLnBrk="0" hangingPunct="1">
                <a:lnSpc>
                  <a:spcPct val="100000"/>
                </a:lnSpc>
                <a:spcBef>
                  <a:spcPts val="0"/>
                </a:spcBef>
                <a:spcAft>
                  <a:spcPts val="0"/>
                </a:spcAft>
                <a:buClrTx/>
                <a:buSzTx/>
                <a:buFontTx/>
                <a:buNone/>
                <a:tabLst/>
                <a:defRPr/>
              </a:pPr>
              <a:t>‹n°›</a:t>
            </a:fld>
            <a:endParaRPr lang="en-US" sz="900" noProof="0"/>
          </a:p>
          <a:p>
            <a:pPr algn="l"/>
            <a:endParaRPr lang="en-US" sz="900" noProof="0"/>
          </a:p>
        </p:txBody>
      </p:sp>
      <p:sp>
        <p:nvSpPr>
          <p:cNvPr id="6" name="Footer Placeholder 5">
            <a:extLst>
              <a:ext uri="{FF2B5EF4-FFF2-40B4-BE49-F238E27FC236}">
                <a16:creationId xmlns:a16="http://schemas.microsoft.com/office/drawing/2014/main" id="{F909B625-DA2A-6A9C-1194-02961B28B8CC}"/>
              </a:ext>
              <a:ext uri="{C183D7F6-B498-43B3-948B-1728B52AA6E4}">
                <adec:decorative xmlns:adec="http://schemas.microsoft.com/office/drawing/2017/decorative" val="1"/>
              </a:ext>
            </a:extLst>
          </p:cNvPr>
          <p:cNvSpPr>
            <a:spLocks noGrp="1"/>
          </p:cNvSpPr>
          <p:nvPr>
            <p:ph type="ftr" sz="quarter" idx="3"/>
          </p:nvPr>
        </p:nvSpPr>
        <p:spPr>
          <a:xfrm>
            <a:off x="4038600" y="6967728"/>
            <a:ext cx="4114800" cy="137160"/>
          </a:xfrm>
          <a:prstGeom prst="rect">
            <a:avLst/>
          </a:prstGeom>
        </p:spPr>
        <p:txBody>
          <a:bodyPr vert="horz" lIns="0" tIns="0" rIns="0" bIns="0" rtlCol="0" anchor="t" anchorCtr="0"/>
          <a:lstStyle>
            <a:lvl1pPr algn="ctr">
              <a:defRPr sz="900">
                <a:solidFill>
                  <a:srgbClr val="E6E6E6"/>
                </a:solidFill>
              </a:defRPr>
            </a:lvl1pPr>
          </a:lstStyle>
          <a:p>
            <a:endParaRPr lang="en-US" noProof="0"/>
          </a:p>
        </p:txBody>
      </p:sp>
      <p:sp>
        <p:nvSpPr>
          <p:cNvPr id="90" name="Slide Number Placeholder">
            <a:extLst>
              <a:ext uri="{C183D7F6-B498-43B3-948B-1728B52AA6E4}">
                <adec:decorative xmlns:adec="http://schemas.microsoft.com/office/drawing/2017/decorative" val="1"/>
              </a:ext>
            </a:extLst>
          </p:cNvPr>
          <p:cNvSpPr>
            <a:spLocks noGrp="1"/>
          </p:cNvSpPr>
          <p:nvPr>
            <p:ph type="sldNum" sz="quarter" idx="4"/>
          </p:nvPr>
        </p:nvSpPr>
        <p:spPr>
          <a:xfrm>
            <a:off x="11162244" y="6967728"/>
            <a:ext cx="261660" cy="137160"/>
          </a:xfrm>
          <a:prstGeom prst="rect">
            <a:avLst/>
          </a:prstGeom>
        </p:spPr>
        <p:txBody>
          <a:bodyPr wrap="square" lIns="0" tIns="0" rIns="0" bIns="0" anchor="t" anchorCtr="0">
            <a:noAutofit/>
          </a:bodyPr>
          <a:lstStyle>
            <a:lvl1pPr algn="r">
              <a:defRPr lang="en-GB" sz="900" kern="1200" noProof="0" smtClean="0">
                <a:solidFill>
                  <a:srgbClr val="E6E6E6"/>
                </a:solidFill>
                <a:latin typeface="+mn-lt"/>
                <a:ea typeface="+mn-ea"/>
                <a:cs typeface="Arial" pitchFamily="34" charset="0"/>
              </a:defRPr>
            </a:lvl1pPr>
          </a:lstStyle>
          <a:p>
            <a:fld id="{525A3C56-E491-49B2-93F3-63532DF516BC}" type="slidenum">
              <a:rPr lang="en-US" noProof="0" smtClean="0"/>
              <a:pPr/>
              <a:t>‹n°›</a:t>
            </a:fld>
            <a:endParaRPr lang="en-US" noProof="0"/>
          </a:p>
        </p:txBody>
      </p:sp>
    </p:spTree>
    <p:extLst>
      <p:ext uri="{BB962C8B-B14F-4D97-AF65-F5344CB8AC3E}">
        <p14:creationId xmlns:p14="http://schemas.microsoft.com/office/powerpoint/2010/main" val="675926287"/>
      </p:ext>
    </p:extLst>
  </p:cSld>
  <p:clrMap bg1="lt1" tx1="dk1" bg2="lt2" tx2="dk2" accent1="accent1" accent2="accent2" accent3="accent3" accent4="accent4" accent5="accent5" accent6="accent6" hlink="hlink" folHlink="folHlink"/>
  <p:sldLayoutIdLst>
    <p:sldLayoutId id="2147484318" r:id="rId1"/>
    <p:sldLayoutId id="2147484272" r:id="rId2"/>
    <p:sldLayoutId id="2147484273" r:id="rId3"/>
    <p:sldLayoutId id="2147484274" r:id="rId4"/>
    <p:sldLayoutId id="2147484329" r:id="rId5"/>
    <p:sldLayoutId id="2147484334" r:id="rId6"/>
    <p:sldLayoutId id="2147484086" r:id="rId7"/>
    <p:sldLayoutId id="2147484275" r:id="rId8"/>
    <p:sldLayoutId id="2147484229" r:id="rId9"/>
    <p:sldLayoutId id="2147484243" r:id="rId10"/>
    <p:sldLayoutId id="2147484234" r:id="rId11"/>
    <p:sldLayoutId id="2147484319" r:id="rId12"/>
    <p:sldLayoutId id="2147484148" r:id="rId13"/>
    <p:sldLayoutId id="2147484157" r:id="rId14"/>
    <p:sldLayoutId id="2147484158" r:id="rId15"/>
    <p:sldLayoutId id="2147484183" r:id="rId16"/>
    <p:sldLayoutId id="2147484160" r:id="rId17"/>
    <p:sldLayoutId id="2147484161" r:id="rId18"/>
    <p:sldLayoutId id="2147484244" r:id="rId19"/>
    <p:sldLayoutId id="2147484164" r:id="rId20"/>
    <p:sldLayoutId id="2147484156" r:id="rId21"/>
    <p:sldLayoutId id="2147484168" r:id="rId22"/>
    <p:sldLayoutId id="2147484163" r:id="rId23"/>
    <p:sldLayoutId id="2147484170" r:id="rId24"/>
    <p:sldLayoutId id="2147484172" r:id="rId25"/>
    <p:sldLayoutId id="2147484184" r:id="rId26"/>
    <p:sldLayoutId id="2147484151" r:id="rId27"/>
    <p:sldLayoutId id="2147484152" r:id="rId28"/>
    <p:sldLayoutId id="2147484155" r:id="rId29"/>
    <p:sldLayoutId id="2147484150" r:id="rId30"/>
    <p:sldLayoutId id="2147484153" r:id="rId31"/>
    <p:sldLayoutId id="2147484154" r:id="rId32"/>
    <p:sldLayoutId id="2147484179" r:id="rId33"/>
    <p:sldLayoutId id="2147484180" r:id="rId34"/>
    <p:sldLayoutId id="2147484181" r:id="rId35"/>
    <p:sldLayoutId id="2147484182" r:id="rId36"/>
    <p:sldLayoutId id="2147484162" r:id="rId37"/>
    <p:sldLayoutId id="2147484320" r:id="rId38"/>
    <p:sldLayoutId id="2147484173" r:id="rId39"/>
    <p:sldLayoutId id="2147484174" r:id="rId40"/>
    <p:sldLayoutId id="2147484271" r:id="rId41"/>
    <p:sldLayoutId id="2147484175" r:id="rId42"/>
    <p:sldLayoutId id="2147484073" r:id="rId43"/>
    <p:sldLayoutId id="2147484246" r:id="rId44"/>
    <p:sldLayoutId id="2147484316" r:id="rId45"/>
    <p:sldLayoutId id="2147484079" r:id="rId46"/>
    <p:sldLayoutId id="2147484247" r:id="rId47"/>
    <p:sldLayoutId id="2147484080" r:id="rId48"/>
    <p:sldLayoutId id="2147484248" r:id="rId49"/>
    <p:sldLayoutId id="2147484081" r:id="rId50"/>
    <p:sldLayoutId id="2147484249" r:id="rId51"/>
    <p:sldLayoutId id="2147484082" r:id="rId52"/>
    <p:sldLayoutId id="2147484267" r:id="rId53"/>
    <p:sldLayoutId id="2147484321" r:id="rId54"/>
    <p:sldLayoutId id="2147484260" r:id="rId55"/>
    <p:sldLayoutId id="2147484265" r:id="rId56"/>
    <p:sldLayoutId id="2147484261" r:id="rId57"/>
    <p:sldLayoutId id="2147484044" r:id="rId58"/>
    <p:sldLayoutId id="2147484331" r:id="rId59"/>
    <p:sldLayoutId id="2147484332" r:id="rId60"/>
    <p:sldLayoutId id="2147484333" r:id="rId61"/>
    <p:sldLayoutId id="2147484226" r:id="rId62"/>
    <p:sldLayoutId id="2147484262" r:id="rId63"/>
    <p:sldLayoutId id="2147484324" r:id="rId64"/>
    <p:sldLayoutId id="2147484263" r:id="rId65"/>
    <p:sldLayoutId id="2147484325" r:id="rId66"/>
    <p:sldLayoutId id="2147484264" r:id="rId67"/>
    <p:sldLayoutId id="2147484317" r:id="rId68"/>
    <p:sldLayoutId id="2147484146" r:id="rId69"/>
    <p:sldLayoutId id="2147484145" r:id="rId70"/>
    <p:sldLayoutId id="2147484219" r:id="rId71"/>
    <p:sldLayoutId id="2147484255" r:id="rId72"/>
    <p:sldLayoutId id="2147484256" r:id="rId73"/>
    <p:sldLayoutId id="2147484257" r:id="rId74"/>
    <p:sldLayoutId id="2147484266" r:id="rId75"/>
    <p:sldLayoutId id="2147484259" r:id="rId76"/>
    <p:sldLayoutId id="2147484322" r:id="rId77"/>
    <p:sldLayoutId id="2147484268" r:id="rId78"/>
    <p:sldLayoutId id="2147484270" r:id="rId79"/>
    <p:sldLayoutId id="2147484239" r:id="rId80"/>
    <p:sldLayoutId id="2147484251" r:id="rId81"/>
    <p:sldLayoutId id="2147484240" r:id="rId82"/>
    <p:sldLayoutId id="2147484253" r:id="rId83"/>
    <p:sldLayoutId id="2147484323" r:id="rId84"/>
    <p:sldLayoutId id="2147484326" r:id="rId85"/>
    <p:sldLayoutId id="2147484241" r:id="rId86"/>
    <p:sldLayoutId id="2147484252" r:id="rId87"/>
    <p:sldLayoutId id="2147484242" r:id="rId88"/>
    <p:sldLayoutId id="2147484327" r:id="rId89"/>
  </p:sldLayoutIdLst>
  <p:transition/>
  <p:hf hdr="0" ftr="0"/>
  <p:txStyles>
    <p:titleStyle>
      <a:lvl1pPr algn="l" defTabSz="914400" rtl="0" eaLnBrk="1" latinLnBrk="0" hangingPunct="1">
        <a:spcBef>
          <a:spcPct val="0"/>
        </a:spcBef>
        <a:buNone/>
        <a:defRPr sz="2800" kern="1200">
          <a:solidFill>
            <a:schemeClr val="tx1"/>
          </a:solidFill>
          <a:latin typeface="+mj-lt"/>
          <a:ea typeface="+mj-ea"/>
          <a:cs typeface="+mj-cs"/>
        </a:defRPr>
      </a:lvl1pPr>
    </p:titleStyle>
    <p:bodyStyle>
      <a:lvl1pPr marL="0" indent="0" algn="l" defTabSz="914400" rtl="0" eaLnBrk="1" latinLnBrk="0" hangingPunct="1">
        <a:spcBef>
          <a:spcPts val="500"/>
        </a:spcBef>
        <a:buFont typeface="Arial" pitchFamily="34" charset="0"/>
        <a:buNone/>
        <a:defRPr sz="2000" kern="1200">
          <a:solidFill>
            <a:schemeClr val="tx1"/>
          </a:solidFill>
          <a:latin typeface="+mn-lt"/>
          <a:ea typeface="+mn-ea"/>
          <a:cs typeface="+mn-cs"/>
        </a:defRPr>
      </a:lvl1pPr>
      <a:lvl2pPr marL="230188" indent="-230188" algn="l" defTabSz="914400" rtl="0" eaLnBrk="1" latinLnBrk="0" hangingPunct="1">
        <a:spcBef>
          <a:spcPts val="500"/>
        </a:spcBef>
        <a:buFont typeface="Arial" panose="020B0604020202020204" pitchFamily="34" charset="0"/>
        <a:buChar char="•"/>
        <a:defRPr sz="2000" kern="1200">
          <a:solidFill>
            <a:schemeClr val="tx1"/>
          </a:solidFill>
          <a:latin typeface="+mn-lt"/>
          <a:ea typeface="+mn-ea"/>
          <a:cs typeface="+mn-cs"/>
        </a:defRPr>
      </a:lvl2pPr>
      <a:lvl3pPr marL="574675" indent="-234950" algn="l" defTabSz="914400" rtl="0" eaLnBrk="1" latinLnBrk="0" hangingPunct="1">
        <a:spcBef>
          <a:spcPts val="500"/>
        </a:spcBef>
        <a:buFont typeface="Arial" panose="020B0604020202020204" pitchFamily="34" charset="0"/>
        <a:buChar char="–"/>
        <a:defRPr sz="1800" kern="1200">
          <a:solidFill>
            <a:schemeClr val="tx1"/>
          </a:solidFill>
          <a:latin typeface="+mn-lt"/>
          <a:ea typeface="+mn-ea"/>
          <a:cs typeface="+mn-cs"/>
        </a:defRPr>
      </a:lvl3pPr>
      <a:lvl4pPr marL="803275" indent="-230188" algn="l" defTabSz="914400" rtl="0" eaLnBrk="1" latinLnBrk="0" hangingPunct="1">
        <a:spcBef>
          <a:spcPts val="500"/>
        </a:spcBef>
        <a:buFont typeface="Wingdings" panose="05000000000000000000" pitchFamily="2" charset="2"/>
        <a:buChar char="§"/>
        <a:defRPr sz="1600" kern="1200">
          <a:solidFill>
            <a:schemeClr val="tx1"/>
          </a:solidFill>
          <a:latin typeface="+mn-lt"/>
          <a:ea typeface="+mn-ea"/>
          <a:cs typeface="+mn-cs"/>
        </a:defRPr>
      </a:lvl4pPr>
      <a:lvl5pPr marL="1025525" indent="-222250" algn="l" defTabSz="914400" rtl="0" eaLnBrk="1" latinLnBrk="0" hangingPunct="1">
        <a:spcBef>
          <a:spcPts val="500"/>
        </a:spcBef>
        <a:buFont typeface="Courier New" panose="02070309020205020404" pitchFamily="49" charset="0"/>
        <a:buChar char="o"/>
        <a:defRPr sz="14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2" pos="3840" userDrawn="1">
          <p15:clr>
            <a:srgbClr val="F26B43"/>
          </p15:clr>
        </p15:guide>
        <p15:guide id="4" orient="horz" pos="3838">
          <p15:clr>
            <a:srgbClr val="F26B43"/>
          </p15:clr>
        </p15:guide>
        <p15:guide id="11" pos="7197">
          <p15:clr>
            <a:srgbClr val="F26B43"/>
          </p15:clr>
        </p15:guide>
        <p15:guide id="12" pos="7680">
          <p15:clr>
            <a:srgbClr val="F26B43"/>
          </p15:clr>
        </p15:guide>
        <p15:guide id="13" pos="6720">
          <p15:clr>
            <a:srgbClr val="F26B43"/>
          </p15:clr>
        </p15:guide>
        <p15:guide id="14" pos="6240" userDrawn="1">
          <p15:clr>
            <a:srgbClr val="F26B43"/>
          </p15:clr>
        </p15:guide>
        <p15:guide id="19">
          <p15:clr>
            <a:srgbClr val="F26B43"/>
          </p15:clr>
        </p15:guide>
        <p15:guide id="20" pos="480" userDrawn="1">
          <p15:clr>
            <a:srgbClr val="F26B43"/>
          </p15:clr>
        </p15:guide>
        <p15:guide id="22" orient="horz" pos="482">
          <p15:clr>
            <a:srgbClr val="F26B43"/>
          </p15:clr>
        </p15:guide>
        <p15:guide id="23" pos="5760" userDrawn="1">
          <p15:clr>
            <a:srgbClr val="F26B43"/>
          </p15:clr>
        </p15:guide>
        <p15:guide id="24" pos="5280" userDrawn="1">
          <p15:clr>
            <a:srgbClr val="F26B43"/>
          </p15:clr>
        </p15:guide>
        <p15:guide id="25" pos="4800" userDrawn="1">
          <p15:clr>
            <a:srgbClr val="F26B43"/>
          </p15:clr>
        </p15:guide>
        <p15:guide id="26" pos="4320" userDrawn="1">
          <p15:clr>
            <a:srgbClr val="F26B43"/>
          </p15:clr>
        </p15:guide>
        <p15:guide id="27" pos="3360" userDrawn="1">
          <p15:clr>
            <a:srgbClr val="F26B43"/>
          </p15:clr>
        </p15:guide>
        <p15:guide id="28" pos="2880" userDrawn="1">
          <p15:clr>
            <a:srgbClr val="F26B43"/>
          </p15:clr>
        </p15:guide>
        <p15:guide id="29" pos="2400" userDrawn="1">
          <p15:clr>
            <a:srgbClr val="F26B43"/>
          </p15:clr>
        </p15:guide>
        <p15:guide id="30" pos="1920" userDrawn="1">
          <p15:clr>
            <a:srgbClr val="F26B43"/>
          </p15:clr>
        </p15:guide>
        <p15:guide id="31" pos="1440" userDrawn="1">
          <p15:clr>
            <a:srgbClr val="F26B43"/>
          </p15:clr>
        </p15:guide>
        <p15:guide id="32" pos="960" userDrawn="1">
          <p15:clr>
            <a:srgbClr val="F26B43"/>
          </p15:clr>
        </p15:guide>
        <p15:guide id="33" orient="horz" pos="958" userDrawn="1">
          <p15:clr>
            <a:srgbClr val="A4A3A4"/>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7.xml"/><Relationship Id="rId2" Type="http://schemas.openxmlformats.org/officeDocument/2006/relationships/image" Target="../media/image2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7.xml"/><Relationship Id="rId2" Type="http://schemas.openxmlformats.org/officeDocument/2006/relationships/image" Target="../media/image2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7.xml"/><Relationship Id="rId2" Type="http://schemas.openxmlformats.org/officeDocument/2006/relationships/image" Target="../media/image23.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Tender Intelligence</a:t>
            </a:r>
          </a:p>
        </p:txBody>
      </p:sp>
      <p:sp>
        <p:nvSpPr>
          <p:cNvPr id="3" name="Text Placeholder 2"/>
          <p:cNvSpPr>
            <a:spLocks noGrp="1"/>
          </p:cNvSpPr>
          <p:nvPr>
            <p:ph type="body" idx="14" sz="quarter"/>
          </p:nvPr>
        </p:nvSpPr>
        <p:spPr/>
        <p:txBody>
          <a:bodyPr/>
          <a:lstStyle/>
          <a:p>
            <a:r>
              <a:t>Automated Public Sector Tender Monitoring for CGI</a:t>
            </a:r>
          </a:p>
          <a:p/>
          <a:p>
            <a:r>
              <a:t>Working Proof of Concept — April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320040" y="384048"/>
            <a:ext cx="10607040" cy="502920"/>
          </a:xfrm>
        </p:spPr>
        <p:txBody>
          <a:bodyPr/>
          <a:lstStyle/>
          <a:p>
            <a:r>
              <a:t>What CGI Experts Receive</a:t>
            </a:r>
          </a:p>
        </p:txBody>
      </p:sp>
      <p:pic>
        <p:nvPicPr>
          <p:cNvPr id="3" name="Picture 2" descr="screenshot_email_sample.png"/>
          <p:cNvPicPr>
            <a:picLocks noChangeAspect="1"/>
          </p:cNvPicPr>
          <p:nvPr/>
        </p:nvPicPr>
        <p:blipFill>
          <a:blip r:embed="rId2"/>
          <a:stretch>
            <a:fillRect/>
          </a:stretch>
        </p:blipFill>
        <p:spPr>
          <a:xfrm>
            <a:off x="457200" y="1097280"/>
            <a:ext cx="10424160" cy="5391245"/>
          </a:xfrm>
          <a:prstGeom prst="rect">
            <a:avLst/>
          </a:prstGeom>
        </p:spPr>
      </p:pic>
      <p:sp>
        <p:nvSpPr>
          <p:cNvPr id="4" name="TextBox 3"/>
          <p:cNvSpPr txBox="1"/>
          <p:nvPr/>
        </p:nvSpPr>
        <p:spPr>
          <a:xfrm>
            <a:off x="8046720" y="1280160"/>
            <a:ext cx="3931920" cy="365760"/>
          </a:xfrm>
          <a:prstGeom prst="rect">
            <a:avLst/>
          </a:prstGeom>
          <a:noFill/>
        </p:spPr>
        <p:txBody>
          <a:bodyPr wrap="square">
            <a:spAutoFit/>
          </a:bodyPr>
          <a:lstStyle/>
          <a:p>
            <a:pPr algn="l">
              <a:defRPr sz="1600" b="1">
                <a:solidFill>
                  <a:srgbClr val="0079C1"/>
                </a:solidFill>
              </a:defRPr>
            </a:pPr>
            <a:r>
              <a:t>Daily email per department:</a:t>
            </a:r>
          </a:p>
        </p:txBody>
      </p:sp>
      <p:sp>
        <p:nvSpPr>
          <p:cNvPr id="5" name="TextBox 4"/>
          <p:cNvSpPr txBox="1"/>
          <p:nvPr/>
        </p:nvSpPr>
        <p:spPr>
          <a:xfrm>
            <a:off x="8046720" y="1737360"/>
            <a:ext cx="3931920" cy="4206240"/>
          </a:xfrm>
          <a:prstGeom prst="rect">
            <a:avLst/>
          </a:prstGeom>
          <a:noFill/>
        </p:spPr>
        <p:txBody>
          <a:bodyPr wrap="square">
            <a:spAutoFit/>
          </a:bodyPr>
          <a:lstStyle/>
          <a:p>
            <a:pPr algn="l">
              <a:defRPr sz="1400" b="0">
                <a:solidFill>
                  <a:srgbClr val="333333"/>
                </a:solidFill>
              </a:defRPr>
            </a:pPr>
            <a:r>
              <a:t>Each department receives one email</a:t>
            </a:r>
            <a:br/>
            <a:r>
              <a:t>containing only their relevant tenders.</a:t>
            </a:r>
            <a:br/>
            <a:br/>
            <a:r>
              <a:t>For each tender:</a:t>
            </a:r>
            <a:br/>
            <a:r>
              <a:t>  • Clickable link to tarjouspalvelu.fi</a:t>
            </a:r>
            <a:br/>
            <a:r>
              <a:t>  • Organization and deadline</a:t>
            </a:r>
            <a:br/>
            <a:r>
              <a:t>  • AI-generated summary:</a:t>
            </a:r>
            <a:br/>
            <a:r>
              <a:t>     — What is being procured</a:t>
            </a:r>
            <a:br/>
            <a:r>
              <a:t>     — Relevance to CGI</a:t>
            </a:r>
            <a:br/>
            <a:r>
              <a:t>     — Recommended action</a:t>
            </a:r>
            <a:br/>
            <a:br/>
            <a:r>
              <a:t>Tier 1A: CGI own products</a:t>
            </a:r>
            <a:br/>
            <a:r>
              <a:t>(Aromi, Raindance, Titania, etc.)</a:t>
            </a:r>
            <a:br/>
            <a:r>
              <a:t>→ Defend existing customers or</a:t>
            </a:r>
            <a:br/>
            <a:r>
              <a:t>   bid on upgrades/renewals</a:t>
            </a:r>
            <a:br/>
            <a:br/>
            <a:r>
              <a:t>Tier 1B: Partner platforms</a:t>
            </a:r>
            <a:br/>
            <a:r>
              <a:t>(SAP, Azure, ServiceNow, etc.)</a:t>
            </a:r>
            <a:br/>
            <a:r>
              <a:t>→ Bid as implementation partner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320040" y="384048"/>
            <a:ext cx="10607040" cy="502920"/>
          </a:xfrm>
        </p:spPr>
        <p:txBody>
          <a:bodyPr/>
          <a:lstStyle/>
          <a:p>
            <a:r>
              <a:t>Routing Configuration</a:t>
            </a:r>
          </a:p>
        </p:txBody>
      </p:sp>
      <p:pic>
        <p:nvPicPr>
          <p:cNvPr id="3" name="Picture 2" descr="screenshot_routing_excel.png"/>
          <p:cNvPicPr>
            <a:picLocks noChangeAspect="1"/>
          </p:cNvPicPr>
          <p:nvPr/>
        </p:nvPicPr>
        <p:blipFill>
          <a:blip r:embed="rId2"/>
          <a:stretch>
            <a:fillRect/>
          </a:stretch>
        </p:blipFill>
        <p:spPr>
          <a:xfrm>
            <a:off x="274320" y="1005840"/>
            <a:ext cx="11430000" cy="5911453"/>
          </a:xfrm>
          <a:prstGeom prst="rect">
            <a:avLst/>
          </a:prstGeom>
        </p:spPr>
      </p:pic>
      <p:sp>
        <p:nvSpPr>
          <p:cNvPr id="4" name="TextBox 3"/>
          <p:cNvSpPr txBox="1"/>
          <p:nvPr/>
        </p:nvSpPr>
        <p:spPr>
          <a:xfrm>
            <a:off x="274320" y="5029200"/>
            <a:ext cx="11430000" cy="914400"/>
          </a:xfrm>
          <a:prstGeom prst="rect">
            <a:avLst/>
          </a:prstGeom>
          <a:noFill/>
        </p:spPr>
        <p:txBody>
          <a:bodyPr wrap="square">
            <a:spAutoFit/>
          </a:bodyPr>
          <a:lstStyle/>
          <a:p>
            <a:pPr algn="l">
              <a:defRPr sz="1400" b="0">
                <a:solidFill>
                  <a:srgbClr val="787878"/>
                </a:solidFill>
              </a:defRPr>
            </a:pPr>
            <a:r>
              <a:t>Non-technical users edit this Excel file to control who receives which tenders.</a:t>
            </a:r>
            <a:br/>
            <a:r>
              <a:t>Keywords are matched against tender name and description. One email per department per day.</a:t>
            </a:r>
            <a:br/>
            <a:r>
              <a:t>Tier 1 product alerts (Aromi, SAP, etc.) are handled automatically — no configuration needed.</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320040" y="384048"/>
            <a:ext cx="10607040" cy="502920"/>
          </a:xfrm>
        </p:spPr>
        <p:txBody>
          <a:bodyPr/>
          <a:lstStyle/>
          <a:p>
            <a:r>
              <a:t>How It Works: Tender Scraping</a:t>
            </a:r>
          </a:p>
        </p:txBody>
      </p:sp>
      <p:sp>
        <p:nvSpPr>
          <p:cNvPr id="3" name="Rounded Rectangle 2"/>
          <p:cNvSpPr/>
          <p:nvPr/>
        </p:nvSpPr>
        <p:spPr>
          <a:xfrm>
            <a:off x="274320" y="1188720"/>
            <a:ext cx="2194560" cy="822960"/>
          </a:xfrm>
          <a:prstGeom prst="roundRect">
            <a:avLst/>
          </a:prstGeom>
          <a:solidFill>
            <a:srgbClr val="DCEBF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00" b="1">
                <a:solidFill>
                  <a:srgbClr val="333333"/>
                </a:solidFill>
              </a:defRPr>
            </a:pPr>
            <a:r>
              <a:t>tarjouspalvelu.fi</a:t>
            </a:r>
            <a:br/>
            <a:r>
              <a:t>(5,000+ tenders)</a:t>
            </a:r>
          </a:p>
        </p:txBody>
      </p:sp>
      <p:sp>
        <p:nvSpPr>
          <p:cNvPr id="4" name="Right Arrow 3"/>
          <p:cNvSpPr/>
          <p:nvPr/>
        </p:nvSpPr>
        <p:spPr>
          <a:xfrm>
            <a:off x="2560320" y="1371600"/>
            <a:ext cx="457200" cy="320040"/>
          </a:xfrm>
          <a:prstGeom prst="rightArrow">
            <a:avLst/>
          </a:prstGeom>
          <a:solidFill>
            <a:srgbClr val="0079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3108960" y="1188720"/>
            <a:ext cx="1828800" cy="822960"/>
          </a:xfrm>
          <a:prstGeom prst="roundRect">
            <a:avLst/>
          </a:prstGeom>
          <a:solidFill>
            <a:srgbClr val="DCEBF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b="1">
                <a:solidFill>
                  <a:srgbClr val="333333"/>
                </a:solidFill>
              </a:defRPr>
            </a:pPr>
            <a:r>
              <a:t>Automated</a:t>
            </a:r>
            <a:br/>
            <a:r>
              <a:t>Scraping</a:t>
            </a:r>
          </a:p>
        </p:txBody>
      </p:sp>
      <p:sp>
        <p:nvSpPr>
          <p:cNvPr id="6" name="Right Arrow 5"/>
          <p:cNvSpPr/>
          <p:nvPr/>
        </p:nvSpPr>
        <p:spPr>
          <a:xfrm>
            <a:off x="5029200" y="1371600"/>
            <a:ext cx="457200" cy="320040"/>
          </a:xfrm>
          <a:prstGeom prst="rightArrow">
            <a:avLst/>
          </a:prstGeom>
          <a:solidFill>
            <a:srgbClr val="0079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5577840" y="1188720"/>
            <a:ext cx="2011680" cy="822960"/>
          </a:xfrm>
          <a:prstGeom prst="roundRect">
            <a:avLst/>
          </a:prstGeom>
          <a:solidFill>
            <a:srgbClr val="F5E6E6"/>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00" b="1">
                <a:solidFill>
                  <a:srgbClr val="333333"/>
                </a:solidFill>
              </a:defRPr>
            </a:pPr>
            <a:r>
              <a:t>Filtering</a:t>
            </a:r>
            <a:br/>
            <a:r>
              <a:t>&amp; Classification</a:t>
            </a:r>
          </a:p>
        </p:txBody>
      </p:sp>
      <p:sp>
        <p:nvSpPr>
          <p:cNvPr id="8" name="Right Arrow 7"/>
          <p:cNvSpPr/>
          <p:nvPr/>
        </p:nvSpPr>
        <p:spPr>
          <a:xfrm>
            <a:off x="7680960" y="1371600"/>
            <a:ext cx="457200" cy="320040"/>
          </a:xfrm>
          <a:prstGeom prst="rightArrow">
            <a:avLst/>
          </a:prstGeom>
          <a:solidFill>
            <a:srgbClr val="0079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8229600" y="1188720"/>
            <a:ext cx="2011680" cy="822960"/>
          </a:xfrm>
          <a:prstGeom prst="roundRect">
            <a:avLst/>
          </a:prstGeom>
          <a:solidFill>
            <a:srgbClr val="FCF3CF"/>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00" b="1">
                <a:solidFill>
                  <a:srgbClr val="333333"/>
                </a:solidFill>
              </a:defRPr>
            </a:pPr>
            <a:r>
              <a:t>AI Summary</a:t>
            </a:r>
          </a:p>
        </p:txBody>
      </p:sp>
      <p:sp>
        <p:nvSpPr>
          <p:cNvPr id="10" name="Right Arrow 9"/>
          <p:cNvSpPr/>
          <p:nvPr/>
        </p:nvSpPr>
        <p:spPr>
          <a:xfrm>
            <a:off x="10332720" y="1371600"/>
            <a:ext cx="457200" cy="320040"/>
          </a:xfrm>
          <a:prstGeom prst="rightArrow">
            <a:avLst/>
          </a:prstGeom>
          <a:solidFill>
            <a:srgbClr val="0079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10881360" y="1188720"/>
            <a:ext cx="1097280" cy="822960"/>
          </a:xfrm>
          <a:prstGeom prst="roundRect">
            <a:avLst/>
          </a:prstGeom>
          <a:solidFill>
            <a:srgbClr val="D4EFDF"/>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00" b="1">
                <a:solidFill>
                  <a:srgbClr val="333333"/>
                </a:solidFill>
              </a:defRPr>
            </a:pPr>
            <a:r>
              <a:t>Store &amp;</a:t>
            </a:r>
            <a:br/>
            <a:r>
              <a:t>Route</a:t>
            </a:r>
          </a:p>
        </p:txBody>
      </p:sp>
      <p:sp>
        <p:nvSpPr>
          <p:cNvPr id="12" name="TextBox 11"/>
          <p:cNvSpPr txBox="1"/>
          <p:nvPr/>
        </p:nvSpPr>
        <p:spPr>
          <a:xfrm>
            <a:off x="4572000" y="2286000"/>
            <a:ext cx="3200400" cy="365760"/>
          </a:xfrm>
          <a:prstGeom prst="rect">
            <a:avLst/>
          </a:prstGeom>
          <a:noFill/>
        </p:spPr>
        <p:txBody>
          <a:bodyPr wrap="square">
            <a:spAutoFit/>
          </a:bodyPr>
          <a:lstStyle/>
          <a:p>
            <a:pPr algn="ctr">
              <a:defRPr sz="1600" b="1">
                <a:solidFill>
                  <a:srgbClr val="0079C1"/>
                </a:solidFill>
              </a:defRPr>
            </a:pPr>
            <a:r>
              <a:t>▼   Smart Routing   ▼</a:t>
            </a:r>
          </a:p>
        </p:txBody>
      </p:sp>
      <p:sp>
        <p:nvSpPr>
          <p:cNvPr id="13" name="Rounded Rectangle 12"/>
          <p:cNvSpPr/>
          <p:nvPr/>
        </p:nvSpPr>
        <p:spPr>
          <a:xfrm>
            <a:off x="274320" y="2834640"/>
            <a:ext cx="3474720" cy="1463040"/>
          </a:xfrm>
          <a:prstGeom prst="roundRect">
            <a:avLst/>
          </a:prstGeom>
          <a:solidFill>
            <a:srgbClr val="FFEBD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0">
                <a:solidFill>
                  <a:srgbClr val="333333"/>
                </a:solidFill>
              </a:defRPr>
            </a:pPr>
            <a:r>
              <a:t>TIER 1: PRODUCT ALERTS</a:t>
            </a:r>
            <a:br/>
            <a:br/>
            <a:r>
              <a:t>1A: CGI own products (Aromi,</a:t>
            </a:r>
            <a:br/>
            <a:r>
              <a:t>Raindance, Titania, OMNI360...)</a:t>
            </a:r>
            <a:br/>
            <a:r>
              <a:t>1B: Partner platforms (SAP,</a:t>
            </a:r>
            <a:br/>
            <a:r>
              <a:t>Azure, ServiceNow, UiPath...)</a:t>
            </a:r>
          </a:p>
        </p:txBody>
      </p:sp>
      <p:sp>
        <p:nvSpPr>
          <p:cNvPr id="14" name="Rounded Rectangle 13"/>
          <p:cNvSpPr/>
          <p:nvPr/>
        </p:nvSpPr>
        <p:spPr>
          <a:xfrm>
            <a:off x="1097280" y="4343400"/>
            <a:ext cx="1645920" cy="320040"/>
          </a:xfrm>
          <a:prstGeom prst="roundRect">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1">
                <a:solidFill>
                  <a:srgbClr val="FFFFFF"/>
                </a:solidFill>
              </a:defRPr>
            </a:pPr>
            <a:r>
              <a:t>CRITICAL</a:t>
            </a:r>
          </a:p>
        </p:txBody>
      </p:sp>
      <p:sp>
        <p:nvSpPr>
          <p:cNvPr id="15" name="Rounded Rectangle 14"/>
          <p:cNvSpPr/>
          <p:nvPr/>
        </p:nvSpPr>
        <p:spPr>
          <a:xfrm>
            <a:off x="3931920" y="2834640"/>
            <a:ext cx="3474720" cy="1463040"/>
          </a:xfrm>
          <a:prstGeom prst="roundRect">
            <a:avLst/>
          </a:prstGeom>
          <a:solidFill>
            <a:srgbClr val="E0F7E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b="0">
                <a:solidFill>
                  <a:srgbClr val="333333"/>
                </a:solidFill>
              </a:defRPr>
            </a:pPr>
            <a:r>
              <a:t>TIER 2: DOMAIN MATCH</a:t>
            </a:r>
            <a:br/>
            <a:br/>
            <a:r>
              <a:t>Keywords match CGI department</a:t>
            </a:r>
            <a:br/>
            <a:r>
              <a:t>(IT, consulting, health, etc.)</a:t>
            </a:r>
            <a:br/>
            <a:br/>
            <a:r>
              <a:t>→ Daily email digest</a:t>
            </a:r>
          </a:p>
        </p:txBody>
      </p:sp>
      <p:sp>
        <p:nvSpPr>
          <p:cNvPr id="16" name="Rounded Rectangle 15"/>
          <p:cNvSpPr/>
          <p:nvPr/>
        </p:nvSpPr>
        <p:spPr>
          <a:xfrm>
            <a:off x="4754880" y="4343400"/>
            <a:ext cx="1645920" cy="320040"/>
          </a:xfrm>
          <a:prstGeom prst="roundRect">
            <a:avLst/>
          </a:prstGeom>
          <a:solidFill>
            <a:srgbClr val="E67E22"/>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1">
                <a:solidFill>
                  <a:srgbClr val="FFFFFF"/>
                </a:solidFill>
              </a:defRPr>
            </a:pPr>
            <a:r>
              <a:t>HIGH</a:t>
            </a:r>
          </a:p>
        </p:txBody>
      </p:sp>
      <p:sp>
        <p:nvSpPr>
          <p:cNvPr id="17" name="Rounded Rectangle 16"/>
          <p:cNvSpPr/>
          <p:nvPr/>
        </p:nvSpPr>
        <p:spPr>
          <a:xfrm>
            <a:off x="7589520" y="2834640"/>
            <a:ext cx="2194560" cy="1463040"/>
          </a:xfrm>
          <a:prstGeom prst="round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b="0">
                <a:solidFill>
                  <a:srgbClr val="787878"/>
                </a:solidFill>
              </a:defRPr>
            </a:pPr>
            <a:r>
              <a:t>TIER 3: GENERAL</a:t>
            </a:r>
            <a:br/>
            <a:br/>
            <a:r>
              <a:t>No specific match</a:t>
            </a:r>
            <a:br/>
            <a:br/>
            <a:r>
              <a:t>→ No email</a:t>
            </a:r>
          </a:p>
        </p:txBody>
      </p:sp>
      <p:sp>
        <p:nvSpPr>
          <p:cNvPr id="18" name="Rounded Rectangle 17"/>
          <p:cNvSpPr/>
          <p:nvPr/>
        </p:nvSpPr>
        <p:spPr>
          <a:xfrm>
            <a:off x="8046720" y="4343400"/>
            <a:ext cx="1371600" cy="320040"/>
          </a:xfrm>
          <a:prstGeom prst="roundRect">
            <a:avLst/>
          </a:prstGeom>
          <a:solidFill>
            <a:srgbClr val="78787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1">
                <a:solidFill>
                  <a:srgbClr val="FFFFFF"/>
                </a:solidFill>
              </a:defRPr>
            </a:pPr>
            <a:r>
              <a:t>LOW</a:t>
            </a:r>
          </a:p>
        </p:txBody>
      </p:sp>
      <p:sp>
        <p:nvSpPr>
          <p:cNvPr id="19" name="Rounded Rectangle 18"/>
          <p:cNvSpPr/>
          <p:nvPr/>
        </p:nvSpPr>
        <p:spPr>
          <a:xfrm>
            <a:off x="9966960" y="2834640"/>
            <a:ext cx="2011680" cy="1463040"/>
          </a:xfrm>
          <a:prstGeom prst="roundRect">
            <a:avLst/>
          </a:prstGeom>
          <a:solidFill>
            <a:srgbClr val="F5EBE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0">
                <a:solidFill>
                  <a:srgbClr val="787878"/>
                </a:solidFill>
              </a:defRPr>
            </a:pPr>
            <a:r>
              <a:t>ANALYTICS</a:t>
            </a:r>
            <a:br/>
            <a:br/>
            <a:r>
              <a:t>Award results feed</a:t>
            </a:r>
            <a:br/>
            <a:r>
              <a:t>price intelligence &amp;</a:t>
            </a:r>
            <a:br/>
            <a:r>
              <a:t>competitor profiles</a:t>
            </a:r>
          </a:p>
        </p:txBody>
      </p:sp>
      <p:sp>
        <p:nvSpPr>
          <p:cNvPr id="20" name="TextBox 19"/>
          <p:cNvSpPr txBox="1"/>
          <p:nvPr/>
        </p:nvSpPr>
        <p:spPr>
          <a:xfrm>
            <a:off x="274320" y="5120640"/>
            <a:ext cx="11430000" cy="365760"/>
          </a:xfrm>
          <a:prstGeom prst="rect">
            <a:avLst/>
          </a:prstGeom>
          <a:noFill/>
        </p:spPr>
        <p:txBody>
          <a:bodyPr wrap="square">
            <a:spAutoFit/>
          </a:bodyPr>
          <a:lstStyle/>
          <a:p>
            <a:pPr algn="ctr">
              <a:defRPr sz="1300" b="0">
                <a:solidFill>
                  <a:srgbClr val="787878"/>
                </a:solidFill>
              </a:defRPr>
            </a:pPr>
            <a:r>
              <a:t>All tenders stored permanently  |  Deduplication across runs  |  Historical data grows over time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320040" y="384048"/>
            <a:ext cx="10607040" cy="502920"/>
          </a:xfrm>
        </p:spPr>
        <p:txBody>
          <a:bodyPr/>
          <a:lstStyle/>
          <a:p>
            <a:r>
              <a:t>Tarjouspalvelu.fi</a:t>
            </a:r>
          </a:p>
        </p:txBody>
      </p:sp>
      <p:sp>
        <p:nvSpPr>
          <p:cNvPr id="3" name="TextBox 2"/>
          <p:cNvSpPr txBox="1"/>
          <p:nvPr/>
        </p:nvSpPr>
        <p:spPr>
          <a:xfrm>
            <a:off x="274320" y="1097280"/>
            <a:ext cx="10972800" cy="338328"/>
          </a:xfrm>
          <a:prstGeom prst="rect">
            <a:avLst/>
          </a:prstGeom>
          <a:noFill/>
        </p:spPr>
        <p:txBody>
          <a:bodyPr wrap="square">
            <a:spAutoFit/>
          </a:bodyPr>
          <a:lstStyle/>
          <a:p>
            <a:pPr algn="l">
              <a:defRPr sz="1600" b="1">
                <a:solidFill>
                  <a:srgbClr val="2EA44F"/>
                </a:solidFill>
              </a:defRPr>
            </a:pPr>
            <a:r>
              <a:t>Pipeline:</a:t>
            </a:r>
          </a:p>
        </p:txBody>
      </p:sp>
      <p:sp>
        <p:nvSpPr>
          <p:cNvPr id="4" name="Rounded Rectangle 3"/>
          <p:cNvSpPr/>
          <p:nvPr/>
        </p:nvSpPr>
        <p:spPr>
          <a:xfrm>
            <a:off x="274320" y="1463040"/>
            <a:ext cx="2011680" cy="640080"/>
          </a:xfrm>
          <a:prstGeom prst="roundRect">
            <a:avLst/>
          </a:prstGeom>
          <a:solidFill>
            <a:srgbClr val="D4EFDF"/>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b="1">
                <a:solidFill>
                  <a:srgbClr val="333333"/>
                </a:solidFill>
              </a:defRPr>
            </a:pPr>
            <a:r>
              <a:t>Open Chrome</a:t>
            </a:r>
            <a:br/>
            <a:r>
              <a:t>(automated)</a:t>
            </a:r>
          </a:p>
        </p:txBody>
      </p:sp>
      <p:sp>
        <p:nvSpPr>
          <p:cNvPr id="5" name="Right Arrow 4"/>
          <p:cNvSpPr/>
          <p:nvPr/>
        </p:nvSpPr>
        <p:spPr>
          <a:xfrm>
            <a:off x="2377440" y="1554480"/>
            <a:ext cx="365760" cy="274320"/>
          </a:xfrm>
          <a:prstGeom prst="rightArrow">
            <a:avLst/>
          </a:prstGeom>
          <a:solidFill>
            <a:srgbClr val="0079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2834640" y="1463040"/>
            <a:ext cx="2194560" cy="640080"/>
          </a:xfrm>
          <a:prstGeom prst="roundRect">
            <a:avLst/>
          </a:prstGeom>
          <a:solidFill>
            <a:srgbClr val="D4EFDF"/>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b="1">
                <a:solidFill>
                  <a:srgbClr val="333333"/>
                </a:solidFill>
              </a:defRPr>
            </a:pPr>
            <a:r>
              <a:t>Bypass Cloudflare</a:t>
            </a:r>
            <a:br/>
            <a:r>
              <a:t>(auto-resolves)</a:t>
            </a:r>
          </a:p>
        </p:txBody>
      </p:sp>
      <p:sp>
        <p:nvSpPr>
          <p:cNvPr id="7" name="Right Arrow 6"/>
          <p:cNvSpPr/>
          <p:nvPr/>
        </p:nvSpPr>
        <p:spPr>
          <a:xfrm>
            <a:off x="5120640" y="1554480"/>
            <a:ext cx="365760" cy="274320"/>
          </a:xfrm>
          <a:prstGeom prst="rightArrow">
            <a:avLst/>
          </a:prstGeom>
          <a:solidFill>
            <a:srgbClr val="0079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5577840" y="1463040"/>
            <a:ext cx="2194560" cy="640080"/>
          </a:xfrm>
          <a:prstGeom prst="roundRect">
            <a:avLst/>
          </a:prstGeom>
          <a:solidFill>
            <a:srgbClr val="D4EFDF"/>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b="1">
                <a:solidFill>
                  <a:srgbClr val="333333"/>
                </a:solidFill>
              </a:defRPr>
            </a:pPr>
            <a:r>
              <a:t>Login via SSO</a:t>
            </a:r>
            <a:br/>
            <a:r>
              <a:t>(Cloudia Services)</a:t>
            </a:r>
          </a:p>
        </p:txBody>
      </p:sp>
      <p:sp>
        <p:nvSpPr>
          <p:cNvPr id="9" name="Right Arrow 8"/>
          <p:cNvSpPr/>
          <p:nvPr/>
        </p:nvSpPr>
        <p:spPr>
          <a:xfrm>
            <a:off x="7863840" y="1554480"/>
            <a:ext cx="365760" cy="274320"/>
          </a:xfrm>
          <a:prstGeom prst="rightArrow">
            <a:avLst/>
          </a:prstGeom>
          <a:solidFill>
            <a:srgbClr val="0079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8321040" y="1463040"/>
            <a:ext cx="2011680" cy="640080"/>
          </a:xfrm>
          <a:prstGeom prst="roundRect">
            <a:avLst/>
          </a:prstGeom>
          <a:solidFill>
            <a:srgbClr val="D4EFDF"/>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b="1">
                <a:solidFill>
                  <a:srgbClr val="333333"/>
                </a:solidFill>
              </a:defRPr>
            </a:pPr>
            <a:r>
              <a:t>Global search</a:t>
            </a:r>
            <a:br/>
            <a:r>
              <a:t>(all of Finland)</a:t>
            </a:r>
          </a:p>
        </p:txBody>
      </p:sp>
      <p:sp>
        <p:nvSpPr>
          <p:cNvPr id="11" name="Right Arrow 10"/>
          <p:cNvSpPr/>
          <p:nvPr/>
        </p:nvSpPr>
        <p:spPr>
          <a:xfrm>
            <a:off x="10424160" y="1554480"/>
            <a:ext cx="365760" cy="274320"/>
          </a:xfrm>
          <a:prstGeom prst="rightArrow">
            <a:avLst/>
          </a:prstGeom>
          <a:solidFill>
            <a:srgbClr val="0079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10881360" y="1463040"/>
            <a:ext cx="1097280" cy="640080"/>
          </a:xfrm>
          <a:prstGeom prst="roundRect">
            <a:avLst/>
          </a:prstGeom>
          <a:solidFill>
            <a:srgbClr val="D4EFDF"/>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b="1">
                <a:solidFill>
                  <a:srgbClr val="333333"/>
                </a:solidFill>
              </a:defRPr>
            </a:pPr>
            <a:r>
              <a:t>Extract</a:t>
            </a:r>
            <a:br/>
            <a:r>
              <a:t>data</a:t>
            </a:r>
          </a:p>
        </p:txBody>
      </p:sp>
      <p:sp>
        <p:nvSpPr>
          <p:cNvPr id="13" name="TextBox 12"/>
          <p:cNvSpPr txBox="1"/>
          <p:nvPr/>
        </p:nvSpPr>
        <p:spPr>
          <a:xfrm>
            <a:off x="274320" y="2377440"/>
            <a:ext cx="10972800" cy="274320"/>
          </a:xfrm>
          <a:prstGeom prst="rect">
            <a:avLst/>
          </a:prstGeom>
          <a:noFill/>
        </p:spPr>
        <p:txBody>
          <a:bodyPr wrap="square">
            <a:spAutoFit/>
          </a:bodyPr>
          <a:lstStyle/>
          <a:p>
            <a:pPr algn="l">
              <a:defRPr sz="1600" b="1">
                <a:solidFill>
                  <a:srgbClr val="0079C1"/>
                </a:solidFill>
              </a:defRPr>
            </a:pPr>
            <a:r>
              <a:t>Data extracted per tender:</a:t>
            </a:r>
          </a:p>
        </p:txBody>
      </p:sp>
      <p:sp>
        <p:nvSpPr>
          <p:cNvPr id="14" name="Rounded Rectangle 13"/>
          <p:cNvSpPr/>
          <p:nvPr/>
        </p:nvSpPr>
        <p:spPr>
          <a:xfrm>
            <a:off x="274320" y="2743200"/>
            <a:ext cx="5669280" cy="1463040"/>
          </a:xfrm>
          <a:prstGeom prst="roundRect">
            <a:avLst/>
          </a:prstGeom>
          <a:solidFill>
            <a:srgbClr val="DCEBF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b="0">
                <a:solidFill>
                  <a:srgbClr val="333333"/>
                </a:solidFill>
              </a:defRPr>
            </a:pPr>
            <a:r>
              <a:t>From listing page (all tenders at once)</a:t>
            </a:r>
            <a:br/>
            <a:br/>
            <a:r>
              <a:t>• Tender name and ID</a:t>
            </a:r>
            <a:br/>
            <a:r>
              <a:t>• Organisation</a:t>
            </a:r>
            <a:br/>
            <a:r>
              <a:t>• Type (competition, results, DPS, etc.)</a:t>
            </a:r>
            <a:br/>
            <a:r>
              <a:t>• Full description text</a:t>
            </a:r>
            <a:br/>
            <a:r>
              <a:t>• Publication date and deadline</a:t>
            </a:r>
          </a:p>
        </p:txBody>
      </p:sp>
      <p:sp>
        <p:nvSpPr>
          <p:cNvPr id="15" name="Rounded Rectangle 14"/>
          <p:cNvSpPr/>
          <p:nvPr/>
        </p:nvSpPr>
        <p:spPr>
          <a:xfrm>
            <a:off x="6126480" y="2743200"/>
            <a:ext cx="5852160" cy="1463040"/>
          </a:xfrm>
          <a:prstGeom prst="roundRect">
            <a:avLst/>
          </a:prstGeom>
          <a:solidFill>
            <a:srgbClr val="FCF3CF"/>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b="0">
                <a:solidFill>
                  <a:srgbClr val="333333"/>
                </a:solidFill>
              </a:defRPr>
            </a:pPr>
            <a:r>
              <a:t>From detail page tabs (login required, per tender)</a:t>
            </a:r>
            <a:br/>
            <a:br/>
            <a:r>
              <a:t>• Summary with full description and dates</a:t>
            </a:r>
            <a:br/>
            <a:r>
              <a:t>• Questions &amp; Answers thread</a:t>
            </a:r>
            <a:br/>
            <a:r>
              <a:t>• Terms and conditions / qualification reqs</a:t>
            </a:r>
            <a:br/>
            <a:r>
              <a:t>• Procurement object details</a:t>
            </a:r>
            <a:br/>
            <a:r>
              <a:t>• Persons in charge / buyer contacts</a:t>
            </a:r>
          </a:p>
        </p:txBody>
      </p:sp>
      <p:sp>
        <p:nvSpPr>
          <p:cNvPr id="16" name="TextBox 15"/>
          <p:cNvSpPr txBox="1"/>
          <p:nvPr/>
        </p:nvSpPr>
        <p:spPr>
          <a:xfrm>
            <a:off x="274320" y="4480560"/>
            <a:ext cx="10972800" cy="274320"/>
          </a:xfrm>
          <a:prstGeom prst="rect">
            <a:avLst/>
          </a:prstGeom>
          <a:noFill/>
        </p:spPr>
        <p:txBody>
          <a:bodyPr wrap="square">
            <a:spAutoFit/>
          </a:bodyPr>
          <a:lstStyle/>
          <a:p>
            <a:pPr algn="l">
              <a:defRPr sz="1600" b="1">
                <a:solidFill>
                  <a:srgbClr val="E67E22"/>
                </a:solidFill>
              </a:defRPr>
            </a:pPr>
            <a:r>
              <a:t>Solved challenges:</a:t>
            </a:r>
          </a:p>
        </p:txBody>
      </p:sp>
      <p:sp>
        <p:nvSpPr>
          <p:cNvPr id="17" name="Rounded Rectangle 16"/>
          <p:cNvSpPr/>
          <p:nvPr/>
        </p:nvSpPr>
        <p:spPr>
          <a:xfrm>
            <a:off x="274320" y="4846320"/>
            <a:ext cx="3657600" cy="1097280"/>
          </a:xfrm>
          <a:prstGeom prst="roundRect">
            <a:avLst/>
          </a:prstGeom>
          <a:solidFill>
            <a:srgbClr val="FFF3E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0">
                <a:solidFill>
                  <a:srgbClr val="333333"/>
                </a:solidFill>
              </a:defRPr>
            </a:pPr>
            <a:r>
              <a:t>Cloudflare Bot Protection</a:t>
            </a:r>
            <a:br/>
            <a:br/>
            <a:r>
              <a:t>Blocks all standard automation.</a:t>
            </a:r>
            <a:br/>
            <a:r>
              <a:t>Our solution auto-resolves it.</a:t>
            </a:r>
            <a:br/>
            <a:r>
              <a:t>Tested 5 approaches — only one works.</a:t>
            </a:r>
          </a:p>
        </p:txBody>
      </p:sp>
      <p:sp>
        <p:nvSpPr>
          <p:cNvPr id="18" name="Rounded Rectangle 17"/>
          <p:cNvSpPr/>
          <p:nvPr/>
        </p:nvSpPr>
        <p:spPr>
          <a:xfrm>
            <a:off x="4114800" y="4846320"/>
            <a:ext cx="3657600" cy="1097280"/>
          </a:xfrm>
          <a:prstGeom prst="roundRect">
            <a:avLst/>
          </a:prstGeom>
          <a:solidFill>
            <a:srgbClr val="FFF3E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0">
                <a:solidFill>
                  <a:srgbClr val="333333"/>
                </a:solidFill>
              </a:defRPr>
            </a:pPr>
            <a:r>
              <a:t>Login Automation</a:t>
            </a:r>
            <a:br/>
            <a:br/>
            <a:r>
              <a:t>Two-step SSO redirect to Cloudia.</a:t>
            </a:r>
            <a:br/>
            <a:r>
              <a:t>Vaadin framework (non-standard UI).</a:t>
            </a:r>
            <a:br/>
            <a:r>
              <a:t>Fully automated with credentials.</a:t>
            </a:r>
          </a:p>
        </p:txBody>
      </p:sp>
      <p:sp>
        <p:nvSpPr>
          <p:cNvPr id="19" name="Rounded Rectangle 18"/>
          <p:cNvSpPr/>
          <p:nvPr/>
        </p:nvSpPr>
        <p:spPr>
          <a:xfrm>
            <a:off x="7955279" y="4846320"/>
            <a:ext cx="4023360" cy="1097280"/>
          </a:xfrm>
          <a:prstGeom prst="roundRect">
            <a:avLst/>
          </a:prstGeom>
          <a:solidFill>
            <a:srgbClr val="FFF3E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0">
                <a:solidFill>
                  <a:srgbClr val="333333"/>
                </a:solidFill>
              </a:defRPr>
            </a:pPr>
            <a:r>
              <a:t>Production Readiness</a:t>
            </a:r>
            <a:br/>
            <a:br/>
            <a:r>
              <a:t>Needs: service account (not personal),</a:t>
            </a:r>
            <a:br/>
            <a:r>
              <a:t>virtual display for server,</a:t>
            </a:r>
            <a:br/>
            <a:r>
              <a:t>scheduled nightly runs.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320040" y="384048"/>
            <a:ext cx="10607040" cy="502920"/>
          </a:xfrm>
        </p:spPr>
        <p:txBody>
          <a:bodyPr/>
          <a:lstStyle/>
          <a:p>
            <a:r>
              <a:t>Technical Implementation (demo)</a:t>
            </a:r>
          </a:p>
        </p:txBody>
      </p:sp>
      <p:sp>
        <p:nvSpPr>
          <p:cNvPr id="3" name="TextBox 2"/>
          <p:cNvSpPr txBox="1"/>
          <p:nvPr/>
        </p:nvSpPr>
        <p:spPr>
          <a:xfrm>
            <a:off x="274320" y="1005840"/>
            <a:ext cx="10972800" cy="274320"/>
          </a:xfrm>
          <a:prstGeom prst="rect">
            <a:avLst/>
          </a:prstGeom>
          <a:noFill/>
        </p:spPr>
        <p:txBody>
          <a:bodyPr wrap="square">
            <a:spAutoFit/>
          </a:bodyPr>
          <a:lstStyle/>
          <a:p>
            <a:pPr algn="l">
              <a:defRPr sz="1600" b="1">
                <a:solidFill>
                  <a:srgbClr val="0079C1"/>
                </a:solidFill>
              </a:defRPr>
            </a:pPr>
            <a:r>
              <a:t>Data Extraction</a:t>
            </a:r>
          </a:p>
        </p:txBody>
      </p:sp>
      <p:sp>
        <p:nvSpPr>
          <p:cNvPr id="4" name="Rounded Rectangle 3"/>
          <p:cNvSpPr/>
          <p:nvPr/>
        </p:nvSpPr>
        <p:spPr>
          <a:xfrm>
            <a:off x="274320" y="1371600"/>
            <a:ext cx="2377440" cy="822960"/>
          </a:xfrm>
          <a:prstGeom prst="roundRect">
            <a:avLst/>
          </a:prstGeom>
          <a:solidFill>
            <a:srgbClr val="DCEBF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1">
                <a:solidFill>
                  <a:srgbClr val="333333"/>
                </a:solidFill>
              </a:defRPr>
            </a:pPr>
            <a:r>
              <a:t>Python</a:t>
            </a:r>
            <a:br/>
            <a:r>
              <a:t>Selenium + undetected-</a:t>
            </a:r>
            <a:br/>
            <a:r>
              <a:t>chromedriver</a:t>
            </a:r>
          </a:p>
        </p:txBody>
      </p:sp>
      <p:sp>
        <p:nvSpPr>
          <p:cNvPr id="5" name="Right Arrow 4"/>
          <p:cNvSpPr/>
          <p:nvPr/>
        </p:nvSpPr>
        <p:spPr>
          <a:xfrm>
            <a:off x="2743200" y="1554480"/>
            <a:ext cx="365760" cy="274320"/>
          </a:xfrm>
          <a:prstGeom prst="rightArrow">
            <a:avLst/>
          </a:prstGeom>
          <a:solidFill>
            <a:srgbClr val="0079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3200400" y="1371600"/>
            <a:ext cx="2194560" cy="822960"/>
          </a:xfrm>
          <a:prstGeom prst="roundRect">
            <a:avLst/>
          </a:prstGeom>
          <a:solidFill>
            <a:srgbClr val="DCEBF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0">
                <a:solidFill>
                  <a:srgbClr val="333333"/>
                </a:solidFill>
              </a:defRPr>
            </a:pPr>
            <a:r>
              <a:t>Browser Automation</a:t>
            </a:r>
            <a:br/>
            <a:r>
              <a:t>Cloudflare bypass,</a:t>
            </a:r>
            <a:br/>
            <a:r>
              <a:t>SSO login, pagination</a:t>
            </a:r>
          </a:p>
        </p:txBody>
      </p:sp>
      <p:sp>
        <p:nvSpPr>
          <p:cNvPr id="7" name="Right Arrow 6"/>
          <p:cNvSpPr/>
          <p:nvPr/>
        </p:nvSpPr>
        <p:spPr>
          <a:xfrm>
            <a:off x="5486400" y="1554480"/>
            <a:ext cx="365760" cy="274320"/>
          </a:xfrm>
          <a:prstGeom prst="rightArrow">
            <a:avLst/>
          </a:prstGeom>
          <a:solidFill>
            <a:srgbClr val="0079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5943600" y="1371600"/>
            <a:ext cx="2377440" cy="822960"/>
          </a:xfrm>
          <a:prstGeom prst="roundRect">
            <a:avLst/>
          </a:prstGeom>
          <a:solidFill>
            <a:srgbClr val="DCEBF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0">
                <a:solidFill>
                  <a:srgbClr val="333333"/>
                </a:solidFill>
              </a:defRPr>
            </a:pPr>
            <a:r>
              <a:t>HTML Parsing</a:t>
            </a:r>
            <a:br/>
            <a:r>
              <a:t>JavaScript extraction</a:t>
            </a:r>
            <a:br/>
            <a:r>
              <a:t>from listings + detail tabs</a:t>
            </a:r>
          </a:p>
        </p:txBody>
      </p:sp>
      <p:sp>
        <p:nvSpPr>
          <p:cNvPr id="9" name="Right Arrow 8"/>
          <p:cNvSpPr/>
          <p:nvPr/>
        </p:nvSpPr>
        <p:spPr>
          <a:xfrm>
            <a:off x="8412480" y="1554480"/>
            <a:ext cx="365760" cy="274320"/>
          </a:xfrm>
          <a:prstGeom prst="rightArrow">
            <a:avLst/>
          </a:prstGeom>
          <a:solidFill>
            <a:srgbClr val="0079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8869680" y="1371600"/>
            <a:ext cx="3108960" cy="822960"/>
          </a:xfrm>
          <a:prstGeom prst="roundRect">
            <a:avLst/>
          </a:prstGeom>
          <a:solidFill>
            <a:srgbClr val="D4EFDF"/>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0">
                <a:solidFill>
                  <a:srgbClr val="333333"/>
                </a:solidFill>
              </a:defRPr>
            </a:pPr>
            <a:r>
              <a:t>SQLite Database</a:t>
            </a:r>
            <a:br/>
            <a:r>
              <a:t>Deduplicated storage,</a:t>
            </a:r>
            <a:br/>
            <a:r>
              <a:t>change tracking across runs</a:t>
            </a:r>
          </a:p>
        </p:txBody>
      </p:sp>
      <p:sp>
        <p:nvSpPr>
          <p:cNvPr id="11" name="TextBox 10"/>
          <p:cNvSpPr txBox="1"/>
          <p:nvPr/>
        </p:nvSpPr>
        <p:spPr>
          <a:xfrm>
            <a:off x="274320" y="2468880"/>
            <a:ext cx="10972800" cy="274320"/>
          </a:xfrm>
          <a:prstGeom prst="rect">
            <a:avLst/>
          </a:prstGeom>
          <a:noFill/>
        </p:spPr>
        <p:txBody>
          <a:bodyPr wrap="square">
            <a:spAutoFit/>
          </a:bodyPr>
          <a:lstStyle/>
          <a:p>
            <a:pPr algn="l">
              <a:defRPr sz="1600" b="1">
                <a:solidFill>
                  <a:srgbClr val="0079C1"/>
                </a:solidFill>
              </a:defRPr>
            </a:pPr>
            <a:r>
              <a:t>Processing &amp; Intelligence</a:t>
            </a:r>
          </a:p>
        </p:txBody>
      </p:sp>
      <p:sp>
        <p:nvSpPr>
          <p:cNvPr id="12" name="Rounded Rectangle 11"/>
          <p:cNvSpPr/>
          <p:nvPr/>
        </p:nvSpPr>
        <p:spPr>
          <a:xfrm>
            <a:off x="274320" y="2834640"/>
            <a:ext cx="2377440" cy="822960"/>
          </a:xfrm>
          <a:prstGeom prst="roundRect">
            <a:avLst/>
          </a:prstGeom>
          <a:solidFill>
            <a:srgbClr val="F5E6E6"/>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1">
                <a:solidFill>
                  <a:srgbClr val="333333"/>
                </a:solidFill>
              </a:defRPr>
            </a:pPr>
            <a:r>
              <a:t>Rule-based Classification</a:t>
            </a:r>
            <a:br/>
            <a:r>
              <a:t>Python regex</a:t>
            </a:r>
            <a:br/>
            <a:r>
              <a:t>(no AI needed)</a:t>
            </a:r>
          </a:p>
        </p:txBody>
      </p:sp>
      <p:sp>
        <p:nvSpPr>
          <p:cNvPr id="13" name="Right Arrow 12"/>
          <p:cNvSpPr/>
          <p:nvPr/>
        </p:nvSpPr>
        <p:spPr>
          <a:xfrm>
            <a:off x="2743200" y="3017520"/>
            <a:ext cx="365760" cy="274320"/>
          </a:xfrm>
          <a:prstGeom prst="rightArrow">
            <a:avLst/>
          </a:prstGeom>
          <a:solidFill>
            <a:srgbClr val="0079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3200400" y="2834640"/>
            <a:ext cx="2194560" cy="822960"/>
          </a:xfrm>
          <a:prstGeom prst="roundRect">
            <a:avLst/>
          </a:prstGeom>
          <a:solidFill>
            <a:srgbClr val="FFEBC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1">
                <a:solidFill>
                  <a:srgbClr val="333333"/>
                </a:solidFill>
              </a:defRPr>
            </a:pPr>
            <a:r>
              <a:t>AI Summarization</a:t>
            </a:r>
            <a:br/>
            <a:r>
              <a:t>OpenAI API</a:t>
            </a:r>
            <a:br/>
            <a:r>
              <a:t>(GPT-4.1-nano)</a:t>
            </a:r>
          </a:p>
        </p:txBody>
      </p:sp>
      <p:sp>
        <p:nvSpPr>
          <p:cNvPr id="15" name="TextBox 14"/>
          <p:cNvSpPr txBox="1"/>
          <p:nvPr/>
        </p:nvSpPr>
        <p:spPr>
          <a:xfrm>
            <a:off x="3657600" y="3749039"/>
            <a:ext cx="1828800" cy="274320"/>
          </a:xfrm>
          <a:prstGeom prst="rect">
            <a:avLst/>
          </a:prstGeom>
          <a:noFill/>
        </p:spPr>
        <p:txBody>
          <a:bodyPr wrap="square">
            <a:spAutoFit/>
          </a:bodyPr>
          <a:lstStyle/>
          <a:p>
            <a:pPr algn="l">
              <a:defRPr sz="900" b="1">
                <a:solidFill>
                  <a:srgbClr val="E67E22"/>
                </a:solidFill>
              </a:defRPr>
            </a:pPr>
            <a:r>
              <a:t>⚡ OpenAI API call</a:t>
            </a:r>
          </a:p>
        </p:txBody>
      </p:sp>
      <p:sp>
        <p:nvSpPr>
          <p:cNvPr id="16" name="Right Arrow 15"/>
          <p:cNvSpPr/>
          <p:nvPr/>
        </p:nvSpPr>
        <p:spPr>
          <a:xfrm>
            <a:off x="5486400" y="3017520"/>
            <a:ext cx="365760" cy="274320"/>
          </a:xfrm>
          <a:prstGeom prst="rightArrow">
            <a:avLst/>
          </a:prstGeom>
          <a:solidFill>
            <a:srgbClr val="0079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5943600" y="2834640"/>
            <a:ext cx="2377440" cy="822960"/>
          </a:xfrm>
          <a:prstGeom prst="roundRect">
            <a:avLst/>
          </a:prstGeom>
          <a:solidFill>
            <a:srgbClr val="E0F7E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1">
                <a:solidFill>
                  <a:srgbClr val="333333"/>
                </a:solidFill>
              </a:defRPr>
            </a:pPr>
            <a:r>
              <a:t>Three-Tier Routing</a:t>
            </a:r>
            <a:br/>
            <a:r>
              <a:t>Product matching +</a:t>
            </a:r>
            <a:br/>
            <a:r>
              <a:t>keyword rules (Excel)</a:t>
            </a:r>
          </a:p>
        </p:txBody>
      </p:sp>
      <p:sp>
        <p:nvSpPr>
          <p:cNvPr id="18" name="Right Arrow 17"/>
          <p:cNvSpPr/>
          <p:nvPr/>
        </p:nvSpPr>
        <p:spPr>
          <a:xfrm>
            <a:off x="8412480" y="3017520"/>
            <a:ext cx="365760" cy="274320"/>
          </a:xfrm>
          <a:prstGeom prst="rightArrow">
            <a:avLst/>
          </a:prstGeom>
          <a:solidFill>
            <a:srgbClr val="0079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8869680" y="2834640"/>
            <a:ext cx="3108960" cy="822960"/>
          </a:xfrm>
          <a:prstGeom prst="roundRect">
            <a:avLst/>
          </a:prstGeom>
          <a:solidFill>
            <a:srgbClr val="FFEBC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1">
                <a:solidFill>
                  <a:srgbClr val="333333"/>
                </a:solidFill>
              </a:defRPr>
            </a:pPr>
            <a:r>
              <a:t>Award Analysis</a:t>
            </a:r>
            <a:br/>
            <a:r>
              <a:t>OpenAI API — extract</a:t>
            </a:r>
            <a:br/>
            <a:r>
              <a:t>winner, price, bidders</a:t>
            </a:r>
          </a:p>
        </p:txBody>
      </p:sp>
      <p:sp>
        <p:nvSpPr>
          <p:cNvPr id="20" name="TextBox 19"/>
          <p:cNvSpPr txBox="1"/>
          <p:nvPr/>
        </p:nvSpPr>
        <p:spPr>
          <a:xfrm>
            <a:off x="9875520" y="3749039"/>
            <a:ext cx="1828800" cy="274320"/>
          </a:xfrm>
          <a:prstGeom prst="rect">
            <a:avLst/>
          </a:prstGeom>
          <a:noFill/>
        </p:spPr>
        <p:txBody>
          <a:bodyPr wrap="square">
            <a:spAutoFit/>
          </a:bodyPr>
          <a:lstStyle/>
          <a:p>
            <a:pPr algn="l">
              <a:defRPr sz="900" b="1">
                <a:solidFill>
                  <a:srgbClr val="E67E22"/>
                </a:solidFill>
              </a:defRPr>
            </a:pPr>
            <a:r>
              <a:t>⚡ OpenAI API call</a:t>
            </a:r>
          </a:p>
        </p:txBody>
      </p:sp>
      <p:sp>
        <p:nvSpPr>
          <p:cNvPr id="21" name="TextBox 20"/>
          <p:cNvSpPr txBox="1"/>
          <p:nvPr/>
        </p:nvSpPr>
        <p:spPr>
          <a:xfrm>
            <a:off x="274320" y="4114800"/>
            <a:ext cx="10972800" cy="274320"/>
          </a:xfrm>
          <a:prstGeom prst="rect">
            <a:avLst/>
          </a:prstGeom>
          <a:noFill/>
        </p:spPr>
        <p:txBody>
          <a:bodyPr wrap="square">
            <a:spAutoFit/>
          </a:bodyPr>
          <a:lstStyle/>
          <a:p>
            <a:pPr algn="l">
              <a:defRPr sz="1600" b="1">
                <a:solidFill>
                  <a:srgbClr val="0079C1"/>
                </a:solidFill>
              </a:defRPr>
            </a:pPr>
            <a:r>
              <a:t>Delivery</a:t>
            </a:r>
          </a:p>
        </p:txBody>
      </p:sp>
      <p:sp>
        <p:nvSpPr>
          <p:cNvPr id="22" name="Rounded Rectangle 21"/>
          <p:cNvSpPr/>
          <p:nvPr/>
        </p:nvSpPr>
        <p:spPr>
          <a:xfrm>
            <a:off x="274320" y="4480560"/>
            <a:ext cx="2743200" cy="822960"/>
          </a:xfrm>
          <a:prstGeom prst="roundRect">
            <a:avLst/>
          </a:prstGeom>
          <a:solidFill>
            <a:srgbClr val="D4EFDF"/>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1">
                <a:solidFill>
                  <a:srgbClr val="333333"/>
                </a:solidFill>
              </a:defRPr>
            </a:pPr>
            <a:r>
              <a:t>Email Digests</a:t>
            </a:r>
            <a:br/>
            <a:r>
              <a:t>SMTP — one HTML email</a:t>
            </a:r>
            <a:br/>
            <a:r>
              <a:t>per department per day</a:t>
            </a:r>
          </a:p>
        </p:txBody>
      </p:sp>
      <p:sp>
        <p:nvSpPr>
          <p:cNvPr id="23" name="Rounded Rectangle 22"/>
          <p:cNvSpPr/>
          <p:nvPr/>
        </p:nvSpPr>
        <p:spPr>
          <a:xfrm>
            <a:off x="3200400" y="4480560"/>
            <a:ext cx="2743200" cy="822960"/>
          </a:xfrm>
          <a:prstGeom prst="roundRect">
            <a:avLst/>
          </a:prstGeom>
          <a:solidFill>
            <a:srgbClr val="D4EFDF"/>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1">
                <a:solidFill>
                  <a:srgbClr val="333333"/>
                </a:solidFill>
              </a:defRPr>
            </a:pPr>
            <a:r>
              <a:t>Tier 1 Alerts</a:t>
            </a:r>
            <a:br/>
            <a:r>
              <a:t>Critical notifications for</a:t>
            </a:r>
            <a:br/>
            <a:r>
              <a:t>CGI product mentions</a:t>
            </a:r>
          </a:p>
        </p:txBody>
      </p:sp>
      <p:sp>
        <p:nvSpPr>
          <p:cNvPr id="24" name="Rounded Rectangle 23"/>
          <p:cNvSpPr/>
          <p:nvPr/>
        </p:nvSpPr>
        <p:spPr>
          <a:xfrm>
            <a:off x="6126480" y="4480560"/>
            <a:ext cx="2743200" cy="822960"/>
          </a:xfrm>
          <a:prstGeom prst="round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0">
                <a:solidFill>
                  <a:srgbClr val="787878"/>
                </a:solidFill>
              </a:defRPr>
            </a:pPr>
            <a:r>
              <a:t>Web Dashboard</a:t>
            </a:r>
            <a:br/>
            <a:r>
              <a:t>?</a:t>
            </a:r>
          </a:p>
        </p:txBody>
      </p:sp>
      <p:sp>
        <p:nvSpPr>
          <p:cNvPr id="25" name="Rounded Rectangle 24"/>
          <p:cNvSpPr/>
          <p:nvPr/>
        </p:nvSpPr>
        <p:spPr>
          <a:xfrm>
            <a:off x="9052560" y="4480560"/>
            <a:ext cx="2926080" cy="822960"/>
          </a:xfrm>
          <a:prstGeom prst="round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0">
                <a:solidFill>
                  <a:srgbClr val="787878"/>
                </a:solidFill>
              </a:defRPr>
            </a:pPr>
            <a:r>
              <a:t>Competitor &amp; Price</a:t>
            </a:r>
            <a:br/>
            <a:r>
              <a:t>Intelligence Reports</a:t>
            </a:r>
          </a:p>
        </p:txBody>
      </p:sp>
      <p:sp>
        <p:nvSpPr>
          <p:cNvPr id="26" name="TextBox 25"/>
          <p:cNvSpPr txBox="1"/>
          <p:nvPr/>
        </p:nvSpPr>
        <p:spPr>
          <a:xfrm>
            <a:off x="274320" y="5577840"/>
            <a:ext cx="11430000" cy="640080"/>
          </a:xfrm>
          <a:prstGeom prst="rect">
            <a:avLst/>
          </a:prstGeom>
          <a:noFill/>
        </p:spPr>
        <p:txBody>
          <a:bodyPr wrap="square">
            <a:spAutoFit/>
          </a:bodyPr>
          <a:lstStyle/>
          <a:p>
            <a:pPr algn="ctr">
              <a:defRPr sz="1100" b="0">
                <a:solidFill>
                  <a:srgbClr val="787878"/>
                </a:solidFill>
              </a:defRPr>
            </a:pPr>
            <a:r>
              <a:t>Stack: Python 3.12  |  Selenium + undetected-chromedriver  |  SQLite  |  OpenAI API  |  openpyxl  |  SMTP</a:t>
            </a:r>
            <a:br/>
            <a:r>
              <a:t>Deployment: Linux VM + Xvfb (virtual display)  |  Cron scheduling  |  No cloud dependencies beyond OpenAI</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320040" y="384048"/>
            <a:ext cx="10607040" cy="502920"/>
          </a:xfrm>
        </p:spPr>
        <p:txBody>
          <a:bodyPr/>
          <a:lstStyle/>
          <a:p>
            <a:r>
              <a:t>Deep Intelligence</a:t>
            </a:r>
          </a:p>
        </p:txBody>
      </p:sp>
      <p:sp>
        <p:nvSpPr>
          <p:cNvPr id="3" name="TextBox 2"/>
          <p:cNvSpPr txBox="1"/>
          <p:nvPr/>
        </p:nvSpPr>
        <p:spPr>
          <a:xfrm>
            <a:off x="274320" y="1005840"/>
            <a:ext cx="10972800" cy="365760"/>
          </a:xfrm>
          <a:prstGeom prst="rect">
            <a:avLst/>
          </a:prstGeom>
          <a:noFill/>
        </p:spPr>
        <p:txBody>
          <a:bodyPr wrap="square">
            <a:spAutoFit/>
          </a:bodyPr>
          <a:lstStyle/>
          <a:p>
            <a:pPr algn="l">
              <a:defRPr sz="1500" b="0">
                <a:solidFill>
                  <a:srgbClr val="333333"/>
                </a:solidFill>
              </a:defRPr>
            </a:pPr>
            <a:r>
              <a:t>Separate analytics mode scrapes award results, builds competitive and pricing intelligence over time.</a:t>
            </a:r>
          </a:p>
        </p:txBody>
      </p:sp>
      <p:sp>
        <p:nvSpPr>
          <p:cNvPr id="4" name="TextBox 3"/>
          <p:cNvSpPr txBox="1"/>
          <p:nvPr/>
        </p:nvSpPr>
        <p:spPr>
          <a:xfrm>
            <a:off x="274320" y="1463040"/>
            <a:ext cx="5486400" cy="320040"/>
          </a:xfrm>
          <a:prstGeom prst="rect">
            <a:avLst/>
          </a:prstGeom>
          <a:noFill/>
        </p:spPr>
        <p:txBody>
          <a:bodyPr wrap="square">
            <a:spAutoFit/>
          </a:bodyPr>
          <a:lstStyle/>
          <a:p>
            <a:pPr algn="l">
              <a:defRPr sz="1500" b="1">
                <a:solidFill>
                  <a:srgbClr val="0079C1"/>
                </a:solidFill>
              </a:defRPr>
            </a:pPr>
            <a:r>
              <a:t>Analytics Pipeline</a:t>
            </a:r>
          </a:p>
        </p:txBody>
      </p:sp>
      <p:sp>
        <p:nvSpPr>
          <p:cNvPr id="5" name="Rounded Rectangle 4"/>
          <p:cNvSpPr/>
          <p:nvPr/>
        </p:nvSpPr>
        <p:spPr>
          <a:xfrm>
            <a:off x="274320" y="1828800"/>
            <a:ext cx="2560320" cy="731520"/>
          </a:xfrm>
          <a:prstGeom prst="roundRect">
            <a:avLst/>
          </a:prstGeom>
          <a:solidFill>
            <a:srgbClr val="DCEBF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1">
                <a:solidFill>
                  <a:srgbClr val="333333"/>
                </a:solidFill>
              </a:defRPr>
            </a:pPr>
            <a:r>
              <a:t>Scrape Award Results</a:t>
            </a:r>
            <a:br/>
            <a:r>
              <a:t>Filter to decided tenders</a:t>
            </a:r>
            <a:br/>
            <a:r>
              <a:t>(Results, Contract Awards)</a:t>
            </a:r>
          </a:p>
        </p:txBody>
      </p:sp>
      <p:sp>
        <p:nvSpPr>
          <p:cNvPr id="6" name="Right Arrow 5"/>
          <p:cNvSpPr/>
          <p:nvPr/>
        </p:nvSpPr>
        <p:spPr>
          <a:xfrm>
            <a:off x="2926080" y="2011680"/>
            <a:ext cx="365760" cy="274320"/>
          </a:xfrm>
          <a:prstGeom prst="rightArrow">
            <a:avLst/>
          </a:prstGeom>
          <a:solidFill>
            <a:srgbClr val="0079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3383280" y="1828800"/>
            <a:ext cx="2560320" cy="731520"/>
          </a:xfrm>
          <a:prstGeom prst="roundRect">
            <a:avLst/>
          </a:prstGeom>
          <a:solidFill>
            <a:srgbClr val="FFEBC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1">
                <a:solidFill>
                  <a:srgbClr val="333333"/>
                </a:solidFill>
              </a:defRPr>
            </a:pPr>
            <a:r>
              <a:t>AI Extraction</a:t>
            </a:r>
            <a:br/>
            <a:r>
              <a:t>OpenAI parses Finnish text →</a:t>
            </a:r>
            <a:br/>
            <a:r>
              <a:t>winner, price, bidders, sector</a:t>
            </a:r>
          </a:p>
        </p:txBody>
      </p:sp>
      <p:sp>
        <p:nvSpPr>
          <p:cNvPr id="8" name="TextBox 7"/>
          <p:cNvSpPr txBox="1"/>
          <p:nvPr/>
        </p:nvSpPr>
        <p:spPr>
          <a:xfrm>
            <a:off x="3566160" y="2514600"/>
            <a:ext cx="1828800" cy="274320"/>
          </a:xfrm>
          <a:prstGeom prst="rect">
            <a:avLst/>
          </a:prstGeom>
          <a:noFill/>
        </p:spPr>
        <p:txBody>
          <a:bodyPr wrap="square">
            <a:spAutoFit/>
          </a:bodyPr>
          <a:lstStyle/>
          <a:p>
            <a:pPr algn="l">
              <a:defRPr sz="900" b="1">
                <a:solidFill>
                  <a:srgbClr val="E67E22"/>
                </a:solidFill>
              </a:defRPr>
            </a:pPr>
            <a:r>
              <a:t>⚡ OpenAI API call</a:t>
            </a:r>
          </a:p>
        </p:txBody>
      </p:sp>
      <p:sp>
        <p:nvSpPr>
          <p:cNvPr id="9" name="TextBox 8"/>
          <p:cNvSpPr txBox="1"/>
          <p:nvPr/>
        </p:nvSpPr>
        <p:spPr>
          <a:xfrm>
            <a:off x="274320" y="2926080"/>
            <a:ext cx="5486400" cy="274320"/>
          </a:xfrm>
          <a:prstGeom prst="rect">
            <a:avLst/>
          </a:prstGeom>
          <a:noFill/>
        </p:spPr>
        <p:txBody>
          <a:bodyPr wrap="square">
            <a:spAutoFit/>
          </a:bodyPr>
          <a:lstStyle/>
          <a:p>
            <a:pPr algn="l">
              <a:defRPr sz="1300" b="1">
                <a:solidFill>
                  <a:srgbClr val="333333"/>
                </a:solidFill>
              </a:defRPr>
            </a:pPr>
            <a:r>
              <a:t>Structured data extracted per award:</a:t>
            </a:r>
          </a:p>
        </p:txBody>
      </p:sp>
      <p:sp>
        <p:nvSpPr>
          <p:cNvPr id="10" name="Rounded Rectangle 9"/>
          <p:cNvSpPr/>
          <p:nvPr/>
        </p:nvSpPr>
        <p:spPr>
          <a:xfrm>
            <a:off x="274320" y="3246120"/>
            <a:ext cx="5669280" cy="1188720"/>
          </a:xfrm>
          <a:prstGeom prst="roundRect">
            <a:avLst/>
          </a:prstGeom>
          <a:solidFill>
            <a:srgbClr val="F8F8F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0">
                <a:solidFill>
                  <a:srgbClr val="333333"/>
                </a:solidFill>
              </a:defRPr>
            </a:pPr>
            <a:r>
              <a:t>• Winner company name (preserved in Finnish)</a:t>
            </a:r>
            <a:br/>
            <a:r>
              <a:t>• Winning price (EUR, ex. VAT)</a:t>
            </a:r>
            <a:br/>
            <a:r>
              <a:t>• Estimated contract value</a:t>
            </a:r>
            <a:br/>
            <a:r>
              <a:t>• Number of bidders</a:t>
            </a:r>
            <a:br/>
            <a:r>
              <a:t>• Contract duration (e.g. '2 years + 2 option years')</a:t>
            </a:r>
            <a:br/>
            <a:r>
              <a:t>• Sector (IT, Construction, Healthcare, etc.)</a:t>
            </a:r>
            <a:br/>
            <a:r>
              <a:t>• Confidence level (high / medium / low)</a:t>
            </a:r>
          </a:p>
        </p:txBody>
      </p:sp>
      <p:sp>
        <p:nvSpPr>
          <p:cNvPr id="11" name="TextBox 10"/>
          <p:cNvSpPr txBox="1"/>
          <p:nvPr/>
        </p:nvSpPr>
        <p:spPr>
          <a:xfrm>
            <a:off x="6217920" y="1463040"/>
            <a:ext cx="5486400" cy="274320"/>
          </a:xfrm>
          <a:prstGeom prst="rect">
            <a:avLst/>
          </a:prstGeom>
          <a:noFill/>
        </p:spPr>
        <p:txBody>
          <a:bodyPr wrap="square">
            <a:spAutoFit/>
          </a:bodyPr>
          <a:lstStyle/>
          <a:p>
            <a:pPr algn="l">
              <a:defRPr sz="1500" b="1">
                <a:solidFill>
                  <a:srgbClr val="0079C1"/>
                </a:solidFill>
              </a:defRPr>
            </a:pPr>
            <a:r>
              <a:t>Intelligence That Grows Over Time</a:t>
            </a:r>
          </a:p>
        </p:txBody>
      </p:sp>
      <p:sp>
        <p:nvSpPr>
          <p:cNvPr id="12" name="Rounded Rectangle 11"/>
          <p:cNvSpPr/>
          <p:nvPr/>
        </p:nvSpPr>
        <p:spPr>
          <a:xfrm>
            <a:off x="6217920" y="1828800"/>
            <a:ext cx="5669280" cy="1280160"/>
          </a:xfrm>
          <a:prstGeom prst="roundRect">
            <a:avLst/>
          </a:prstGeom>
          <a:solidFill>
            <a:srgbClr val="E0F7E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0">
                <a:solidFill>
                  <a:srgbClr val="333333"/>
                </a:solidFill>
              </a:defRPr>
            </a:pPr>
            <a:r>
              <a:t>COMPETITOR PROFILES</a:t>
            </a:r>
            <a:br/>
            <a:br/>
            <a:r>
              <a:t>Each award result updates a rolling database:</a:t>
            </a:r>
            <a:br/>
            <a:r>
              <a:t>• Win count per company</a:t>
            </a:r>
            <a:br/>
            <a:r>
              <a:t>• Total and average contract value</a:t>
            </a:r>
            <a:br/>
            <a:r>
              <a:t>• Sectors they operate in</a:t>
            </a:r>
            <a:br/>
            <a:r>
              <a:t>• Most recent win date</a:t>
            </a:r>
          </a:p>
        </p:txBody>
      </p:sp>
      <p:sp>
        <p:nvSpPr>
          <p:cNvPr id="13" name="Rounded Rectangle 12"/>
          <p:cNvSpPr/>
          <p:nvPr/>
        </p:nvSpPr>
        <p:spPr>
          <a:xfrm>
            <a:off x="6217920" y="3246120"/>
            <a:ext cx="5669280" cy="1188720"/>
          </a:xfrm>
          <a:prstGeom prst="roundRect">
            <a:avLst/>
          </a:prstGeom>
          <a:solidFill>
            <a:srgbClr val="DCEBF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0">
                <a:solidFill>
                  <a:srgbClr val="333333"/>
                </a:solidFill>
              </a:defRPr>
            </a:pPr>
            <a:r>
              <a:t>PRICE INTELLIGENCE</a:t>
            </a:r>
            <a:br/>
            <a:br/>
            <a:r>
              <a:t>Contract values grouped by sector:</a:t>
            </a:r>
            <a:br/>
            <a:r>
              <a:t>• Average, min, max per sector</a:t>
            </a:r>
            <a:br/>
            <a:r>
              <a:t>• Helps size CGI bids competitively</a:t>
            </a:r>
            <a:br/>
            <a:r>
              <a:t>• Identifies high-value sectors</a:t>
            </a:r>
          </a:p>
        </p:txBody>
      </p:sp>
      <p:sp>
        <p:nvSpPr>
          <p:cNvPr id="14" name="TextBox 13"/>
          <p:cNvSpPr txBox="1"/>
          <p:nvPr/>
        </p:nvSpPr>
        <p:spPr>
          <a:xfrm>
            <a:off x="274320" y="4754880"/>
            <a:ext cx="11430000" cy="274320"/>
          </a:xfrm>
          <a:prstGeom prst="rect">
            <a:avLst/>
          </a:prstGeom>
          <a:noFill/>
        </p:spPr>
        <p:txBody>
          <a:bodyPr wrap="square">
            <a:spAutoFit/>
          </a:bodyPr>
          <a:lstStyle/>
          <a:p>
            <a:pPr algn="l">
              <a:defRPr sz="1400" b="1">
                <a:solidFill>
                  <a:srgbClr val="333333"/>
                </a:solidFill>
              </a:defRPr>
            </a:pPr>
            <a:r>
              <a:t>How it works in practice:</a:t>
            </a:r>
          </a:p>
        </p:txBody>
      </p:sp>
      <p:sp>
        <p:nvSpPr>
          <p:cNvPr id="15" name="Rounded Rectangle 14"/>
          <p:cNvSpPr/>
          <p:nvPr/>
        </p:nvSpPr>
        <p:spPr>
          <a:xfrm>
            <a:off x="274320" y="5120640"/>
            <a:ext cx="3657600" cy="731520"/>
          </a:xfrm>
          <a:prstGeom prst="roundRect">
            <a:avLst/>
          </a:prstGeom>
          <a:solidFill>
            <a:srgbClr val="FCF3CF"/>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1">
                <a:solidFill>
                  <a:srgbClr val="333333"/>
                </a:solidFill>
              </a:defRPr>
            </a:pPr>
            <a:r>
              <a:t>Week 1</a:t>
            </a:r>
            <a:br/>
            <a:r>
              <a:t>First analytics run: ~100 awards</a:t>
            </a:r>
            <a:br/>
            <a:r>
              <a:t>→ initial competitor/price data</a:t>
            </a:r>
          </a:p>
        </p:txBody>
      </p:sp>
      <p:sp>
        <p:nvSpPr>
          <p:cNvPr id="16" name="Right Arrow 15"/>
          <p:cNvSpPr/>
          <p:nvPr/>
        </p:nvSpPr>
        <p:spPr>
          <a:xfrm>
            <a:off x="4023360" y="5303520"/>
            <a:ext cx="274320" cy="274320"/>
          </a:xfrm>
          <a:prstGeom prst="rightArrow">
            <a:avLst/>
          </a:prstGeom>
          <a:solidFill>
            <a:srgbClr val="0079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4389120" y="5120640"/>
            <a:ext cx="3657600" cy="731520"/>
          </a:xfrm>
          <a:prstGeom prst="roundRect">
            <a:avLst/>
          </a:prstGeom>
          <a:solidFill>
            <a:srgbClr val="FCF3CF"/>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1">
                <a:solidFill>
                  <a:srgbClr val="333333"/>
                </a:solidFill>
              </a:defRPr>
            </a:pPr>
            <a:r>
              <a:t>Month 1</a:t>
            </a:r>
            <a:br/>
            <a:r>
              <a:t>Nightly runs accumulate ~500+</a:t>
            </a:r>
            <a:br/>
            <a:r>
              <a:t>→ patterns emerge per sector</a:t>
            </a:r>
          </a:p>
        </p:txBody>
      </p:sp>
      <p:sp>
        <p:nvSpPr>
          <p:cNvPr id="18" name="Right Arrow 17"/>
          <p:cNvSpPr/>
          <p:nvPr/>
        </p:nvSpPr>
        <p:spPr>
          <a:xfrm>
            <a:off x="8138160" y="5303520"/>
            <a:ext cx="274320" cy="274320"/>
          </a:xfrm>
          <a:prstGeom prst="rightArrow">
            <a:avLst/>
          </a:prstGeom>
          <a:solidFill>
            <a:srgbClr val="0079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8503920" y="5120640"/>
            <a:ext cx="3474720" cy="731520"/>
          </a:xfrm>
          <a:prstGeom prst="roundRect">
            <a:avLst/>
          </a:prstGeom>
          <a:solidFill>
            <a:srgbClr val="FCF3CF"/>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1">
                <a:solidFill>
                  <a:srgbClr val="333333"/>
                </a:solidFill>
              </a:defRPr>
            </a:pPr>
            <a:r>
              <a:t>Ongoing</a:t>
            </a:r>
            <a:br/>
            <a:r>
              <a:t>Historical database grows</a:t>
            </a:r>
            <a:br/>
            <a:r>
              <a:t>→ benchmark bids, spot trends</a:t>
            </a:r>
          </a:p>
        </p:txBody>
      </p:sp>
      <p:sp>
        <p:nvSpPr>
          <p:cNvPr id="20" name="TextBox 19"/>
          <p:cNvSpPr txBox="1"/>
          <p:nvPr/>
        </p:nvSpPr>
        <p:spPr>
          <a:xfrm>
            <a:off x="274320" y="6035040"/>
            <a:ext cx="11430000" cy="274320"/>
          </a:xfrm>
          <a:prstGeom prst="rect">
            <a:avLst/>
          </a:prstGeom>
          <a:noFill/>
        </p:spPr>
        <p:txBody>
          <a:bodyPr wrap="square">
            <a:spAutoFit/>
          </a:bodyPr>
          <a:lstStyle/>
          <a:p>
            <a:pPr algn="ctr">
              <a:defRPr sz="1100" b="0">
                <a:solidFill>
                  <a:srgbClr val="787878"/>
                </a:solidFill>
              </a:defRPr>
            </a:pPr>
            <a:r>
              <a:t>Runs as a separate nightly job alongside tender alerts  |  Same infrastructure, different filter  |  ~$9/month AI cost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320040" y="384048"/>
            <a:ext cx="10607040" cy="502920"/>
          </a:xfrm>
        </p:spPr>
        <p:txBody>
          <a:bodyPr/>
          <a:lstStyle/>
          <a:p>
            <a:r>
              <a:t>Detail Page Enrichment</a:t>
            </a:r>
          </a:p>
        </p:txBody>
      </p:sp>
      <p:sp>
        <p:nvSpPr>
          <p:cNvPr id="3" name="TextBox 2"/>
          <p:cNvSpPr txBox="1"/>
          <p:nvPr/>
        </p:nvSpPr>
        <p:spPr>
          <a:xfrm>
            <a:off x="274320" y="1005840"/>
            <a:ext cx="10972800" cy="365760"/>
          </a:xfrm>
          <a:prstGeom prst="rect">
            <a:avLst/>
          </a:prstGeom>
          <a:noFill/>
        </p:spPr>
        <p:txBody>
          <a:bodyPr wrap="square">
            <a:spAutoFit/>
          </a:bodyPr>
          <a:lstStyle/>
          <a:p>
            <a:pPr algn="l">
              <a:defRPr sz="1500" b="0">
                <a:solidFill>
                  <a:srgbClr val="333333"/>
                </a:solidFill>
              </a:defRPr>
            </a:pPr>
            <a:r>
              <a:t>Logged-in scraping unlocks structured tender data across 6 content tabs for richer AI analysis.</a:t>
            </a:r>
          </a:p>
        </p:txBody>
      </p:sp>
      <p:sp>
        <p:nvSpPr>
          <p:cNvPr id="4" name="TextBox 3"/>
          <p:cNvSpPr txBox="1"/>
          <p:nvPr/>
        </p:nvSpPr>
        <p:spPr>
          <a:xfrm>
            <a:off x="274320" y="1554480"/>
            <a:ext cx="5486400" cy="274320"/>
          </a:xfrm>
          <a:prstGeom prst="rect">
            <a:avLst/>
          </a:prstGeom>
          <a:noFill/>
        </p:spPr>
        <p:txBody>
          <a:bodyPr wrap="square">
            <a:spAutoFit/>
          </a:bodyPr>
          <a:lstStyle/>
          <a:p>
            <a:pPr algn="l">
              <a:defRPr sz="1400" b="1">
                <a:solidFill>
                  <a:srgbClr val="787878"/>
                </a:solidFill>
              </a:defRPr>
            </a:pPr>
            <a:r>
              <a:t>Listing Page (public, fast)</a:t>
            </a:r>
          </a:p>
        </p:txBody>
      </p:sp>
      <p:sp>
        <p:nvSpPr>
          <p:cNvPr id="5" name="Rounded Rectangle 4"/>
          <p:cNvSpPr/>
          <p:nvPr/>
        </p:nvSpPr>
        <p:spPr>
          <a:xfrm>
            <a:off x="274320" y="1920240"/>
            <a:ext cx="5486400" cy="1097280"/>
          </a:xfrm>
          <a:prstGeom prst="round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b="0">
                <a:solidFill>
                  <a:srgbClr val="787878"/>
                </a:solidFill>
              </a:defRPr>
            </a:pPr>
            <a:r>
              <a:t>• Tender name, ID, organisation</a:t>
            </a:r>
            <a:br/>
            <a:r>
              <a:t>• Type and category</a:t>
            </a:r>
            <a:br/>
            <a:r>
              <a:t>• Short description</a:t>
            </a:r>
            <a:br/>
            <a:r>
              <a:t>• Publication date and deadline</a:t>
            </a:r>
            <a:br/>
            <a:r>
              <a:t>→ Enough for routing and basic summaries</a:t>
            </a:r>
          </a:p>
        </p:txBody>
      </p:sp>
      <p:sp>
        <p:nvSpPr>
          <p:cNvPr id="6" name="TextBox 5"/>
          <p:cNvSpPr txBox="1"/>
          <p:nvPr/>
        </p:nvSpPr>
        <p:spPr>
          <a:xfrm>
            <a:off x="6126480" y="1554480"/>
            <a:ext cx="5486400" cy="274320"/>
          </a:xfrm>
          <a:prstGeom prst="rect">
            <a:avLst/>
          </a:prstGeom>
          <a:noFill/>
        </p:spPr>
        <p:txBody>
          <a:bodyPr wrap="square">
            <a:spAutoFit/>
          </a:bodyPr>
          <a:lstStyle/>
          <a:p>
            <a:pPr algn="l">
              <a:defRPr sz="1400" b="1">
                <a:solidFill>
                  <a:srgbClr val="2EA44F"/>
                </a:solidFill>
              </a:defRPr>
            </a:pPr>
            <a:r>
              <a:t>Detail Page Tabs (login required)</a:t>
            </a:r>
          </a:p>
        </p:txBody>
      </p:sp>
      <p:sp>
        <p:nvSpPr>
          <p:cNvPr id="7" name="Rounded Rectangle 6"/>
          <p:cNvSpPr/>
          <p:nvPr/>
        </p:nvSpPr>
        <p:spPr>
          <a:xfrm>
            <a:off x="6126480" y="1920240"/>
            <a:ext cx="5852160" cy="1097280"/>
          </a:xfrm>
          <a:prstGeom prst="roundRect">
            <a:avLst/>
          </a:prstGeom>
          <a:solidFill>
            <a:srgbClr val="D4EFDF"/>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b="0">
                <a:solidFill>
                  <a:srgbClr val="333333"/>
                </a:solidFill>
              </a:defRPr>
            </a:pPr>
            <a:r>
              <a:t>• Summary — full description, dates, org details</a:t>
            </a:r>
            <a:br/>
            <a:r>
              <a:t>• Q&amp;A thread — buyer answers, competitor signals</a:t>
            </a:r>
            <a:br/>
            <a:r>
              <a:t>• Terms &amp; conditions — qualification requirements</a:t>
            </a:r>
            <a:br/>
            <a:r>
              <a:t>• Procurement object — scope, volumes, structure</a:t>
            </a:r>
            <a:br/>
            <a:r>
              <a:t>• Persons in charge — buyer contacts</a:t>
            </a:r>
            <a:br/>
            <a:r>
              <a:t>→ Richer summaries, competitor signals, initial bid assessment</a:t>
            </a:r>
          </a:p>
        </p:txBody>
      </p:sp>
      <p:sp>
        <p:nvSpPr>
          <p:cNvPr id="8" name="TextBox 7"/>
          <p:cNvSpPr txBox="1"/>
          <p:nvPr/>
        </p:nvSpPr>
        <p:spPr>
          <a:xfrm>
            <a:off x="274320" y="3291840"/>
            <a:ext cx="10972800" cy="274320"/>
          </a:xfrm>
          <a:prstGeom prst="rect">
            <a:avLst/>
          </a:prstGeom>
          <a:noFill/>
        </p:spPr>
        <p:txBody>
          <a:bodyPr wrap="square">
            <a:spAutoFit/>
          </a:bodyPr>
          <a:lstStyle/>
          <a:p>
            <a:pPr algn="l">
              <a:defRPr sz="1400" b="1">
                <a:solidFill>
                  <a:srgbClr val="0079C1"/>
                </a:solidFill>
              </a:defRPr>
            </a:pPr>
            <a:r>
              <a:t>How detail scraping works (session-preserving navigation):</a:t>
            </a:r>
          </a:p>
        </p:txBody>
      </p:sp>
      <p:sp>
        <p:nvSpPr>
          <p:cNvPr id="9" name="Rounded Rectangle 8"/>
          <p:cNvSpPr/>
          <p:nvPr/>
        </p:nvSpPr>
        <p:spPr>
          <a:xfrm>
            <a:off x="274320" y="3657600"/>
            <a:ext cx="2194560" cy="640080"/>
          </a:xfrm>
          <a:prstGeom prst="roundRect">
            <a:avLst/>
          </a:prstGeom>
          <a:solidFill>
            <a:srgbClr val="DCEBF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1">
                <a:solidFill>
                  <a:srgbClr val="333333"/>
                </a:solidFill>
              </a:defRPr>
            </a:pPr>
            <a:r>
              <a:t>On listings page</a:t>
            </a:r>
            <a:br/>
            <a:r>
              <a:t>find tender row</a:t>
            </a:r>
          </a:p>
        </p:txBody>
      </p:sp>
      <p:sp>
        <p:nvSpPr>
          <p:cNvPr id="10" name="Right Arrow 9"/>
          <p:cNvSpPr/>
          <p:nvPr/>
        </p:nvSpPr>
        <p:spPr>
          <a:xfrm>
            <a:off x="2560320" y="3794760"/>
            <a:ext cx="274320" cy="274320"/>
          </a:xfrm>
          <a:prstGeom prst="rightArrow">
            <a:avLst/>
          </a:prstGeom>
          <a:solidFill>
            <a:srgbClr val="0079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2926080" y="3657600"/>
            <a:ext cx="2194560" cy="640080"/>
          </a:xfrm>
          <a:prstGeom prst="roundRect">
            <a:avLst/>
          </a:prstGeom>
          <a:solidFill>
            <a:srgbClr val="DCEBF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1">
                <a:solidFill>
                  <a:srgbClr val="333333"/>
                </a:solidFill>
              </a:defRPr>
            </a:pPr>
            <a:r>
              <a:t>Click link</a:t>
            </a:r>
            <a:br/>
            <a:r>
              <a:t>(ActionChains —</a:t>
            </a:r>
            <a:br/>
            <a:r>
              <a:t>preserves session)</a:t>
            </a:r>
          </a:p>
        </p:txBody>
      </p:sp>
      <p:sp>
        <p:nvSpPr>
          <p:cNvPr id="12" name="Right Arrow 11"/>
          <p:cNvSpPr/>
          <p:nvPr/>
        </p:nvSpPr>
        <p:spPr>
          <a:xfrm>
            <a:off x="5212080" y="3794760"/>
            <a:ext cx="274320" cy="274320"/>
          </a:xfrm>
          <a:prstGeom prst="rightArrow">
            <a:avLst/>
          </a:prstGeom>
          <a:solidFill>
            <a:srgbClr val="0079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5577840" y="3657600"/>
            <a:ext cx="2194560" cy="640080"/>
          </a:xfrm>
          <a:prstGeom prst="roundRect">
            <a:avLst/>
          </a:prstGeom>
          <a:solidFill>
            <a:srgbClr val="D4EFDF"/>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1">
                <a:solidFill>
                  <a:srgbClr val="333333"/>
                </a:solidFill>
              </a:defRPr>
            </a:pPr>
            <a:r>
              <a:t>Full detail page</a:t>
            </a:r>
            <a:br/>
            <a:r>
              <a:t>all tabs accessible</a:t>
            </a:r>
            <a:br/>
            <a:r>
              <a:t>(logged-in view)</a:t>
            </a:r>
          </a:p>
        </p:txBody>
      </p:sp>
      <p:sp>
        <p:nvSpPr>
          <p:cNvPr id="14" name="Right Arrow 13"/>
          <p:cNvSpPr/>
          <p:nvPr/>
        </p:nvSpPr>
        <p:spPr>
          <a:xfrm>
            <a:off x="7863840" y="3794760"/>
            <a:ext cx="274320" cy="274320"/>
          </a:xfrm>
          <a:prstGeom prst="rightArrow">
            <a:avLst/>
          </a:prstGeom>
          <a:solidFill>
            <a:srgbClr val="0079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8229600" y="3657600"/>
            <a:ext cx="1828800" cy="640080"/>
          </a:xfrm>
          <a:prstGeom prst="roundRect">
            <a:avLst/>
          </a:prstGeom>
          <a:solidFill>
            <a:srgbClr val="DCEBF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1">
                <a:solidFill>
                  <a:srgbClr val="333333"/>
                </a:solidFill>
              </a:defRPr>
            </a:pPr>
            <a:r>
              <a:t>Extract text</a:t>
            </a:r>
            <a:br/>
            <a:r>
              <a:t>+ tab data</a:t>
            </a:r>
          </a:p>
        </p:txBody>
      </p:sp>
      <p:sp>
        <p:nvSpPr>
          <p:cNvPr id="16" name="Right Arrow 15"/>
          <p:cNvSpPr/>
          <p:nvPr/>
        </p:nvSpPr>
        <p:spPr>
          <a:xfrm>
            <a:off x="10149840" y="3794760"/>
            <a:ext cx="274320" cy="274320"/>
          </a:xfrm>
          <a:prstGeom prst="rightArrow">
            <a:avLst/>
          </a:prstGeom>
          <a:solidFill>
            <a:srgbClr val="0079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10515600" y="3657600"/>
            <a:ext cx="1463040" cy="640080"/>
          </a:xfrm>
          <a:prstGeom prst="roundRect">
            <a:avLst/>
          </a:prstGeom>
          <a:solidFill>
            <a:srgbClr val="DCEBF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1">
                <a:solidFill>
                  <a:srgbClr val="333333"/>
                </a:solidFill>
              </a:defRPr>
            </a:pPr>
            <a:r>
              <a:t>Back to</a:t>
            </a:r>
            <a:br/>
            <a:r>
              <a:t>listings</a:t>
            </a:r>
          </a:p>
        </p:txBody>
      </p:sp>
      <p:sp>
        <p:nvSpPr>
          <p:cNvPr id="18" name="TextBox 17"/>
          <p:cNvSpPr txBox="1"/>
          <p:nvPr/>
        </p:nvSpPr>
        <p:spPr>
          <a:xfrm>
            <a:off x="274320" y="4572000"/>
            <a:ext cx="10972800" cy="274320"/>
          </a:xfrm>
          <a:prstGeom prst="rect">
            <a:avLst/>
          </a:prstGeom>
          <a:noFill/>
        </p:spPr>
        <p:txBody>
          <a:bodyPr wrap="square">
            <a:spAutoFit/>
          </a:bodyPr>
          <a:lstStyle/>
          <a:p>
            <a:pPr algn="l">
              <a:defRPr sz="1400" b="1">
                <a:solidFill>
                  <a:srgbClr val="333333"/>
                </a:solidFill>
              </a:defRPr>
            </a:pPr>
            <a:r>
              <a:t>What richer data enables:</a:t>
            </a:r>
          </a:p>
        </p:txBody>
      </p:sp>
      <p:sp>
        <p:nvSpPr>
          <p:cNvPr id="19" name="Rounded Rectangle 18"/>
          <p:cNvSpPr/>
          <p:nvPr/>
        </p:nvSpPr>
        <p:spPr>
          <a:xfrm>
            <a:off x="274320" y="4937760"/>
            <a:ext cx="3657600" cy="914400"/>
          </a:xfrm>
          <a:prstGeom prst="roundRect">
            <a:avLst/>
          </a:prstGeom>
          <a:solidFill>
            <a:srgbClr val="FCF3CF"/>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1">
                <a:solidFill>
                  <a:srgbClr val="333333"/>
                </a:solidFill>
              </a:defRPr>
            </a:pPr>
            <a:r>
              <a:t>Better AI Summaries</a:t>
            </a:r>
            <a:br/>
            <a:br/>
            <a:r>
              <a:t>Full tab content instead of</a:t>
            </a:r>
            <a:br/>
            <a:r>
              <a:t>short descriptions → more</a:t>
            </a:r>
            <a:br/>
            <a:r>
              <a:t>accurate relevance scoring</a:t>
            </a:r>
          </a:p>
        </p:txBody>
      </p:sp>
      <p:sp>
        <p:nvSpPr>
          <p:cNvPr id="20" name="Rounded Rectangle 19"/>
          <p:cNvSpPr/>
          <p:nvPr/>
        </p:nvSpPr>
        <p:spPr>
          <a:xfrm>
            <a:off x="4114800" y="4937760"/>
            <a:ext cx="3657600" cy="914400"/>
          </a:xfrm>
          <a:prstGeom prst="roundRect">
            <a:avLst/>
          </a:prstGeom>
          <a:solidFill>
            <a:srgbClr val="FCF3CF"/>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1">
                <a:solidFill>
                  <a:srgbClr val="333333"/>
                </a:solidFill>
              </a:defRPr>
            </a:pPr>
            <a:r>
              <a:t>Initial Bid Assessment</a:t>
            </a:r>
            <a:br/>
            <a:br/>
            <a:r>
              <a:t>Terms &amp; procurement object</a:t>
            </a:r>
            <a:br/>
            <a:r>
              <a:t>reveal qualification reqs →</a:t>
            </a:r>
            <a:br/>
            <a:r>
              <a:t>AI flags fit or misfit</a:t>
            </a:r>
          </a:p>
        </p:txBody>
      </p:sp>
      <p:sp>
        <p:nvSpPr>
          <p:cNvPr id="21" name="Rounded Rectangle 20"/>
          <p:cNvSpPr/>
          <p:nvPr/>
        </p:nvSpPr>
        <p:spPr>
          <a:xfrm>
            <a:off x="7955279" y="4937760"/>
            <a:ext cx="4023360" cy="914400"/>
          </a:xfrm>
          <a:prstGeom prst="roundRect">
            <a:avLst/>
          </a:prstGeom>
          <a:solidFill>
            <a:srgbClr val="FCF3CF"/>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1">
                <a:solidFill>
                  <a:srgbClr val="333333"/>
                </a:solidFill>
              </a:defRPr>
            </a:pPr>
            <a:r>
              <a:t>Competitive Intelligence</a:t>
            </a:r>
            <a:br/>
            <a:br/>
            <a:r>
              <a:t>Q&amp;A threads reveal what</a:t>
            </a:r>
            <a:br/>
            <a:r>
              <a:t>competitors are asking about</a:t>
            </a:r>
            <a:br/>
            <a:r>
              <a:t>→ signals about who's bidding</a:t>
            </a:r>
          </a:p>
        </p:txBody>
      </p:sp>
      <p:sp>
        <p:nvSpPr>
          <p:cNvPr id="22" name="TextBox 21"/>
          <p:cNvSpPr txBox="1"/>
          <p:nvPr/>
        </p:nvSpPr>
        <p:spPr>
          <a:xfrm>
            <a:off x="274320" y="6035040"/>
            <a:ext cx="11430000" cy="274320"/>
          </a:xfrm>
          <a:prstGeom prst="rect">
            <a:avLst/>
          </a:prstGeom>
          <a:noFill/>
        </p:spPr>
        <p:txBody>
          <a:bodyPr wrap="square">
            <a:spAutoFit/>
          </a:bodyPr>
          <a:lstStyle/>
          <a:p>
            <a:pPr algn="ctr">
              <a:defRPr sz="1100" b="0">
                <a:solidFill>
                  <a:srgbClr val="787878"/>
                </a:solidFill>
              </a:defRPr>
            </a:pPr>
            <a:r>
              <a:t>Note: attached files (PDFs, Excel) are not downloaded — full bid intelligence requires file processing (Level 3)</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320040" y="384048"/>
            <a:ext cx="10607040" cy="502920"/>
          </a:xfrm>
        </p:spPr>
        <p:txBody>
          <a:bodyPr/>
          <a:lstStyle/>
          <a:p>
            <a:r>
              <a:t>Narrowing Down Results</a:t>
            </a:r>
          </a:p>
        </p:txBody>
      </p:sp>
      <p:sp>
        <p:nvSpPr>
          <p:cNvPr id="3" name="TextBox 2"/>
          <p:cNvSpPr txBox="1"/>
          <p:nvPr/>
        </p:nvSpPr>
        <p:spPr>
          <a:xfrm>
            <a:off x="384048" y="1005840"/>
            <a:ext cx="10972800" cy="457200"/>
          </a:xfrm>
          <a:prstGeom prst="rect">
            <a:avLst/>
          </a:prstGeom>
          <a:noFill/>
        </p:spPr>
        <p:txBody>
          <a:bodyPr wrap="square">
            <a:spAutoFit/>
          </a:bodyPr>
          <a:lstStyle/>
          <a:p>
            <a:pPr algn="l">
              <a:defRPr sz="1600" b="0">
                <a:solidFill>
                  <a:srgbClr val="333333"/>
                </a:solidFill>
              </a:defRPr>
            </a:pPr>
            <a:r>
              <a:t>We filter in layers — cheapest and fastest first, AI only on what survives. Each layer is configurable.</a:t>
            </a:r>
          </a:p>
        </p:txBody>
      </p:sp>
      <p:sp>
        <p:nvSpPr>
          <p:cNvPr id="4" name="Rounded Rectangle 3"/>
          <p:cNvSpPr/>
          <p:nvPr/>
        </p:nvSpPr>
        <p:spPr>
          <a:xfrm>
            <a:off x="457200" y="1645920"/>
            <a:ext cx="6400800" cy="685800"/>
          </a:xfrm>
          <a:prstGeom prst="roundRect">
            <a:avLst/>
          </a:prstGeom>
          <a:solidFill>
            <a:srgbClr val="DCEBF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b="0">
                <a:solidFill>
                  <a:srgbClr val="333333"/>
                </a:solidFill>
              </a:defRPr>
            </a:pPr>
            <a:r>
              <a:t>Layer 1: Notice Type (built-in search filter)</a:t>
            </a:r>
            <a:br/>
            <a:r>
              <a:t>Keep only open competitions, planning notices, DPS. Remove awards, cancellations, direct awards.</a:t>
            </a:r>
          </a:p>
        </p:txBody>
      </p:sp>
      <p:sp>
        <p:nvSpPr>
          <p:cNvPr id="5" name="TextBox 4"/>
          <p:cNvSpPr txBox="1"/>
          <p:nvPr/>
        </p:nvSpPr>
        <p:spPr>
          <a:xfrm>
            <a:off x="7040880" y="1737360"/>
            <a:ext cx="2286000" cy="457200"/>
          </a:xfrm>
          <a:prstGeom prst="rect">
            <a:avLst/>
          </a:prstGeom>
          <a:noFill/>
        </p:spPr>
        <p:txBody>
          <a:bodyPr wrap="square">
            <a:spAutoFit/>
          </a:bodyPr>
          <a:lstStyle/>
          <a:p>
            <a:pPr algn="l">
              <a:defRPr sz="1600" b="1">
                <a:solidFill>
                  <a:srgbClr val="2EA44F"/>
                </a:solidFill>
              </a:defRPr>
            </a:pPr>
            <a:r>
              <a:t>5,000 → ~2,000</a:t>
            </a:r>
          </a:p>
        </p:txBody>
      </p:sp>
      <p:sp>
        <p:nvSpPr>
          <p:cNvPr id="6" name="Rounded Rectangle 5"/>
          <p:cNvSpPr/>
          <p:nvPr/>
        </p:nvSpPr>
        <p:spPr>
          <a:xfrm>
            <a:off x="9418320" y="1783080"/>
            <a:ext cx="2560320" cy="411480"/>
          </a:xfrm>
          <a:prstGeom prst="roundRect">
            <a:avLst/>
          </a:prstGeom>
          <a:solidFill>
            <a:srgbClr val="D4EFDF"/>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b="1">
                <a:solidFill>
                  <a:srgbClr val="333333"/>
                </a:solidFill>
              </a:defRPr>
            </a:pPr>
            <a:r>
              <a:t>Automatic</a:t>
            </a:r>
          </a:p>
        </p:txBody>
      </p:sp>
      <p:sp>
        <p:nvSpPr>
          <p:cNvPr id="7" name="Rounded Rectangle 6"/>
          <p:cNvSpPr/>
          <p:nvPr/>
        </p:nvSpPr>
        <p:spPr>
          <a:xfrm>
            <a:off x="457200" y="2514600"/>
            <a:ext cx="6400800" cy="685800"/>
          </a:xfrm>
          <a:prstGeom prst="roundRect">
            <a:avLst/>
          </a:prstGeom>
          <a:solidFill>
            <a:srgbClr val="DCEBF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b="0">
                <a:solidFill>
                  <a:srgbClr val="333333"/>
                </a:solidFill>
              </a:defRPr>
            </a:pPr>
            <a:r>
              <a:t>Layer 2: Procurement Category (built-in search filter)</a:t>
            </a:r>
            <a:br/>
            <a:r>
              <a:t>Keep only categories CGI operates in: Service, Health &amp; Social, IT, etc.</a:t>
            </a:r>
          </a:p>
        </p:txBody>
      </p:sp>
      <p:sp>
        <p:nvSpPr>
          <p:cNvPr id="8" name="TextBox 7"/>
          <p:cNvSpPr txBox="1"/>
          <p:nvPr/>
        </p:nvSpPr>
        <p:spPr>
          <a:xfrm>
            <a:off x="7040880" y="2606040"/>
            <a:ext cx="2286000" cy="457200"/>
          </a:xfrm>
          <a:prstGeom prst="rect">
            <a:avLst/>
          </a:prstGeom>
          <a:noFill/>
        </p:spPr>
        <p:txBody>
          <a:bodyPr wrap="square">
            <a:spAutoFit/>
          </a:bodyPr>
          <a:lstStyle/>
          <a:p>
            <a:pPr algn="l">
              <a:defRPr sz="1600" b="1">
                <a:solidFill>
                  <a:srgbClr val="2EA44F"/>
                </a:solidFill>
              </a:defRPr>
            </a:pPr>
            <a:r>
              <a:t>2,000 → ~800</a:t>
            </a:r>
          </a:p>
        </p:txBody>
      </p:sp>
      <p:sp>
        <p:nvSpPr>
          <p:cNvPr id="9" name="Rounded Rectangle 8"/>
          <p:cNvSpPr/>
          <p:nvPr/>
        </p:nvSpPr>
        <p:spPr>
          <a:xfrm>
            <a:off x="9418320" y="2651760"/>
            <a:ext cx="2560320" cy="411480"/>
          </a:xfrm>
          <a:prstGeom prst="roundRect">
            <a:avLst/>
          </a:prstGeom>
          <a:solidFill>
            <a:srgbClr val="FFF3E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b="1">
                <a:solidFill>
                  <a:srgbClr val="C0392B"/>
                </a:solidFill>
              </a:defRPr>
            </a:pPr>
            <a:r>
              <a:t>Need your input</a:t>
            </a:r>
          </a:p>
        </p:txBody>
      </p:sp>
      <p:sp>
        <p:nvSpPr>
          <p:cNvPr id="10" name="Rounded Rectangle 9"/>
          <p:cNvSpPr/>
          <p:nvPr/>
        </p:nvSpPr>
        <p:spPr>
          <a:xfrm>
            <a:off x="457200" y="3383280"/>
            <a:ext cx="6400800" cy="685800"/>
          </a:xfrm>
          <a:prstGeom prst="roundRect">
            <a:avLst/>
          </a:prstGeom>
          <a:solidFill>
            <a:srgbClr val="DCEBF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b="0">
                <a:solidFill>
                  <a:srgbClr val="333333"/>
                </a:solidFill>
              </a:defRPr>
            </a:pPr>
            <a:r>
              <a:t>Layer 3: CPV Codes — standardized EU procurement categories</a:t>
            </a:r>
            <a:br/>
            <a:r>
              <a:t>Filter to IT (72xxx), consulting (79xxx), and other relevant codes.</a:t>
            </a:r>
          </a:p>
        </p:txBody>
      </p:sp>
      <p:sp>
        <p:nvSpPr>
          <p:cNvPr id="11" name="TextBox 10"/>
          <p:cNvSpPr txBox="1"/>
          <p:nvPr/>
        </p:nvSpPr>
        <p:spPr>
          <a:xfrm>
            <a:off x="7040880" y="3474720"/>
            <a:ext cx="2286000" cy="457200"/>
          </a:xfrm>
          <a:prstGeom prst="rect">
            <a:avLst/>
          </a:prstGeom>
          <a:noFill/>
        </p:spPr>
        <p:txBody>
          <a:bodyPr wrap="square">
            <a:spAutoFit/>
          </a:bodyPr>
          <a:lstStyle/>
          <a:p>
            <a:pPr algn="l">
              <a:defRPr sz="1600" b="1">
                <a:solidFill>
                  <a:srgbClr val="2EA44F"/>
                </a:solidFill>
              </a:defRPr>
            </a:pPr>
            <a:r>
              <a:t>800 → ~300</a:t>
            </a:r>
          </a:p>
        </p:txBody>
      </p:sp>
      <p:sp>
        <p:nvSpPr>
          <p:cNvPr id="12" name="Rounded Rectangle 11"/>
          <p:cNvSpPr/>
          <p:nvPr/>
        </p:nvSpPr>
        <p:spPr>
          <a:xfrm>
            <a:off x="9418320" y="3520440"/>
            <a:ext cx="2560320" cy="411480"/>
          </a:xfrm>
          <a:prstGeom prst="roundRect">
            <a:avLst/>
          </a:prstGeom>
          <a:solidFill>
            <a:srgbClr val="FFF3E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b="1">
                <a:solidFill>
                  <a:srgbClr val="C0392B"/>
                </a:solidFill>
              </a:defRPr>
            </a:pPr>
            <a:r>
              <a:t>Need your input</a:t>
            </a:r>
          </a:p>
        </p:txBody>
      </p:sp>
      <p:sp>
        <p:nvSpPr>
          <p:cNvPr id="13" name="Rounded Rectangle 12"/>
          <p:cNvSpPr/>
          <p:nvPr/>
        </p:nvSpPr>
        <p:spPr>
          <a:xfrm>
            <a:off x="457200" y="4251960"/>
            <a:ext cx="6400800" cy="685800"/>
          </a:xfrm>
          <a:prstGeom prst="roundRect">
            <a:avLst/>
          </a:prstGeom>
          <a:solidFill>
            <a:srgbClr val="FCF3CF"/>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b="0">
                <a:solidFill>
                  <a:srgbClr val="333333"/>
                </a:solidFill>
              </a:defRPr>
            </a:pPr>
            <a:r>
              <a:t>Layer 4: Keyword + Product Name Matching</a:t>
            </a:r>
            <a:br/>
            <a:r>
              <a:t>Tier 1: CGI product names (Aromi, etc.)  |  Tier 2: department keywords  |  Tier 3: everything else</a:t>
            </a:r>
          </a:p>
        </p:txBody>
      </p:sp>
      <p:sp>
        <p:nvSpPr>
          <p:cNvPr id="14" name="TextBox 13"/>
          <p:cNvSpPr txBox="1"/>
          <p:nvPr/>
        </p:nvSpPr>
        <p:spPr>
          <a:xfrm>
            <a:off x="7040880" y="4343400"/>
            <a:ext cx="2286000" cy="457200"/>
          </a:xfrm>
          <a:prstGeom prst="rect">
            <a:avLst/>
          </a:prstGeom>
          <a:noFill/>
        </p:spPr>
        <p:txBody>
          <a:bodyPr wrap="square">
            <a:spAutoFit/>
          </a:bodyPr>
          <a:lstStyle/>
          <a:p>
            <a:pPr algn="l">
              <a:defRPr sz="1600" b="1">
                <a:solidFill>
                  <a:srgbClr val="2EA44F"/>
                </a:solidFill>
              </a:defRPr>
            </a:pPr>
            <a:r>
              <a:t>300 → routed</a:t>
            </a:r>
          </a:p>
        </p:txBody>
      </p:sp>
      <p:sp>
        <p:nvSpPr>
          <p:cNvPr id="15" name="Rounded Rectangle 14"/>
          <p:cNvSpPr/>
          <p:nvPr/>
        </p:nvSpPr>
        <p:spPr>
          <a:xfrm>
            <a:off x="9418320" y="4389120"/>
            <a:ext cx="2560320" cy="411480"/>
          </a:xfrm>
          <a:prstGeom prst="roundRect">
            <a:avLst/>
          </a:prstGeom>
          <a:solidFill>
            <a:srgbClr val="FFF3E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b="1">
                <a:solidFill>
                  <a:srgbClr val="C0392B"/>
                </a:solidFill>
              </a:defRPr>
            </a:pPr>
            <a:r>
              <a:t>Need your input</a:t>
            </a:r>
          </a:p>
        </p:txBody>
      </p:sp>
      <p:sp>
        <p:nvSpPr>
          <p:cNvPr id="16" name="Rounded Rectangle 15"/>
          <p:cNvSpPr/>
          <p:nvPr/>
        </p:nvSpPr>
        <p:spPr>
          <a:xfrm>
            <a:off x="457200" y="5120640"/>
            <a:ext cx="6400800" cy="594360"/>
          </a:xfrm>
          <a:prstGeom prst="roundRect">
            <a:avLst/>
          </a:prstGeom>
          <a:solidFill>
            <a:srgbClr val="FCF3CF"/>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b="0">
                <a:solidFill>
                  <a:srgbClr val="333333"/>
                </a:solidFill>
              </a:defRPr>
            </a:pPr>
            <a:r>
              <a:t>Layer 5: AI Summary + Relevance Scoring</a:t>
            </a:r>
            <a:br/>
            <a:r>
              <a:t>Only for tenders that passed all filters. Costs ~$0.002 per tender.</a:t>
            </a:r>
          </a:p>
        </p:txBody>
      </p:sp>
      <p:sp>
        <p:nvSpPr>
          <p:cNvPr id="17" name="TextBox 16"/>
          <p:cNvSpPr txBox="1"/>
          <p:nvPr/>
        </p:nvSpPr>
        <p:spPr>
          <a:xfrm>
            <a:off x="7040880" y="5166360"/>
            <a:ext cx="4572000" cy="365760"/>
          </a:xfrm>
          <a:prstGeom prst="rect">
            <a:avLst/>
          </a:prstGeom>
          <a:noFill/>
        </p:spPr>
        <p:txBody>
          <a:bodyPr wrap="square">
            <a:spAutoFit/>
          </a:bodyPr>
          <a:lstStyle/>
          <a:p>
            <a:pPr algn="l">
              <a:defRPr sz="1400" b="0">
                <a:solidFill>
                  <a:srgbClr val="787878"/>
                </a:solidFill>
              </a:defRPr>
            </a:pPr>
            <a:r>
              <a:t>~$40-70/month total AI cost</a:t>
            </a:r>
          </a:p>
        </p:txBody>
      </p:sp>
      <p:sp>
        <p:nvSpPr>
          <p:cNvPr id="18" name="TextBox 17"/>
          <p:cNvSpPr txBox="1"/>
          <p:nvPr/>
        </p:nvSpPr>
        <p:spPr>
          <a:xfrm>
            <a:off x="457200" y="5943600"/>
            <a:ext cx="11430000" cy="365760"/>
          </a:xfrm>
          <a:prstGeom prst="rect">
            <a:avLst/>
          </a:prstGeom>
          <a:noFill/>
        </p:spPr>
        <p:txBody>
          <a:bodyPr wrap="square">
            <a:spAutoFit/>
          </a:bodyPr>
          <a:lstStyle/>
          <a:p>
            <a:pPr algn="l">
              <a:defRPr sz="1200" b="0">
                <a:solidFill>
                  <a:srgbClr val="787878"/>
                </a:solidFill>
              </a:defRPr>
            </a:pPr>
            <a:r>
              <a:t>Numbers are estimates — actual reduction depends on which categories and codes CGI selects.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320040" y="384048"/>
            <a:ext cx="10607040" cy="502920"/>
          </a:xfrm>
        </p:spPr>
        <p:txBody>
          <a:bodyPr/>
          <a:lstStyle/>
          <a:p>
            <a:r>
              <a:t>AI Costs: Right Model for Each Task</a:t>
            </a:r>
          </a:p>
        </p:txBody>
      </p:sp>
      <p:sp>
        <p:nvSpPr>
          <p:cNvPr id="3" name="TextBox 2"/>
          <p:cNvSpPr txBox="1"/>
          <p:nvPr/>
        </p:nvSpPr>
        <p:spPr>
          <a:xfrm>
            <a:off x="274320" y="1005840"/>
            <a:ext cx="10972800" cy="365760"/>
          </a:xfrm>
          <a:prstGeom prst="rect">
            <a:avLst/>
          </a:prstGeom>
          <a:noFill/>
        </p:spPr>
        <p:txBody>
          <a:bodyPr wrap="square">
            <a:spAutoFit/>
          </a:bodyPr>
          <a:lstStyle/>
          <a:p>
            <a:pPr algn="l">
              <a:defRPr sz="1600" b="0">
                <a:solidFill>
                  <a:srgbClr val="333333"/>
                </a:solidFill>
              </a:defRPr>
            </a:pPr>
            <a:r>
              <a:t>Different tasks need different models. Cheap models handle most work. Total monthly cost is negligible.</a:t>
            </a:r>
          </a:p>
        </p:txBody>
      </p:sp>
      <p:sp>
        <p:nvSpPr>
          <p:cNvPr id="4" name="TextBox 3"/>
          <p:cNvSpPr txBox="1"/>
          <p:nvPr/>
        </p:nvSpPr>
        <p:spPr>
          <a:xfrm>
            <a:off x="274320" y="1463040"/>
            <a:ext cx="3200400" cy="274320"/>
          </a:xfrm>
          <a:prstGeom prst="rect">
            <a:avLst/>
          </a:prstGeom>
          <a:noFill/>
        </p:spPr>
        <p:txBody>
          <a:bodyPr wrap="square">
            <a:spAutoFit/>
          </a:bodyPr>
          <a:lstStyle/>
          <a:p>
            <a:pPr algn="l">
              <a:defRPr sz="1400" b="1">
                <a:solidFill>
                  <a:srgbClr val="0079C1"/>
                </a:solidFill>
              </a:defRPr>
            </a:pPr>
            <a:r>
              <a:t>Task</a:t>
            </a:r>
          </a:p>
        </p:txBody>
      </p:sp>
      <p:sp>
        <p:nvSpPr>
          <p:cNvPr id="5" name="TextBox 4"/>
          <p:cNvSpPr txBox="1"/>
          <p:nvPr/>
        </p:nvSpPr>
        <p:spPr>
          <a:xfrm>
            <a:off x="3474720" y="1463040"/>
            <a:ext cx="2286000" cy="274320"/>
          </a:xfrm>
          <a:prstGeom prst="rect">
            <a:avLst/>
          </a:prstGeom>
          <a:noFill/>
        </p:spPr>
        <p:txBody>
          <a:bodyPr wrap="square">
            <a:spAutoFit/>
          </a:bodyPr>
          <a:lstStyle/>
          <a:p>
            <a:pPr algn="l">
              <a:defRPr sz="1400" b="1">
                <a:solidFill>
                  <a:srgbClr val="0079C1"/>
                </a:solidFill>
              </a:defRPr>
            </a:pPr>
            <a:r>
              <a:t>Model</a:t>
            </a:r>
          </a:p>
        </p:txBody>
      </p:sp>
      <p:sp>
        <p:nvSpPr>
          <p:cNvPr id="6" name="TextBox 5"/>
          <p:cNvSpPr txBox="1"/>
          <p:nvPr/>
        </p:nvSpPr>
        <p:spPr>
          <a:xfrm>
            <a:off x="5760720" y="1463040"/>
            <a:ext cx="2286000" cy="274320"/>
          </a:xfrm>
          <a:prstGeom prst="rect">
            <a:avLst/>
          </a:prstGeom>
          <a:noFill/>
        </p:spPr>
        <p:txBody>
          <a:bodyPr wrap="square">
            <a:spAutoFit/>
          </a:bodyPr>
          <a:lstStyle/>
          <a:p>
            <a:pPr algn="l">
              <a:defRPr sz="1400" b="1">
                <a:solidFill>
                  <a:srgbClr val="0079C1"/>
                </a:solidFill>
              </a:defRPr>
            </a:pPr>
            <a:r>
              <a:t>Data used</a:t>
            </a:r>
          </a:p>
        </p:txBody>
      </p:sp>
      <p:sp>
        <p:nvSpPr>
          <p:cNvPr id="7" name="TextBox 6"/>
          <p:cNvSpPr txBox="1"/>
          <p:nvPr/>
        </p:nvSpPr>
        <p:spPr>
          <a:xfrm>
            <a:off x="8046720" y="1463040"/>
            <a:ext cx="1645920" cy="274320"/>
          </a:xfrm>
          <a:prstGeom prst="rect">
            <a:avLst/>
          </a:prstGeom>
          <a:noFill/>
        </p:spPr>
        <p:txBody>
          <a:bodyPr wrap="square">
            <a:spAutoFit/>
          </a:bodyPr>
          <a:lstStyle/>
          <a:p>
            <a:pPr algn="l">
              <a:defRPr sz="1400" b="1">
                <a:solidFill>
                  <a:srgbClr val="0079C1"/>
                </a:solidFill>
              </a:defRPr>
            </a:pPr>
            <a:r>
              <a:t>Per tender</a:t>
            </a:r>
          </a:p>
        </p:txBody>
      </p:sp>
      <p:sp>
        <p:nvSpPr>
          <p:cNvPr id="8" name="TextBox 7"/>
          <p:cNvSpPr txBox="1"/>
          <p:nvPr/>
        </p:nvSpPr>
        <p:spPr>
          <a:xfrm>
            <a:off x="9692640" y="1463040"/>
            <a:ext cx="2286000" cy="274320"/>
          </a:xfrm>
          <a:prstGeom prst="rect">
            <a:avLst/>
          </a:prstGeom>
          <a:noFill/>
        </p:spPr>
        <p:txBody>
          <a:bodyPr wrap="square">
            <a:spAutoFit/>
          </a:bodyPr>
          <a:lstStyle/>
          <a:p>
            <a:pPr algn="l">
              <a:defRPr sz="1400" b="1">
                <a:solidFill>
                  <a:srgbClr val="0079C1"/>
                </a:solidFill>
              </a:defRPr>
            </a:pPr>
            <a:r>
              <a:t>300/month</a:t>
            </a:r>
          </a:p>
        </p:txBody>
      </p:sp>
      <p:sp>
        <p:nvSpPr>
          <p:cNvPr id="9" name="Rounded Rectangle 8"/>
          <p:cNvSpPr/>
          <p:nvPr/>
        </p:nvSpPr>
        <p:spPr>
          <a:xfrm>
            <a:off x="274320" y="1828800"/>
            <a:ext cx="3108960" cy="685800"/>
          </a:xfrm>
          <a:prstGeom prst="roundRect">
            <a:avLst/>
          </a:prstGeom>
          <a:solidFill>
            <a:srgbClr val="D4EFDF"/>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0">
                <a:solidFill>
                  <a:srgbClr val="333333"/>
                </a:solidFill>
              </a:defRPr>
            </a:pPr>
            <a:r>
              <a:t>Summarization</a:t>
            </a:r>
            <a:br/>
            <a:r>
              <a:t>(Finnish → English)</a:t>
            </a:r>
          </a:p>
        </p:txBody>
      </p:sp>
      <p:sp>
        <p:nvSpPr>
          <p:cNvPr id="10" name="TextBox 9"/>
          <p:cNvSpPr txBox="1"/>
          <p:nvPr/>
        </p:nvSpPr>
        <p:spPr>
          <a:xfrm>
            <a:off x="3474720" y="1965960"/>
            <a:ext cx="2286000" cy="457200"/>
          </a:xfrm>
          <a:prstGeom prst="rect">
            <a:avLst/>
          </a:prstGeom>
          <a:noFill/>
        </p:spPr>
        <p:txBody>
          <a:bodyPr wrap="square">
            <a:spAutoFit/>
          </a:bodyPr>
          <a:lstStyle/>
          <a:p>
            <a:pPr algn="l">
              <a:defRPr sz="1300" b="1">
                <a:solidFill>
                  <a:srgbClr val="333333"/>
                </a:solidFill>
              </a:defRPr>
            </a:pPr>
            <a:r>
              <a:t>Basic AI</a:t>
            </a:r>
            <a:br/>
            <a:r>
              <a:t>(GPT-4.1-nano)</a:t>
            </a:r>
          </a:p>
        </p:txBody>
      </p:sp>
      <p:sp>
        <p:nvSpPr>
          <p:cNvPr id="11" name="TextBox 10"/>
          <p:cNvSpPr txBox="1"/>
          <p:nvPr/>
        </p:nvSpPr>
        <p:spPr>
          <a:xfrm>
            <a:off x="5760720" y="1920240"/>
            <a:ext cx="2286000" cy="457200"/>
          </a:xfrm>
          <a:prstGeom prst="rect">
            <a:avLst/>
          </a:prstGeom>
          <a:noFill/>
        </p:spPr>
        <p:txBody>
          <a:bodyPr wrap="square">
            <a:spAutoFit/>
          </a:bodyPr>
          <a:lstStyle/>
          <a:p>
            <a:pPr algn="l">
              <a:defRPr sz="1100" b="0">
                <a:solidFill>
                  <a:srgbClr val="787878"/>
                </a:solidFill>
              </a:defRPr>
            </a:pPr>
            <a:r>
              <a:t>Detail tabs</a:t>
            </a:r>
            <a:br/>
            <a:r>
              <a:t>(all tab text)</a:t>
            </a:r>
          </a:p>
        </p:txBody>
      </p:sp>
      <p:sp>
        <p:nvSpPr>
          <p:cNvPr id="12" name="TextBox 11"/>
          <p:cNvSpPr txBox="1"/>
          <p:nvPr/>
        </p:nvSpPr>
        <p:spPr>
          <a:xfrm>
            <a:off x="8046720" y="1965960"/>
            <a:ext cx="1645920" cy="457200"/>
          </a:xfrm>
          <a:prstGeom prst="rect">
            <a:avLst/>
          </a:prstGeom>
          <a:noFill/>
        </p:spPr>
        <p:txBody>
          <a:bodyPr wrap="square">
            <a:spAutoFit/>
          </a:bodyPr>
          <a:lstStyle/>
          <a:p>
            <a:pPr algn="l">
              <a:defRPr sz="1400" b="0">
                <a:solidFill>
                  <a:srgbClr val="333333"/>
                </a:solidFill>
              </a:defRPr>
            </a:pPr>
            <a:r>
              <a:t>$0.002</a:t>
            </a:r>
          </a:p>
        </p:txBody>
      </p:sp>
      <p:sp>
        <p:nvSpPr>
          <p:cNvPr id="13" name="TextBox 12"/>
          <p:cNvSpPr txBox="1"/>
          <p:nvPr/>
        </p:nvSpPr>
        <p:spPr>
          <a:xfrm>
            <a:off x="9692640" y="1965960"/>
            <a:ext cx="2286000" cy="457200"/>
          </a:xfrm>
          <a:prstGeom prst="rect">
            <a:avLst/>
          </a:prstGeom>
          <a:noFill/>
        </p:spPr>
        <p:txBody>
          <a:bodyPr wrap="square">
            <a:spAutoFit/>
          </a:bodyPr>
          <a:lstStyle/>
          <a:p>
            <a:pPr algn="l">
              <a:defRPr sz="1400" b="0">
                <a:solidFill>
                  <a:srgbClr val="333333"/>
                </a:solidFill>
              </a:defRPr>
            </a:pPr>
            <a:r>
              <a:t>$18</a:t>
            </a:r>
          </a:p>
        </p:txBody>
      </p:sp>
      <p:sp>
        <p:nvSpPr>
          <p:cNvPr id="14" name="Rounded Rectangle 13"/>
          <p:cNvSpPr/>
          <p:nvPr/>
        </p:nvSpPr>
        <p:spPr>
          <a:xfrm>
            <a:off x="274320" y="2606040"/>
            <a:ext cx="3108960" cy="685800"/>
          </a:xfrm>
          <a:prstGeom prst="roundRect">
            <a:avLst/>
          </a:prstGeom>
          <a:solidFill>
            <a:srgbClr val="D4EFDF"/>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0">
                <a:solidFill>
                  <a:srgbClr val="333333"/>
                </a:solidFill>
              </a:defRPr>
            </a:pPr>
            <a:r>
              <a:t>Classification</a:t>
            </a:r>
            <a:br/>
            <a:r>
              <a:t>(categorize tender)</a:t>
            </a:r>
          </a:p>
        </p:txBody>
      </p:sp>
      <p:sp>
        <p:nvSpPr>
          <p:cNvPr id="15" name="TextBox 14"/>
          <p:cNvSpPr txBox="1"/>
          <p:nvPr/>
        </p:nvSpPr>
        <p:spPr>
          <a:xfrm>
            <a:off x="3474720" y="2743200"/>
            <a:ext cx="2286000" cy="457200"/>
          </a:xfrm>
          <a:prstGeom prst="rect">
            <a:avLst/>
          </a:prstGeom>
          <a:noFill/>
        </p:spPr>
        <p:txBody>
          <a:bodyPr wrap="square">
            <a:spAutoFit/>
          </a:bodyPr>
          <a:lstStyle/>
          <a:p>
            <a:pPr algn="l">
              <a:defRPr sz="1300" b="1">
                <a:solidFill>
                  <a:srgbClr val="333333"/>
                </a:solidFill>
              </a:defRPr>
            </a:pPr>
            <a:r>
              <a:t>Basic AI</a:t>
            </a:r>
            <a:br/>
            <a:r>
              <a:t>(GPT-4.1-nano)</a:t>
            </a:r>
          </a:p>
        </p:txBody>
      </p:sp>
      <p:sp>
        <p:nvSpPr>
          <p:cNvPr id="16" name="TextBox 15"/>
          <p:cNvSpPr txBox="1"/>
          <p:nvPr/>
        </p:nvSpPr>
        <p:spPr>
          <a:xfrm>
            <a:off x="5760720" y="2697480"/>
            <a:ext cx="2286000" cy="457200"/>
          </a:xfrm>
          <a:prstGeom prst="rect">
            <a:avLst/>
          </a:prstGeom>
          <a:noFill/>
        </p:spPr>
        <p:txBody>
          <a:bodyPr wrap="square">
            <a:spAutoFit/>
          </a:bodyPr>
          <a:lstStyle/>
          <a:p>
            <a:pPr algn="l">
              <a:defRPr sz="1100" b="0">
                <a:solidFill>
                  <a:srgbClr val="787878"/>
                </a:solidFill>
              </a:defRPr>
            </a:pPr>
            <a:r>
              <a:t>Listing</a:t>
            </a:r>
            <a:br/>
            <a:r>
              <a:t>(description)</a:t>
            </a:r>
          </a:p>
        </p:txBody>
      </p:sp>
      <p:sp>
        <p:nvSpPr>
          <p:cNvPr id="17" name="TextBox 16"/>
          <p:cNvSpPr txBox="1"/>
          <p:nvPr/>
        </p:nvSpPr>
        <p:spPr>
          <a:xfrm>
            <a:off x="8046720" y="2743200"/>
            <a:ext cx="1645920" cy="457200"/>
          </a:xfrm>
          <a:prstGeom prst="rect">
            <a:avLst/>
          </a:prstGeom>
          <a:noFill/>
        </p:spPr>
        <p:txBody>
          <a:bodyPr wrap="square">
            <a:spAutoFit/>
          </a:bodyPr>
          <a:lstStyle/>
          <a:p>
            <a:pPr algn="l">
              <a:defRPr sz="1400" b="0">
                <a:solidFill>
                  <a:srgbClr val="333333"/>
                </a:solidFill>
              </a:defRPr>
            </a:pPr>
            <a:r>
              <a:t>$0.0002</a:t>
            </a:r>
          </a:p>
        </p:txBody>
      </p:sp>
      <p:sp>
        <p:nvSpPr>
          <p:cNvPr id="18" name="TextBox 17"/>
          <p:cNvSpPr txBox="1"/>
          <p:nvPr/>
        </p:nvSpPr>
        <p:spPr>
          <a:xfrm>
            <a:off x="9692640" y="2743200"/>
            <a:ext cx="2286000" cy="457200"/>
          </a:xfrm>
          <a:prstGeom prst="rect">
            <a:avLst/>
          </a:prstGeom>
          <a:noFill/>
        </p:spPr>
        <p:txBody>
          <a:bodyPr wrap="square">
            <a:spAutoFit/>
          </a:bodyPr>
          <a:lstStyle/>
          <a:p>
            <a:pPr algn="l">
              <a:defRPr sz="1400" b="0">
                <a:solidFill>
                  <a:srgbClr val="333333"/>
                </a:solidFill>
              </a:defRPr>
            </a:pPr>
            <a:r>
              <a:t>$1.60</a:t>
            </a:r>
          </a:p>
        </p:txBody>
      </p:sp>
      <p:sp>
        <p:nvSpPr>
          <p:cNvPr id="19" name="Rounded Rectangle 18"/>
          <p:cNvSpPr/>
          <p:nvPr/>
        </p:nvSpPr>
        <p:spPr>
          <a:xfrm>
            <a:off x="274320" y="3383280"/>
            <a:ext cx="3108960" cy="685800"/>
          </a:xfrm>
          <a:prstGeom prst="roundRect">
            <a:avLst/>
          </a:prstGeom>
          <a:solidFill>
            <a:srgbClr val="DCEBF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0">
                <a:solidFill>
                  <a:srgbClr val="333333"/>
                </a:solidFill>
              </a:defRPr>
            </a:pPr>
            <a:r>
              <a:t>Award Analysis</a:t>
            </a:r>
            <a:br/>
            <a:r>
              <a:t>(extract winner + price)</a:t>
            </a:r>
          </a:p>
        </p:txBody>
      </p:sp>
      <p:sp>
        <p:nvSpPr>
          <p:cNvPr id="20" name="TextBox 19"/>
          <p:cNvSpPr txBox="1"/>
          <p:nvPr/>
        </p:nvSpPr>
        <p:spPr>
          <a:xfrm>
            <a:off x="3474720" y="3520440"/>
            <a:ext cx="2286000" cy="457200"/>
          </a:xfrm>
          <a:prstGeom prst="rect">
            <a:avLst/>
          </a:prstGeom>
          <a:noFill/>
        </p:spPr>
        <p:txBody>
          <a:bodyPr wrap="square">
            <a:spAutoFit/>
          </a:bodyPr>
          <a:lstStyle/>
          <a:p>
            <a:pPr algn="l">
              <a:defRPr sz="1300" b="1">
                <a:solidFill>
                  <a:srgbClr val="333333"/>
                </a:solidFill>
              </a:defRPr>
            </a:pPr>
            <a:r>
              <a:t>Standard AI</a:t>
            </a:r>
            <a:br/>
            <a:r>
              <a:t>(GPT-4.1-mini)</a:t>
            </a:r>
          </a:p>
        </p:txBody>
      </p:sp>
      <p:sp>
        <p:nvSpPr>
          <p:cNvPr id="21" name="TextBox 20"/>
          <p:cNvSpPr txBox="1"/>
          <p:nvPr/>
        </p:nvSpPr>
        <p:spPr>
          <a:xfrm>
            <a:off x="5760720" y="3474720"/>
            <a:ext cx="2286000" cy="457200"/>
          </a:xfrm>
          <a:prstGeom prst="rect">
            <a:avLst/>
          </a:prstGeom>
          <a:noFill/>
        </p:spPr>
        <p:txBody>
          <a:bodyPr wrap="square">
            <a:spAutoFit/>
          </a:bodyPr>
          <a:lstStyle/>
          <a:p>
            <a:pPr algn="l">
              <a:defRPr sz="1100" b="0">
                <a:solidFill>
                  <a:srgbClr val="787878"/>
                </a:solidFill>
              </a:defRPr>
            </a:pPr>
            <a:r>
              <a:t>Detail tabs</a:t>
            </a:r>
            <a:br/>
            <a:r>
              <a:t>(award text)</a:t>
            </a:r>
          </a:p>
        </p:txBody>
      </p:sp>
      <p:sp>
        <p:nvSpPr>
          <p:cNvPr id="22" name="TextBox 21"/>
          <p:cNvSpPr txBox="1"/>
          <p:nvPr/>
        </p:nvSpPr>
        <p:spPr>
          <a:xfrm>
            <a:off x="8046720" y="3520440"/>
            <a:ext cx="1645920" cy="457200"/>
          </a:xfrm>
          <a:prstGeom prst="rect">
            <a:avLst/>
          </a:prstGeom>
          <a:noFill/>
        </p:spPr>
        <p:txBody>
          <a:bodyPr wrap="square">
            <a:spAutoFit/>
          </a:bodyPr>
          <a:lstStyle/>
          <a:p>
            <a:pPr algn="l">
              <a:defRPr sz="1400" b="0">
                <a:solidFill>
                  <a:srgbClr val="333333"/>
                </a:solidFill>
              </a:defRPr>
            </a:pPr>
            <a:r>
              <a:t>$0.003</a:t>
            </a:r>
          </a:p>
        </p:txBody>
      </p:sp>
      <p:sp>
        <p:nvSpPr>
          <p:cNvPr id="23" name="TextBox 22"/>
          <p:cNvSpPr txBox="1"/>
          <p:nvPr/>
        </p:nvSpPr>
        <p:spPr>
          <a:xfrm>
            <a:off x="9692640" y="3520440"/>
            <a:ext cx="2286000" cy="457200"/>
          </a:xfrm>
          <a:prstGeom prst="rect">
            <a:avLst/>
          </a:prstGeom>
          <a:noFill/>
        </p:spPr>
        <p:txBody>
          <a:bodyPr wrap="square">
            <a:spAutoFit/>
          </a:bodyPr>
          <a:lstStyle/>
          <a:p>
            <a:pPr algn="l">
              <a:defRPr sz="1400" b="0">
                <a:solidFill>
                  <a:srgbClr val="333333"/>
                </a:solidFill>
              </a:defRPr>
            </a:pPr>
            <a:r>
              <a:t>$9</a:t>
            </a:r>
          </a:p>
        </p:txBody>
      </p:sp>
      <p:sp>
        <p:nvSpPr>
          <p:cNvPr id="24" name="Rounded Rectangle 23"/>
          <p:cNvSpPr/>
          <p:nvPr/>
        </p:nvSpPr>
        <p:spPr>
          <a:xfrm>
            <a:off x="274320" y="4160520"/>
            <a:ext cx="3108960" cy="685800"/>
          </a:xfrm>
          <a:prstGeom prst="roundRect">
            <a:avLst/>
          </a:prstGeom>
          <a:solidFill>
            <a:srgbClr val="DCEBF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0">
                <a:solidFill>
                  <a:srgbClr val="333333"/>
                </a:solidFill>
              </a:defRPr>
            </a:pPr>
            <a:r>
              <a:t>Relevance Scoring</a:t>
            </a:r>
            <a:br/>
            <a:r>
              <a:t>(relevant to CGI?)</a:t>
            </a:r>
          </a:p>
        </p:txBody>
      </p:sp>
      <p:sp>
        <p:nvSpPr>
          <p:cNvPr id="25" name="TextBox 24"/>
          <p:cNvSpPr txBox="1"/>
          <p:nvPr/>
        </p:nvSpPr>
        <p:spPr>
          <a:xfrm>
            <a:off x="3474720" y="4297680"/>
            <a:ext cx="2286000" cy="457200"/>
          </a:xfrm>
          <a:prstGeom prst="rect">
            <a:avLst/>
          </a:prstGeom>
          <a:noFill/>
        </p:spPr>
        <p:txBody>
          <a:bodyPr wrap="square">
            <a:spAutoFit/>
          </a:bodyPr>
          <a:lstStyle/>
          <a:p>
            <a:pPr algn="l">
              <a:defRPr sz="1300" b="1">
                <a:solidFill>
                  <a:srgbClr val="333333"/>
                </a:solidFill>
              </a:defRPr>
            </a:pPr>
            <a:r>
              <a:t>Standard AI</a:t>
            </a:r>
            <a:br/>
            <a:r>
              <a:t>(GPT-4.1-mini)</a:t>
            </a:r>
          </a:p>
        </p:txBody>
      </p:sp>
      <p:sp>
        <p:nvSpPr>
          <p:cNvPr id="26" name="TextBox 25"/>
          <p:cNvSpPr txBox="1"/>
          <p:nvPr/>
        </p:nvSpPr>
        <p:spPr>
          <a:xfrm>
            <a:off x="5760720" y="4251959"/>
            <a:ext cx="2286000" cy="457200"/>
          </a:xfrm>
          <a:prstGeom prst="rect">
            <a:avLst/>
          </a:prstGeom>
          <a:noFill/>
        </p:spPr>
        <p:txBody>
          <a:bodyPr wrap="square">
            <a:spAutoFit/>
          </a:bodyPr>
          <a:lstStyle/>
          <a:p>
            <a:pPr algn="l">
              <a:defRPr sz="1100" b="0">
                <a:solidFill>
                  <a:srgbClr val="787878"/>
                </a:solidFill>
              </a:defRPr>
            </a:pPr>
            <a:r>
              <a:t>Detail tabs</a:t>
            </a:r>
            <a:br/>
            <a:r>
              <a:t>(all tab text)</a:t>
            </a:r>
          </a:p>
        </p:txBody>
      </p:sp>
      <p:sp>
        <p:nvSpPr>
          <p:cNvPr id="27" name="TextBox 26"/>
          <p:cNvSpPr txBox="1"/>
          <p:nvPr/>
        </p:nvSpPr>
        <p:spPr>
          <a:xfrm>
            <a:off x="8046720" y="4297680"/>
            <a:ext cx="1645920" cy="457200"/>
          </a:xfrm>
          <a:prstGeom prst="rect">
            <a:avLst/>
          </a:prstGeom>
          <a:noFill/>
        </p:spPr>
        <p:txBody>
          <a:bodyPr wrap="square">
            <a:spAutoFit/>
          </a:bodyPr>
          <a:lstStyle/>
          <a:p>
            <a:pPr algn="l">
              <a:defRPr sz="1400" b="0">
                <a:solidFill>
                  <a:srgbClr val="333333"/>
                </a:solidFill>
              </a:defRPr>
            </a:pPr>
            <a:r>
              <a:t>$0.003</a:t>
            </a:r>
          </a:p>
        </p:txBody>
      </p:sp>
      <p:sp>
        <p:nvSpPr>
          <p:cNvPr id="28" name="TextBox 27"/>
          <p:cNvSpPr txBox="1"/>
          <p:nvPr/>
        </p:nvSpPr>
        <p:spPr>
          <a:xfrm>
            <a:off x="9692640" y="4297680"/>
            <a:ext cx="2286000" cy="457200"/>
          </a:xfrm>
          <a:prstGeom prst="rect">
            <a:avLst/>
          </a:prstGeom>
          <a:noFill/>
        </p:spPr>
        <p:txBody>
          <a:bodyPr wrap="square">
            <a:spAutoFit/>
          </a:bodyPr>
          <a:lstStyle/>
          <a:p>
            <a:pPr algn="l">
              <a:defRPr sz="1400" b="0">
                <a:solidFill>
                  <a:srgbClr val="333333"/>
                </a:solidFill>
              </a:defRPr>
            </a:pPr>
            <a:r>
              <a:t>$9</a:t>
            </a:r>
          </a:p>
        </p:txBody>
      </p:sp>
      <p:sp>
        <p:nvSpPr>
          <p:cNvPr id="29" name="Rounded Rectangle 28"/>
          <p:cNvSpPr/>
          <p:nvPr/>
        </p:nvSpPr>
        <p:spPr>
          <a:xfrm>
            <a:off x="274320" y="4937760"/>
            <a:ext cx="3108960" cy="685800"/>
          </a:xfrm>
          <a:prstGeom prst="roundRect">
            <a:avLst/>
          </a:prstGeom>
          <a:solidFill>
            <a:srgbClr val="FCF3CF"/>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0">
                <a:solidFill>
                  <a:srgbClr val="333333"/>
                </a:solidFill>
              </a:defRPr>
            </a:pPr>
            <a:r>
              <a:t>Bid Recommendation</a:t>
            </a:r>
            <a:br/>
            <a:r>
              <a:t>(should CGI bid?)</a:t>
            </a:r>
          </a:p>
        </p:txBody>
      </p:sp>
      <p:sp>
        <p:nvSpPr>
          <p:cNvPr id="30" name="TextBox 29"/>
          <p:cNvSpPr txBox="1"/>
          <p:nvPr/>
        </p:nvSpPr>
        <p:spPr>
          <a:xfrm>
            <a:off x="3474720" y="5074920"/>
            <a:ext cx="2286000" cy="457200"/>
          </a:xfrm>
          <a:prstGeom prst="rect">
            <a:avLst/>
          </a:prstGeom>
          <a:noFill/>
        </p:spPr>
        <p:txBody>
          <a:bodyPr wrap="square">
            <a:spAutoFit/>
          </a:bodyPr>
          <a:lstStyle/>
          <a:p>
            <a:pPr algn="l">
              <a:defRPr sz="1300" b="1">
                <a:solidFill>
                  <a:srgbClr val="333333"/>
                </a:solidFill>
              </a:defRPr>
            </a:pPr>
            <a:r>
              <a:t>Advanced AI</a:t>
            </a:r>
            <a:br/>
            <a:r>
              <a:t>(GPT-4.1 / 4o)</a:t>
            </a:r>
          </a:p>
        </p:txBody>
      </p:sp>
      <p:sp>
        <p:nvSpPr>
          <p:cNvPr id="31" name="TextBox 30"/>
          <p:cNvSpPr txBox="1"/>
          <p:nvPr/>
        </p:nvSpPr>
        <p:spPr>
          <a:xfrm>
            <a:off x="5760720" y="5029200"/>
            <a:ext cx="2286000" cy="457200"/>
          </a:xfrm>
          <a:prstGeom prst="rect">
            <a:avLst/>
          </a:prstGeom>
          <a:noFill/>
        </p:spPr>
        <p:txBody>
          <a:bodyPr wrap="square">
            <a:spAutoFit/>
          </a:bodyPr>
          <a:lstStyle/>
          <a:p>
            <a:pPr algn="l">
              <a:defRPr sz="1100" b="0">
                <a:solidFill>
                  <a:srgbClr val="787878"/>
                </a:solidFill>
              </a:defRPr>
            </a:pPr>
            <a:r>
              <a:t>Tabs + files</a:t>
            </a:r>
            <a:br/>
            <a:r>
              <a:t>(Level 3)</a:t>
            </a:r>
          </a:p>
        </p:txBody>
      </p:sp>
      <p:sp>
        <p:nvSpPr>
          <p:cNvPr id="32" name="TextBox 31"/>
          <p:cNvSpPr txBox="1"/>
          <p:nvPr/>
        </p:nvSpPr>
        <p:spPr>
          <a:xfrm>
            <a:off x="8046720" y="5074920"/>
            <a:ext cx="1645920" cy="457200"/>
          </a:xfrm>
          <a:prstGeom prst="rect">
            <a:avLst/>
          </a:prstGeom>
          <a:noFill/>
        </p:spPr>
        <p:txBody>
          <a:bodyPr wrap="square">
            <a:spAutoFit/>
          </a:bodyPr>
          <a:lstStyle/>
          <a:p>
            <a:pPr algn="l">
              <a:defRPr sz="1400" b="0">
                <a:solidFill>
                  <a:srgbClr val="333333"/>
                </a:solidFill>
              </a:defRPr>
            </a:pPr>
            <a:r>
              <a:t>$0.01</a:t>
            </a:r>
          </a:p>
        </p:txBody>
      </p:sp>
      <p:sp>
        <p:nvSpPr>
          <p:cNvPr id="33" name="TextBox 32"/>
          <p:cNvSpPr txBox="1"/>
          <p:nvPr/>
        </p:nvSpPr>
        <p:spPr>
          <a:xfrm>
            <a:off x="9692640" y="5074920"/>
            <a:ext cx="2286000" cy="457200"/>
          </a:xfrm>
          <a:prstGeom prst="rect">
            <a:avLst/>
          </a:prstGeom>
          <a:noFill/>
        </p:spPr>
        <p:txBody>
          <a:bodyPr wrap="square">
            <a:spAutoFit/>
          </a:bodyPr>
          <a:lstStyle/>
          <a:p>
            <a:pPr algn="l">
              <a:defRPr sz="1400" b="0">
                <a:solidFill>
                  <a:srgbClr val="333333"/>
                </a:solidFill>
              </a:defRPr>
            </a:pPr>
            <a:r>
              <a:t>$30+</a:t>
            </a:r>
          </a:p>
        </p:txBody>
      </p:sp>
      <p:sp>
        <p:nvSpPr>
          <p:cNvPr id="34" name="TextBox 33"/>
          <p:cNvSpPr txBox="1"/>
          <p:nvPr/>
        </p:nvSpPr>
        <p:spPr>
          <a:xfrm>
            <a:off x="274320" y="5669280"/>
            <a:ext cx="11430000" cy="731520"/>
          </a:xfrm>
          <a:prstGeom prst="rect">
            <a:avLst/>
          </a:prstGeom>
          <a:noFill/>
        </p:spPr>
        <p:txBody>
          <a:bodyPr wrap="square">
            <a:spAutoFit/>
          </a:bodyPr>
          <a:lstStyle/>
          <a:p>
            <a:pPr algn="l">
              <a:defRPr sz="1300" b="0">
                <a:solidFill>
                  <a:srgbClr val="787878"/>
                </a:solidFill>
              </a:defRPr>
            </a:pPr>
            <a:r>
              <a:t>Daily pipeline (summarize + classify + score): ~$40-70/month.  Runs as a nightly scheduled job.</a:t>
            </a:r>
            <a:br/>
            <a:r>
              <a:t>Bid recommendation (future) is the only premium task — runs only on tenders CGI decides to pursue.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320040" y="384048"/>
            <a:ext cx="10607040" cy="502920"/>
          </a:xfrm>
        </p:spPr>
        <p:txBody>
          <a:bodyPr/>
          <a:lstStyle/>
          <a:p>
            <a:r>
              <a:t>Automated Pipeline Run</a:t>
            </a:r>
          </a:p>
        </p:txBody>
      </p:sp>
      <p:pic>
        <p:nvPicPr>
          <p:cNvPr id="3" name="Picture 2" descr="screenshot_console_output.png"/>
          <p:cNvPicPr>
            <a:picLocks noChangeAspect="1"/>
          </p:cNvPicPr>
          <p:nvPr/>
        </p:nvPicPr>
        <p:blipFill>
          <a:blip r:embed="rId2"/>
          <a:stretch>
            <a:fillRect/>
          </a:stretch>
        </p:blipFill>
        <p:spPr>
          <a:xfrm>
            <a:off x="768096" y="1216152"/>
            <a:ext cx="6135624" cy="5541264"/>
          </a:xfrm>
          <a:prstGeom prst="rect">
            <a:avLst/>
          </a:prstGeom>
        </p:spPr>
      </p:pic>
      <p:sp>
        <p:nvSpPr>
          <p:cNvPr id="4" name="TextBox 3"/>
          <p:cNvSpPr txBox="1"/>
          <p:nvPr/>
        </p:nvSpPr>
        <p:spPr>
          <a:xfrm>
            <a:off x="7863840" y="1216152"/>
            <a:ext cx="4114800" cy="365760"/>
          </a:xfrm>
          <a:prstGeom prst="rect">
            <a:avLst/>
          </a:prstGeom>
          <a:noFill/>
        </p:spPr>
        <p:txBody>
          <a:bodyPr wrap="square">
            <a:spAutoFit/>
          </a:bodyPr>
          <a:lstStyle/>
          <a:p>
            <a:pPr algn="l">
              <a:defRPr sz="1600" b="1">
                <a:solidFill>
                  <a:srgbClr val="0079C1"/>
                </a:solidFill>
              </a:defRPr>
            </a:pPr>
            <a:r>
              <a:t>What happens in one run:</a:t>
            </a:r>
          </a:p>
        </p:txBody>
      </p:sp>
      <p:sp>
        <p:nvSpPr>
          <p:cNvPr id="5" name="TextBox 4"/>
          <p:cNvSpPr txBox="1"/>
          <p:nvPr/>
        </p:nvSpPr>
        <p:spPr>
          <a:xfrm>
            <a:off x="7863840" y="1792224"/>
            <a:ext cx="4114800" cy="4572000"/>
          </a:xfrm>
          <a:prstGeom prst="rect">
            <a:avLst/>
          </a:prstGeom>
          <a:noFill/>
        </p:spPr>
        <p:txBody>
          <a:bodyPr wrap="square">
            <a:spAutoFit/>
          </a:bodyPr>
          <a:lstStyle/>
          <a:p>
            <a:pPr algn="l">
              <a:defRPr sz="1300" b="0">
                <a:solidFill>
                  <a:srgbClr val="333333"/>
                </a:solidFill>
              </a:defRPr>
            </a:pPr>
            <a:r>
              <a:t>1. Browser launches and logs in</a:t>
            </a:r>
            <a:br/>
            <a:r>
              <a:t>   automatically to tarjouspalvelu.fi</a:t>
            </a:r>
            <a:br/>
            <a:br/>
            <a:r>
              <a:t>2. Scrapes all open tenders</a:t>
            </a:r>
            <a:br/>
            <a:r>
              <a:t>   across Finland (100+ per run)</a:t>
            </a:r>
            <a:br/>
            <a:br/>
            <a:r>
              <a:t>3. Classifies each tender:</a:t>
            </a:r>
            <a:br/>
            <a:r>
              <a:t>   open / signal / closed</a:t>
            </a:r>
            <a:br/>
            <a:br/>
            <a:r>
              <a:t>4. AI summarizes in English</a:t>
            </a:r>
            <a:br/>
            <a:br/>
            <a:r>
              <a:t>5. Three-tier routing:</a:t>
            </a:r>
            <a:br/>
            <a:r>
              <a:t>   product alerts, department</a:t>
            </a:r>
            <a:br/>
            <a:r>
              <a:t>   match, or dashboard only</a:t>
            </a:r>
            <a:br/>
            <a:br/>
            <a:r>
              <a:t>6. Sends emails per department</a:t>
            </a:r>
            <a:br/>
            <a:br/>
            <a:r>
              <a:t>Runs nightly as scheduled job.</a:t>
            </a:r>
            <a:br/>
            <a:r>
              <a:t>Total time: ~2 minutes.</a:t>
            </a:r>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S_NET" val="4.0.30319.42000"/>
  <p:tag name="AS_OS" val="Microsoft Windows NT 6.3.9600.0"/>
  <p:tag name="AS_RELEASE_DATE" val="2021.02.14"/>
  <p:tag name="AS_TITLE" val="Aspose.Slides for .NET 4.0"/>
  <p:tag name="AS_VERSION" val="21.2"/>
</p:tagLst>
</file>

<file path=ppt/theme/theme1.xml><?xml version="1.0" encoding="utf-8"?>
<a:theme xmlns:a="http://schemas.openxmlformats.org/drawingml/2006/main" name="CGI Slide Master">
  <a:themeElements>
    <a:clrScheme name="CGI">
      <a:dk1>
        <a:sysClr val="windowText" lastClr="000000"/>
      </a:dk1>
      <a:lt1>
        <a:sysClr val="window" lastClr="FFFFFF"/>
      </a:lt1>
      <a:dk2>
        <a:srgbClr val="200A58"/>
      </a:dk2>
      <a:lt2>
        <a:srgbClr val="EEEEEE"/>
      </a:lt2>
      <a:accent1>
        <a:srgbClr val="5236AB"/>
      </a:accent1>
      <a:accent2>
        <a:srgbClr val="9E83F5"/>
      </a:accent2>
      <a:accent3>
        <a:srgbClr val="CBC3E6"/>
      </a:accent3>
      <a:accent4>
        <a:srgbClr val="E31937"/>
      </a:accent4>
      <a:accent5>
        <a:srgbClr val="991F3D"/>
      </a:accent5>
      <a:accent6>
        <a:srgbClr val="650A21"/>
      </a:accent6>
      <a:hlink>
        <a:srgbClr val="5236AB"/>
      </a:hlink>
      <a:folHlink>
        <a:srgbClr val="5236AB"/>
      </a:folHlink>
    </a:clrScheme>
    <a:fontScheme name="CGI Font theme">
      <a:majorFont>
        <a:latin typeface="Arial"/>
        <a:ea typeface="Arial"/>
        <a:cs typeface="Arial"/>
      </a:majorFont>
      <a:minorFont>
        <a:latin typeface="Arial"/>
        <a:ea typeface="Arial"/>
        <a:cs typeface="Arial"/>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gray">
        <a:solidFill>
          <a:schemeClr val="accent1"/>
        </a:solidFill>
        <a:ln w="9525" algn="ctr">
          <a:noFill/>
          <a:miter lim="800000"/>
          <a:headEnd/>
          <a:tailEnd/>
        </a:ln>
        <a:effectLst/>
      </a:spPr>
      <a:bodyPr lIns="63500" tIns="0" rIns="64800" bIns="0" rtlCol="0" anchor="ctr"/>
      <a:lstStyle>
        <a:defPPr algn="ctr">
          <a:spcBef>
            <a:spcPct val="0"/>
          </a:spcBef>
          <a:buClrTx/>
          <a:buSzPct val="90000"/>
          <a:defRPr sz="1600" b="1" dirty="0">
            <a:solidFill>
              <a:schemeClr val="bg1"/>
            </a:solidFill>
            <a:cs typeface="Arial" pitchFamily="34" charset="0"/>
          </a:defRPr>
        </a:defPPr>
      </a:lstStyle>
    </a:spDef>
    <a:lnDef>
      <a:spPr bwMode="gray">
        <a:noFill/>
        <a:ln w="12700">
          <a:solidFill>
            <a:schemeClr val="accent1"/>
          </a:solidFill>
          <a:round/>
          <a:headEnd/>
          <a:tailEnd/>
        </a:ln>
        <a:effectLst/>
      </a:spPr>
      <a:bodyPr/>
      <a:lstStyle/>
    </a:lnDef>
    <a:txDef>
      <a:spPr/>
      <a:bodyPr vert="horz" lIns="0" tIns="0" rIns="0" bIns="0" rtlCol="0" anchor="t" anchorCtr="0">
        <a:normAutofit/>
      </a:bodyPr>
      <a:lstStyle>
        <a:defPPr algn="l">
          <a:defRPr dirty="0" smtClean="0"/>
        </a:defPPr>
      </a:lstStyle>
    </a:txDef>
  </a:objectDefaults>
  <a:extraClrSchemeLst/>
  <a:custClrLst>
    <a:custClr name="CGI Purple (R82 G54 B171)">
      <a:srgbClr val="5236AB"/>
    </a:custClr>
    <a:custClr name="Blank">
      <a:srgbClr val="FFFFFF"/>
    </a:custClr>
    <a:custClr name="Charts and diagrams - Purple 1 (R32 G10 B88)">
      <a:srgbClr val="200A58"/>
    </a:custClr>
    <a:custClr name="Charts and diagrams - Purple 2 (R82 G54 B171)">
      <a:srgbClr val="5236AB"/>
    </a:custClr>
    <a:custClr name="Charts and diagrams - Purple 3 (R110 G63 B237)">
      <a:srgbClr val="6E3FED"/>
    </a:custClr>
    <a:custClr name="Charts and diagrams - Purple 4 (R158 G131 B245)">
      <a:srgbClr val="9E83F5"/>
    </a:custClr>
    <a:custClr name="Charts and diagrams - Purple 5 (R191 G181 B249)">
      <a:srgbClr val="BFB5F9"/>
    </a:custClr>
    <a:custClr name="Charts and diagrams - Purple 6 (R203 G195 B230)">
      <a:srgbClr val="CBC3E6"/>
    </a:custClr>
    <a:custClr name="Charts and diagrams - Purple 7 (R230 G227 B243)">
      <a:srgbClr val="E6E3F3"/>
    </a:custClr>
    <a:custClr name="Blank">
      <a:srgbClr val="FFFFFF"/>
    </a:custClr>
    <a:custClr name="CGI Red (R227 G25 B55)">
      <a:srgbClr val="E31937"/>
    </a:custClr>
    <a:custClr name="Blank">
      <a:srgbClr val="FFFFFF"/>
    </a:custClr>
    <a:custClr name="Charts and diagrams - Red 1 (R101 G10 B33)">
      <a:srgbClr val="650A21"/>
    </a:custClr>
    <a:custClr name="Charts and diagrams - Red 2 (R153 G31 61)">
      <a:srgbClr val="991F3D"/>
    </a:custClr>
    <a:custClr name="Charts and diagrams - Red 3 (R227 G25 B55)">
      <a:srgbClr val="E31937"/>
    </a:custClr>
    <a:custClr name="Charts and diagrams - Red 4 (R255 G106 B0)">
      <a:srgbClr val="FF6A00"/>
    </a:custClr>
    <a:custClr name="Charts and diagrams - Red 5 (R255 G115 B98)">
      <a:srgbClr val="FF7362"/>
    </a:custClr>
    <a:custClr name="Charts and diagrams - Red 6 (R255 G151 B138)">
      <a:srgbClr val="FF978A"/>
    </a:custClr>
    <a:custClr name="Charts and diagrams - Red 7 (R255 G205 B210)">
      <a:srgbClr val="FFCDD2"/>
    </a:custClr>
    <a:custClr name="Blank">
      <a:srgbClr val="FFFFFF"/>
    </a:custClr>
    <a:custClr name="CGI Black (R0 G0 B0)">
      <a:srgbClr val="000000"/>
    </a:custClr>
    <a:custClr name="Blank">
      <a:srgbClr val="FFFFFF"/>
    </a:custClr>
    <a:custClr name="Charts and diagrams - Black 1 (R0 G0 B0)">
      <a:srgbClr val="000000"/>
    </a:custClr>
    <a:custClr name="Charts and diagrams - Black 2 (R51 G51 B51)">
      <a:srgbClr val="333333"/>
    </a:custClr>
    <a:custClr name="Charts and diagrams - Black 3 (R85 G85 B85)">
      <a:srgbClr val="555555"/>
    </a:custClr>
    <a:custClr name="Charts and diagrams - Black 4 (R119 G119 B119)">
      <a:srgbClr val="777777"/>
    </a:custClr>
    <a:custClr name="Charts and diagrams - Black 5 (R153 G153 B153)">
      <a:srgbClr val="999999"/>
    </a:custClr>
    <a:custClr name="Charts and diagrams - Black 6 (R204 G204 B204)">
      <a:srgbClr val="CCCCCC"/>
    </a:custClr>
    <a:custClr name="Charts and diagrams - Black 7 (R238 G238 B238)">
      <a:srgbClr val="EEEEEE"/>
    </a:custClr>
    <a:custClr name="Blank">
      <a:srgbClr val="FFFFFF"/>
    </a:custClr>
    <a:custClr name="Blank">
      <a:srgbClr val="FFFFFF"/>
    </a:custClr>
    <a:custClr name="Blank">
      <a:srgbClr val="FFFFFF"/>
    </a:custClr>
    <a:custClr name="Blank">
      <a:srgbClr val="FFFFFF"/>
    </a:custClr>
    <a:custClr name="Charts and diagrams - Magenta 1 (R126 G27 B76)">
      <a:srgbClr val="7E1B4C"/>
    </a:custClr>
    <a:custClr name="Charts and diagrams - Magenta 2 (R168 G36 B101)">
      <a:srgbClr val="A82465"/>
    </a:custClr>
    <a:custClr name="Charts and diagrams - Magenta 3 (R203 G124 B163)">
      <a:srgbClr val="CB7CA3"/>
    </a:custClr>
    <a:custClr name="Blank">
      <a:srgbClr val="FFFFFF"/>
    </a:custClr>
    <a:custClr name="Blank">
      <a:srgbClr val="FFFFFF"/>
    </a:custClr>
    <a:custClr name="Blank">
      <a:srgbClr val="FFFFFF"/>
    </a:custClr>
    <a:custClr name="Blank">
      <a:srgbClr val="FFFFFF"/>
    </a:custClr>
    <a:custClr name="Blank">
      <a:srgbClr val="FFFFFF"/>
    </a:custClr>
    <a:custClr name="Blank">
      <a:srgbClr val="FFFFFF"/>
    </a:custClr>
    <a:custClr name="Blank">
      <a:srgbClr val="FFFFFF"/>
    </a:custClr>
    <a:custClr name="Blank">
      <a:srgbClr val="FFFFFF"/>
    </a:custClr>
    <a:custClr name="Blank">
      <a:srgbClr val="FFFFFF"/>
    </a:custClr>
    <a:custClr name="Blank">
      <a:srgbClr val="FFFFFF"/>
    </a:custClr>
    <a:custClr name="Blank">
      <a:srgbClr val="FFFFFF"/>
    </a:custClr>
    <a:custClr name="Green - For data reporting only. See color guidelines on Brand Source before using.">
      <a:srgbClr val="128354"/>
    </a:custClr>
    <a:custClr name="Yellow - For data reporting only. See color guidelines on Brand Source before using.">
      <a:srgbClr val="F1A425"/>
    </a:custClr>
    <a:custClr name="Red - For data reporting only. This is not CGI Red. See color guidelines on Brand Source before using.">
      <a:srgbClr val="B00020"/>
    </a:custClr>
  </a:custClrLst>
  <a:extLst>
    <a:ext uri="{05A4C25C-085E-4340-85A3-A5531E510DB2}">
      <thm15:themeFamily xmlns:thm15="http://schemas.microsoft.com/office/thememl/2012/main" name="test" id="{DF41D827-8B6D-0940-A68C-6917A6F85D17}" vid="{539E53E0-8FFD-8044-A077-EE3615A93136}"/>
    </a:ext>
  </a:extLst>
</a:theme>
</file>

<file path=ppt/theme/theme2.xml><?xml version="1.0" encoding="utf-8"?>
<a:theme xmlns:a="http://schemas.openxmlformats.org/drawingml/2006/main" name="Office Theme">
  <a:themeElements>
    <a:clrScheme name="CGI">
      <a:dk1>
        <a:srgbClr val="000000"/>
      </a:dk1>
      <a:lt1>
        <a:srgbClr val="FFFFFF"/>
      </a:lt1>
      <a:dk2>
        <a:srgbClr val="991F3D"/>
      </a:dk2>
      <a:lt2>
        <a:srgbClr val="FFFFFF"/>
      </a:lt2>
      <a:accent1>
        <a:srgbClr val="E31937"/>
      </a:accent1>
      <a:accent2>
        <a:srgbClr val="FFCDD2"/>
      </a:accent2>
      <a:accent3>
        <a:srgbClr val="5236AB"/>
      </a:accent3>
      <a:accent4>
        <a:srgbClr val="A82465"/>
      </a:accent4>
      <a:accent5>
        <a:srgbClr val="FFC399"/>
      </a:accent5>
      <a:accent6>
        <a:srgbClr val="D2D2D2"/>
      </a:accent6>
      <a:hlink>
        <a:srgbClr val="5236AB"/>
      </a:hlink>
      <a:folHlink>
        <a:srgbClr val="5236AB"/>
      </a:folHlink>
    </a:clrScheme>
    <a:fontScheme name="Office">
      <a:majorFont>
        <a:latin typeface="Calibri Light" panose="020F0302020204030204"/>
        <a:ea typeface="Arial"/>
        <a:cs typeface="Arial"/>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Arial"/>
        <a:cs typeface="Arial"/>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CGI">
      <a:dk1>
        <a:srgbClr val="000000"/>
      </a:dk1>
      <a:lt1>
        <a:srgbClr val="FFFFFF"/>
      </a:lt1>
      <a:dk2>
        <a:srgbClr val="991F3D"/>
      </a:dk2>
      <a:lt2>
        <a:srgbClr val="FFFFFF"/>
      </a:lt2>
      <a:accent1>
        <a:srgbClr val="E31937"/>
      </a:accent1>
      <a:accent2>
        <a:srgbClr val="FFCDD2"/>
      </a:accent2>
      <a:accent3>
        <a:srgbClr val="5236AB"/>
      </a:accent3>
      <a:accent4>
        <a:srgbClr val="A82465"/>
      </a:accent4>
      <a:accent5>
        <a:srgbClr val="FFC399"/>
      </a:accent5>
      <a:accent6>
        <a:srgbClr val="D2D2D2"/>
      </a:accent6>
      <a:hlink>
        <a:srgbClr val="5236AB"/>
      </a:hlink>
      <a:folHlink>
        <a:srgbClr val="5236AB"/>
      </a:folHlink>
    </a:clrScheme>
    <a:fontScheme name="Office">
      <a:majorFont>
        <a:latin typeface="Calibri Light" panose="020F0302020204030204"/>
        <a:ea typeface="Arial"/>
        <a:cs typeface="Arial"/>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Arial"/>
        <a:cs typeface="Arial"/>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documentManagement>
    <lcf76f155ced4ddcb4097134ff3c332f xmlns="8b7b9f5f-1e78-43ca-b9fa-4bc4e7269145">
      <Terms xmlns="http://schemas.microsoft.com/office/infopath/2007/PartnerControls"/>
    </lcf76f155ced4ddcb4097134ff3c332f>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3A9B06A1291EAB478CEE040D9CD88093" ma:contentTypeVersion="14" ma:contentTypeDescription="Crée un document." ma:contentTypeScope="" ma:versionID="08fd30cd813519bf3b2485020f27dde8">
  <xsd:schema xmlns:xsd="http://www.w3.org/2001/XMLSchema" xmlns:xs="http://www.w3.org/2001/XMLSchema" xmlns:p="http://schemas.microsoft.com/office/2006/metadata/properties" xmlns:ns2="8b7b9f5f-1e78-43ca-b9fa-4bc4e7269145" xmlns:ns3="d541d1f1-f719-45a6-b9ee-ab70819fd129" targetNamespace="http://schemas.microsoft.com/office/2006/metadata/properties" ma:root="true" ma:fieldsID="eb1442eaa23239aa2b94dfa8faa5018e" ns2:_="" ns3:_="">
    <xsd:import namespace="8b7b9f5f-1e78-43ca-b9fa-4bc4e7269145"/>
    <xsd:import namespace="d541d1f1-f719-45a6-b9ee-ab70819fd129"/>
    <xsd:element name="properties">
      <xsd:complexType>
        <xsd:sequence>
          <xsd:element name="documentManagement">
            <xsd:complexType>
              <xsd:all>
                <xsd:element ref="ns2:MediaServiceMetadata" minOccurs="0"/>
                <xsd:element ref="ns2:MediaServiceFastMetadata" minOccurs="0"/>
                <xsd:element ref="ns2:MediaServiceObjectDetectorVersions" minOccurs="0"/>
                <xsd:element ref="ns2:lcf76f155ced4ddcb4097134ff3c332f" minOccurs="0"/>
                <xsd:element ref="ns2:MediaServiceSearchProperties" minOccurs="0"/>
                <xsd:element ref="ns2:MediaServiceOCR" minOccurs="0"/>
                <xsd:element ref="ns2:MediaServiceGenerationTime" minOccurs="0"/>
                <xsd:element ref="ns2:MediaServiceEventHashCode" minOccurs="0"/>
                <xsd:element ref="ns3:SharedWithUsers" minOccurs="0"/>
                <xsd:element ref="ns3:SharedWithDetails" minOccurs="0"/>
                <xsd:element ref="ns2:MediaLengthInSeconds" minOccurs="0"/>
                <xsd:element ref="ns2:MediaServiceDateTaken" minOccurs="0"/>
                <xsd:element ref="ns2: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8b7b9f5f-1e78-43ca-b9fa-4bc4e726914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bjectDetectorVersions" ma:index="10" nillable="true" ma:displayName="MediaServiceObjectDetectorVersions" ma:hidden="true" ma:indexed="true" ma:internalName="MediaServiceObjectDetectorVersions" ma:readOnly="true">
      <xsd:simpleType>
        <xsd:restriction base="dms:Text"/>
      </xsd:simpleType>
    </xsd:element>
    <xsd:element name="lcf76f155ced4ddcb4097134ff3c332f" ma:index="12" nillable="true" ma:taxonomy="true" ma:internalName="lcf76f155ced4ddcb4097134ff3c332f" ma:taxonomyFieldName="MediaServiceImageTags" ma:displayName="Balises d’images" ma:readOnly="false" ma:fieldId="{5cf76f15-5ced-4ddc-b409-7134ff3c332f}" ma:taxonomyMulti="true" ma:sspId="9b8b33ce-f9d1-42dd-af72-61acb746de3d" ma:termSetId="09814cd3-568e-fe90-9814-8d621ff8fb84" ma:anchorId="fba54fb3-c3e1-fe81-a776-ca4b69148c4d" ma:open="true" ma:isKeyword="false">
      <xsd:complexType>
        <xsd:sequence>
          <xsd:element ref="pc:Terms" minOccurs="0" maxOccurs="1"/>
        </xsd:sequence>
      </xsd:complexType>
    </xsd:element>
    <xsd:element name="MediaServiceSearchProperties" ma:index="13" nillable="true" ma:displayName="MediaServiceSearchProperties" ma:hidden="true" ma:internalName="MediaServiceSearchProperties" ma:readOnly="true">
      <xsd:simpleType>
        <xsd:restriction base="dms:Note"/>
      </xsd:simpleType>
    </xsd:element>
    <xsd:element name="MediaServiceOCR" ma:index="14" nillable="true" ma:displayName="Extracted Text" ma:internalName="MediaServiceOCR" ma:readOnly="true">
      <xsd:simpleType>
        <xsd:restriction base="dms:Note">
          <xsd:maxLength value="255"/>
        </xsd:restriction>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LengthInSeconds" ma:index="19" nillable="true" ma:displayName="MediaLengthInSeconds" ma:hidden="true" ma:internalName="MediaLengthInSeconds" ma:readOnly="true">
      <xsd:simpleType>
        <xsd:restriction base="dms:Unknown"/>
      </xsd:simpleType>
    </xsd:element>
    <xsd:element name="MediaServiceDateTaken" ma:index="20" nillable="true" ma:displayName="MediaServiceDateTaken" ma:hidden="true" ma:indexed="true" ma:internalName="MediaServiceDateTaken" ma:readOnly="true">
      <xsd:simpleType>
        <xsd:restriction base="dms:Text"/>
      </xsd:simpleType>
    </xsd:element>
    <xsd:element name="MediaServiceLocation" ma:index="21" nillable="true" ma:displayName="Location" ma:indexed="true" ma:internalName="MediaServiceLocatio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d541d1f1-f719-45a6-b9ee-ab70819fd129" elementFormDefault="qualified">
    <xsd:import namespace="http://schemas.microsoft.com/office/2006/documentManagement/types"/>
    <xsd:import namespace="http://schemas.microsoft.com/office/infopath/2007/PartnerControls"/>
    <xsd:element name="SharedWithUsers" ma:index="17" nillable="true" ma:displayName="Partagé avec"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8" nillable="true" ma:displayName="Partagé avec dé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ype de contenu"/>
        <xsd:element ref="dc:title" minOccurs="0" maxOccurs="1" ma:index="4" ma:displayName="Titr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ADA5D674-9920-4D2F-B065-BC24FD29F86D}">
  <ds:schemaRefs>
    <ds:schemaRef ds:uri="http://schemas.microsoft.com/sharepoint/v3/contenttype/forms"/>
  </ds:schemaRefs>
</ds:datastoreItem>
</file>

<file path=customXml/itemProps2.xml><?xml version="1.0" encoding="utf-8"?>
<ds:datastoreItem xmlns:ds="http://schemas.openxmlformats.org/officeDocument/2006/customXml" ds:itemID="{2F4C4F6A-F6A5-45C8-BAAA-52FB70E387C7}">
  <ds:schemaRefs>
    <ds:schemaRef ds:uri="http://schemas.microsoft.com/office/2006/documentManagement/types"/>
    <ds:schemaRef ds:uri="http://www.w3.org/XML/1998/namespace"/>
    <ds:schemaRef ds:uri="http://schemas.microsoft.com/office/infopath/2007/PartnerControls"/>
    <ds:schemaRef ds:uri="http://purl.org/dc/elements/1.1/"/>
    <ds:schemaRef ds:uri="http://purl.org/dc/terms/"/>
    <ds:schemaRef ds:uri="8b7b9f5f-1e78-43ca-b9fa-4bc4e7269145"/>
    <ds:schemaRef ds:uri="http://schemas.microsoft.com/office/2006/metadata/properties"/>
    <ds:schemaRef ds:uri="http://schemas.openxmlformats.org/package/2006/metadata/core-properties"/>
    <ds:schemaRef ds:uri="d541d1f1-f719-45a6-b9ee-ab70819fd129"/>
    <ds:schemaRef ds:uri="http://purl.org/dc/dcmitype/"/>
  </ds:schemaRefs>
</ds:datastoreItem>
</file>

<file path=customXml/itemProps3.xml><?xml version="1.0" encoding="utf-8"?>
<ds:datastoreItem xmlns:ds="http://schemas.openxmlformats.org/officeDocument/2006/customXml" ds:itemID="{17F270CB-DEA5-40C0-9B7F-AB596A4DF126}">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8b7b9f5f-1e78-43ca-b9fa-4bc4e7269145"/>
    <ds:schemaRef ds:uri="d541d1f1-f719-45a6-b9ee-ab70819fd129"/>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clbl:label id="{4af293e6-3850-4258-b2c7-0aa0e3bfa7d9}" enabled="1" method="Privileged" siteId="{b9fec68c-c92d-461e-9a97-3d03a0f18b82}" removed="0"/>
</clbl:labelList>
</file>

<file path=docProps/app.xml><?xml version="1.0" encoding="utf-8"?>
<Properties xmlns="http://schemas.openxmlformats.org/officeDocument/2006/extended-properties" xmlns:vt="http://schemas.openxmlformats.org/officeDocument/2006/docPropsVTypes">
  <Template/>
  <TotalTime>1</TotalTime>
  <Words>3802</Words>
  <Application>Microsoft Macintosh PowerPoint</Application>
  <PresentationFormat>Grand écran</PresentationFormat>
  <Paragraphs>630</Paragraphs>
  <Slides>49</Slides>
  <Notes>14</Notes>
  <HiddenSlides>7</HiddenSlides>
  <MMClips>0</MMClips>
  <ScaleCrop>false</ScaleCrop>
  <HeadingPairs>
    <vt:vector size="6" baseType="variant">
      <vt:variant>
        <vt:lpstr>Polices utilisées</vt:lpstr>
      </vt:variant>
      <vt:variant>
        <vt:i4>7</vt:i4>
      </vt:variant>
      <vt:variant>
        <vt:lpstr>Thème</vt:lpstr>
      </vt:variant>
      <vt:variant>
        <vt:i4>1</vt:i4>
      </vt:variant>
      <vt:variant>
        <vt:lpstr>Titres des diapositives</vt:lpstr>
      </vt:variant>
      <vt:variant>
        <vt:i4>49</vt:i4>
      </vt:variant>
    </vt:vector>
  </HeadingPairs>
  <TitlesOfParts>
    <vt:vector size="57" baseType="lpstr">
      <vt:lpstr>.Hiragino Kaku Gothic Interface W3</vt:lpstr>
      <vt:lpstr>Arial</vt:lpstr>
      <vt:lpstr>Calibri</vt:lpstr>
      <vt:lpstr>Courier New</vt:lpstr>
      <vt:lpstr>Segoe UI</vt:lpstr>
      <vt:lpstr>Verdana</vt:lpstr>
      <vt:lpstr>Wingdings</vt:lpstr>
      <vt:lpstr>CGI Slide Master</vt:lpstr>
      <vt:lpstr>Standard Presentation Template</vt:lpstr>
      <vt:lpstr>Brand Source is your single source for everything related to the brand and branded PowerPoints!</vt:lpstr>
      <vt:lpstr>You can now access our templates directly from PowerPoint</vt:lpstr>
      <vt:lpstr>Advancing accessibility</vt:lpstr>
      <vt:lpstr>CGI colors</vt:lpstr>
      <vt:lpstr>CGI colors in PowerPoint</vt:lpstr>
      <vt:lpstr>Ready-to-use graphic components</vt:lpstr>
      <vt:lpstr>Buttons</vt:lpstr>
      <vt:lpstr>Cover title slide with gradient A</vt:lpstr>
      <vt:lpstr>Cover title slide with cornerstone A</vt:lpstr>
      <vt:lpstr>Cover title slide with cornerstone B</vt:lpstr>
      <vt:lpstr>Cover title slide with cornerstone C</vt:lpstr>
      <vt:lpstr>Cover title slide with cornerstone D</vt:lpstr>
      <vt:lpstr>Cover title slide with cornerstone E</vt:lpstr>
      <vt:lpstr>Cover title slide with original image</vt:lpstr>
      <vt:lpstr>Agenda slide layout 1</vt:lpstr>
      <vt:lpstr>Agenda slide layout 4</vt:lpstr>
      <vt:lpstr>Standard content slide</vt:lpstr>
      <vt:lpstr>Content slide + preset graphic device</vt:lpstr>
      <vt:lpstr>Content slide with two content columns</vt:lpstr>
      <vt:lpstr>Content slide with editable laptop screen</vt:lpstr>
      <vt:lpstr>Slide title</vt:lpstr>
      <vt:lpstr>Slide title 2</vt:lpstr>
      <vt:lpstr>Slide title 3</vt:lpstr>
      <vt:lpstr>Slide title 4</vt:lpstr>
      <vt:lpstr>Title only slide (donut chart + text example) </vt:lpstr>
      <vt:lpstr>Title only slide (stacked columns chart example)</vt:lpstr>
      <vt:lpstr>Title only slide (clustered column chart + text example)</vt:lpstr>
      <vt:lpstr>Title only slide (flow chart example)</vt:lpstr>
      <vt:lpstr>Title + lower subtitle slide (financial table example)</vt:lpstr>
      <vt:lpstr>New section title 1</vt:lpstr>
      <vt:lpstr>New section title 2</vt:lpstr>
      <vt:lpstr>New section title 3</vt:lpstr>
      <vt:lpstr>New section title 4</vt:lpstr>
      <vt:lpstr>New section title 5</vt:lpstr>
      <vt:lpstr>Slide title 6</vt:lpstr>
      <vt:lpstr>Placeholder text which  should go on 2 lines.</vt:lpstr>
      <vt:lpstr>Content highlight or quote slide (gradient A)</vt:lpstr>
      <vt:lpstr>Content highlight or quote 2x slide (gradient B)</vt:lpstr>
      <vt:lpstr>CV/Resume slide – Layout 1</vt:lpstr>
      <vt:lpstr>First and Last name</vt:lpstr>
      <vt:lpstr>First and Last name continued</vt:lpstr>
      <vt:lpstr>Team slide with 2 individuals (layout B)</vt:lpstr>
      <vt:lpstr>Team slide with 3 individuals (layout B)</vt:lpstr>
      <vt:lpstr>Team slide with 4 individuals (layout B)</vt:lpstr>
      <vt:lpstr>Team slide with 5 individuals (layout B)</vt:lpstr>
      <vt:lpstr>Team slide with 10 individuals (layout B)</vt:lpstr>
      <vt:lpstr>Closing contact us slide (gradient A)</vt:lpstr>
      <vt:lpstr>Insights you can act on  Founded in 1976, CGI is among the largest IT and business consulting services firms in the world.  We are insights-driven and outcomes-focused to help accelerate returns on your investments. Across hundreds of locations worldwide, we provide comprehensive, scalable and sustainable  IT and business consulting services that are informed globally  and delivered locally.</vt:lpstr>
    </vt:vector>
  </TitlesOfParts>
  <Manager>cgi.brand.crp@cgi.com</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Leroy, Sandra</dc:creator>
  <cp:keywords>CGI, PowerPoint, template, brand, CGI</cp:keywords>
  <dc:description/>
  <cp:lastModifiedBy>Leroy, Sandra</cp:lastModifiedBy>
  <cp:revision>1</cp:revision>
  <dcterms:created xsi:type="dcterms:W3CDTF">2026-01-05T18:44:42Z</dcterms:created>
  <dcterms:modified xsi:type="dcterms:W3CDTF">2026-01-05T18:47:54Z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Business Practice">
    <vt:lpwstr/>
  </property>
  <property fmtid="{D5CDD505-2E9C-101B-9397-08002B2CF9AE}" pid="3" name="Business theme">
    <vt:lpwstr/>
  </property>
  <property fmtid="{D5CDD505-2E9C-101B-9397-08002B2CF9AE}" pid="4" name="Content Format">
    <vt:lpwstr/>
  </property>
  <property fmtid="{D5CDD505-2E9C-101B-9397-08002B2CF9AE}" pid="5" name="ContentTypeId">
    <vt:lpwstr>0x0101003A9B06A1291EAB478CEE040D9CD88093</vt:lpwstr>
  </property>
  <property fmtid="{D5CDD505-2E9C-101B-9397-08002B2CF9AE}" pid="6" name="Functions">
    <vt:lpwstr/>
  </property>
  <property fmtid="{D5CDD505-2E9C-101B-9397-08002B2CF9AE}" pid="7" name="Geography">
    <vt:lpwstr/>
  </property>
  <property fmtid="{D5CDD505-2E9C-101B-9397-08002B2CF9AE}" pid="8" name="Intellectual Property">
    <vt:lpwstr/>
  </property>
  <property fmtid="{D5CDD505-2E9C-101B-9397-08002B2CF9AE}" pid="9" name="Organisation">
    <vt:lpwstr>260;#Group|43ac7042-3752-4f1b-8a93-43b36e65d3e5</vt:lpwstr>
  </property>
  <property fmtid="{D5CDD505-2E9C-101B-9397-08002B2CF9AE}" pid="10" name="Sector">
    <vt:lpwstr/>
  </property>
  <property fmtid="{D5CDD505-2E9C-101B-9397-08002B2CF9AE}" pid="11" name="Service line">
    <vt:lpwstr/>
  </property>
  <property fmtid="{D5CDD505-2E9C-101B-9397-08002B2CF9AE}" pid="12" name="WizKit Template inter.">
    <vt:i4>1</vt:i4>
  </property>
  <property fmtid="{D5CDD505-2E9C-101B-9397-08002B2CF9AE}" pid="13" name="WizKit Template Type">
    <vt:lpwstr>Widescreen</vt:lpwstr>
  </property>
  <property fmtid="{D5CDD505-2E9C-101B-9397-08002B2CF9AE}" pid="14" name="WizKit Template Version">
    <vt:i4>5</vt:i4>
  </property>
  <property fmtid="{D5CDD505-2E9C-101B-9397-08002B2CF9AE}" pid="15" name="ClassificationContentMarkingFooterLocations">
    <vt:lpwstr>Title and agenda slide layouts:8\Content slide layouts:8\CV/Resume and team slide layouts:6\Content highlight or quote slides:6\New section cover slides:7\Closing slide layouts:6</vt:lpwstr>
  </property>
  <property fmtid="{D5CDD505-2E9C-101B-9397-08002B2CF9AE}" pid="16" name="ClassificationContentMarkingFooterText">
    <vt:lpwstr>Internal</vt:lpwstr>
  </property>
  <property fmtid="{D5CDD505-2E9C-101B-9397-08002B2CF9AE}" pid="17" name="MediaServiceImageTags">
    <vt:lpwstr/>
  </property>
  <property fmtid="{D5CDD505-2E9C-101B-9397-08002B2CF9AE}" pid="18" name="_ExtendedDescription">
    <vt:lpwstr>Slide options for the following&amp;#58; covers, dividers, agendas, page layouts, resumes, teams, charts/diagrams, and closings. This template also includes usage instructions and a CGI color reference guide.</vt:lpwstr>
  </property>
</Properties>
</file>